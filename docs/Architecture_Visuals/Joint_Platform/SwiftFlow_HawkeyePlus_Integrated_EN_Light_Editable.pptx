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docProps/app.xml" ContentType="application/vnd.openxmlformats-officedocument.extended-properties+xml"/>
  <Override PartName="/docProps/core.xml" ContentType="application/vnd.openxmlformats-package.core-properties+xml"/>
  <Override PartName="/ppt/media/image15.svg" ContentType="image/svg+xml"/>
  <Override PartName="/ppt/media/image16.svg" ContentType="image/svg+xml"/>
  <Override PartName="/ppt/media/image17.svg" ContentType="image/svg+xml"/>
  <Override PartName="/ppt/media/image18.svg" ContentType="image/svg+xml"/>
  <Override PartName="/ppt/media/image19.svg" ContentType="image/svg+xml"/>
  <Override PartName="/ppt/media/image2.svg" ContentType="image/svg+xml"/>
  <Override PartName="/ppt/media/image20.svg" ContentType="image/svg+xml"/>
  <Override PartName="/ppt/media/image22.svg" ContentType="image/svg+xml"/>
  <Override PartName="/ppt/media/image3.svg" ContentType="image/svg+xml"/>
  <Override PartName="/ppt/media/image4.svg" ContentType="image/svg+xml"/>
  <Override PartName="/ppt/media/image5.svg" ContentType="image/svg+xml"/>
  <Override PartName="/ppt/media/image6.svg" ContentType="image/svg+xml"/>
  <Override PartName="/ppt/media/image7.svg" ContentType="image/svg+xml"/>
  <Override PartName="/ppt/media/image8.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00.xml" ContentType="application/vnd.openxmlformats-officedocument.presentationml.slideLayout+xml"/>
  <Override PartName="/ppt/slideLayouts/slideLayout101.xml" ContentType="application/vnd.openxmlformats-officedocument.presentationml.slideLayout+xml"/>
  <Override PartName="/ppt/slideLayouts/slideLayout102.xml" ContentType="application/vnd.openxmlformats-officedocument.presentationml.slideLayout+xml"/>
  <Override PartName="/ppt/slideLayouts/slideLayout103.xml" ContentType="application/vnd.openxmlformats-officedocument.presentationml.slideLayout+xml"/>
  <Override PartName="/ppt/slideLayouts/slideLayout104.xml" ContentType="application/vnd.openxmlformats-officedocument.presentationml.slideLayout+xml"/>
  <Override PartName="/ppt/slideLayouts/slideLayout105.xml" ContentType="application/vnd.openxmlformats-officedocument.presentationml.slideLayout+xml"/>
  <Override PartName="/ppt/slideLayouts/slideLayout106.xml" ContentType="application/vnd.openxmlformats-officedocument.presentationml.slideLayout+xml"/>
  <Override PartName="/ppt/slideLayouts/slideLayout107.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slideLayouts/slideLayout89.xml" ContentType="application/vnd.openxmlformats-officedocument.presentationml.slideLayout+xml"/>
  <Override PartName="/ppt/slideLayouts/slideLayout9.xml" ContentType="application/vnd.openxmlformats-officedocument.presentationml.slideLayout+xml"/>
  <Override PartName="/ppt/slideLayouts/slideLayout90.xml" ContentType="application/vnd.openxmlformats-officedocument.presentationml.slideLayout+xml"/>
  <Override PartName="/ppt/slideLayouts/slideLayout91.xml" ContentType="application/vnd.openxmlformats-officedocument.presentationml.slideLayout+xml"/>
  <Override PartName="/ppt/slideLayouts/slideLayout92.xml" ContentType="application/vnd.openxmlformats-officedocument.presentationml.slideLayout+xml"/>
  <Override PartName="/ppt/slideLayouts/slideLayout93.xml" ContentType="application/vnd.openxmlformats-officedocument.presentationml.slideLayout+xml"/>
  <Override PartName="/ppt/slideLayouts/slideLayout94.xml" ContentType="application/vnd.openxmlformats-officedocument.presentationml.slideLayout+xml"/>
  <Override PartName="/ppt/slideLayouts/slideLayout95.xml" ContentType="application/vnd.openxmlformats-officedocument.presentationml.slideLayout+xml"/>
  <Override PartName="/ppt/slideLayouts/slideLayout96.xml" ContentType="application/vnd.openxmlformats-officedocument.presentationml.slideLayout+xml"/>
  <Override PartName="/ppt/slideLayouts/slideLayout97.xml" ContentType="application/vnd.openxmlformats-officedocument.presentationml.slideLayout+xml"/>
  <Override PartName="/ppt/slideLayouts/slideLayout98.xml" ContentType="application/vnd.openxmlformats-officedocument.presentationml.slideLayout+xml"/>
  <Override PartName="/ppt/slideLayouts/slideLayout9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6"/>
    <p:sldId id="257" r:id="rId8"/>
    <p:sldId id="258" r:id="rId9"/>
    <p:sldId id="259" r:id="rId10"/>
    <p:sldId id="260" r:id="rId5"/>
    <p:sldId id="261" r:id="rId4"/>
    <p:sldId id="262" r:id="rId3"/>
    <p:sldId id="263" r:id="rId2"/>
    <p:sldId id="264" r:id="rId15"/>
    <p:sldId id="265" r:id="rId16"/>
    <p:sldId id="266" r:id="rId17"/>
    <p:sldId id="267" r:id="rId18"/>
    <p:sldId id="268" r:id="rId19"/>
    <p:sldId id="269" r:id="rId20"/>
    <p:sldId id="270" r:id="rId21"/>
    <p:sldId id="271" r:id="rId22"/>
    <p:sldId id="272" r:id="rId23"/>
    <p:sldId id="273" r:id="rId24"/>
    <p:sldId id="274" r:id="rId25"/>
    <p:sldId id="275" r:id="rId2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amp; Roadmap" id="{CCC7FBD3-FA43-53E0-AD2D-8BADF940562C}">
          <p14:sldIdLst>
            <p14:sldId id="256"/>
            <p14:sldId id="257"/>
          </p14:sldIdLst>
        </p14:section>
        <p14:section name="01 Vision &amp; Rationale" id="{39E7A4E3-EF7F-527E-A176-6703A69775E1}">
          <p14:sldIdLst>
            <p14:sldId id="258"/>
            <p14:sldId id="259"/>
            <p14:sldId id="260"/>
            <p14:sldId id="261"/>
          </p14:sldIdLst>
        </p14:section>
        <p14:section name="02 SwiftFlow" id="{BD58880E-B92B-5E34-903F-9652FEA14205}">
          <p14:sldIdLst>
            <p14:sldId id="262"/>
            <p14:sldId id="263"/>
            <p14:sldId id="264"/>
            <p14:sldId id="265"/>
          </p14:sldIdLst>
        </p14:section>
        <p14:section name="03 HawkeyePlus" id="{3E38EA58-317C-5417-80E5-588D1893F323}">
          <p14:sldIdLst>
            <p14:sldId id="266"/>
            <p14:sldId id="267"/>
            <p14:sldId id="268"/>
            <p14:sldId id="269"/>
            <p14:sldId id="270"/>
            <p14:sldId id="271"/>
          </p14:sldIdLst>
        </p14:section>
        <p14:section name="04 Integrated Delivery" id="{92AFA18A-EA0B-59FD-B67D-BD648F25C220}">
          <p14:sldIdLst>
            <p14:sldId id="272"/>
            <p14:sldId id="273"/>
          </p14:sldIdLst>
        </p14:section>
        <p14:section name="Summary &amp; Discussion" id="{44C9B240-1BEB-5AB7-9384-56F6C6AD6645}">
          <p14:sldIdLst>
            <p14:sldId id="274"/>
            <p14:sldId id="275"/>
          </p14:sldIdLst>
        </p14:section>
      </p14:section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5" d="100"/>
          <a:sy n="75" d="100"/>
        </p:scale>
        <p:origin x="96" y="403"/>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8.xml"/><Relationship Id="rId3" Type="http://schemas.openxmlformats.org/officeDocument/2006/relationships/slide" Target="slides/slide7.xml"/><Relationship Id="rId4" Type="http://schemas.openxmlformats.org/officeDocument/2006/relationships/slide" Target="slides/slide6.xml"/><Relationship Id="rId5" Type="http://schemas.openxmlformats.org/officeDocument/2006/relationships/slide" Target="slides/slide5.xml"/><Relationship Id="rId6" Type="http://schemas.openxmlformats.org/officeDocument/2006/relationships/slide" Target="slides/slide1.xml"/><Relationship Id="rId7" Type="http://schemas.openxmlformats.org/officeDocument/2006/relationships/notesMaster" Target="notesMasters/notesMaster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presProps" Target="presProps.xml"/><Relationship Id="rId12" Type="http://schemas.openxmlformats.org/officeDocument/2006/relationships/viewProps" Target="viewProps.xml"/><Relationship Id="rId13" Type="http://schemas.openxmlformats.org/officeDocument/2006/relationships/theme" Target="theme/theme1.xml"/><Relationship Id="rId14" Type="http://schemas.openxmlformats.org/officeDocument/2006/relationships/tableStyles" Target="tableStyles.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Introduce the complete title: SwiftFlow + HawkeyePlus — Standardized Inspection &amp; Measurement: Architecture, Workflows &amp; Integrated Delivery. Explain the shared concept and rationale, then the execution platform and model-development platform, followed by joint acceptance and a delivery baseline.</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presentation has four chapters: Vision &amp; Rationale, SwiftFlow, HawkeyePlus, and Integrated Delivery, followed by a summary and discussion. Each agenda card links to its chapter divider in slideshow mode.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Chapter transition: Vision &amp; Rationale. Focus: Establish a shared engineering method. Guiding question: How do hardware, workflows and algorithms work as one method?.</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Two complementary platforms support one engineering method. SwiftFlow organizes equipment, workflows, classical vision, inference and results into execution. HawkeyePlus manages training data, model development, evaluation and versions. The arrows represent curated samples and validated model handoffs, not an already implemented automatic connector.</a:t>
            </a:r>
          </a:p>
          <a:p/>
          <a:p>
            <a:r>
              <a:t>Sources and interpretation:</a:t>
            </a:r>
          </a:p>
          <a:p>
            <a:r>
              <a:t>HawkeyePlus: docs/ARCHITECTURE.md; docs/FEATURES.md; src/lib/model-yaml.ts; model registry routes.</a:t>
            </a:r>
          </a:p>
          <a:p>
            <a:r>
              <a:t>SwiftFlow: docs/Architecture.md; docs/Flow_Engine_Internals.md; InferenceSessionFactory.cs; ModelInstanceConfig.cs.</a:t>
            </a:r>
          </a:p>
          <a:p>
            <a:r>
              <a:t>Illustrations and project examples are not performance, accuracy or production-acceptance evidence. Native text, panels and lines are editable; pictures are independently replaceable.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shared method reduces repeated handoff work between hardware, process and algorithm engineering. These are design motivations, not measured claims about a team's productivity. Common inputs, reusable assets and joint acceptance make the required inputs, outputs and completion criteria clear.</a:t>
            </a:r>
          </a:p>
          <a:p/>
          <a:p>
            <a:r>
              <a:t>Sources and interpretation:</a:t>
            </a:r>
          </a:p>
          <a:p>
            <a:r>
              <a:t>HawkeyePlus: docs/ARCHITECTURE.md; docs/FEATURES.md; src/lib/model-yaml.ts; model registry routes.</a:t>
            </a:r>
          </a:p>
          <a:p>
            <a:r>
              <a:t>SwiftFlow: docs/Architecture.md; docs/Flow_Engine_Internals.md; InferenceSessionFactory.cs; ModelInstanceConfig.cs.</a:t>
            </a:r>
          </a:p>
          <a:p>
            <a:r>
              <a:t>Illustrations and project examples are not performance, accuracy or production-acceptance evidence. Native text, panels and lines are editable; pictures are independently replaceable.</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a recommended engineering workflow, not a claim of an automated release system. Engineers design the hardware and imaging setup; SwiftFlow provides integration, commissioning, calibration and execution. Algorithms may be classical vision/numerical measurement or AI models developed in HawkeyePlus. Joint acceptance uses independent samples, detection errors and cycle-time checks, plus calibration, units and reference agreement for measurement.</a:t>
            </a:r>
          </a:p>
          <a:p/>
          <a:p>
            <a:r>
              <a:t>Sources and interpretation:</a:t>
            </a:r>
          </a:p>
          <a:p>
            <a:r>
              <a:t>HawkeyePlus: docs/ARCHITECTURE.md; docs/FEATURES.md; src/lib/model-yaml.ts; model registry routes.</a:t>
            </a:r>
          </a:p>
          <a:p>
            <a:r>
              <a:t>SwiftFlow: docs/Architecture.md; docs/Flow_Engine_Internals.md; InferenceSessionFactory.cs; ModelInstanceConfig.cs.</a:t>
            </a:r>
          </a:p>
          <a:p>
            <a:r>
              <a:t>Illustrations and project examples are not performance, accuracy or production-acceptance evidence. Native text, panels and lines are editable; pictures are independently replaceable.</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Chapter transition: SwiftFlow. Focus: Equipment, workflows and algorithm execution. Guiding question: How can equipment and algorithms become an executable workflow?.</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SwiftFlow is the workflow and execution foundation within HawkeyeUltra. Data-defined workflows combine equipment, vision, inference and result nodes, including subflows, parallel coordination and run control. Vendor-neutral interfaces and instance routing connect devices. Logs, timing, storage and results support execution.</a:t>
            </a:r>
          </a:p>
          <a:p/>
          <a:p>
            <a:r>
              <a:t>Sources and interpretation:</a:t>
            </a:r>
          </a:p>
          <a:p>
            <a:r>
              <a:t>HawkeyePlus: docs/ARCHITECTURE.md; docs/FEATURES.md; src/lib/model-yaml.ts; model registry routes.</a:t>
            </a:r>
          </a:p>
          <a:p>
            <a:r>
              <a:t>SwiftFlow: docs/Architecture.md; docs/Flow_Engine_Internals.md; InferenceSessionFactory.cs; ModelInstanceConfig.cs.</a:t>
            </a:r>
          </a:p>
          <a:p>
            <a:r>
              <a:t>Illustrations and project examples are not performance, accuracy or production-acceptance evidence. Native text, panels and lines are editable; pictures are independently replaceable.</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Engineers start with camera, optics, lighting, motion and measurement-device design. Machine configuration maps physical devices to logical instances; commissioning and calibration establish input quality. Workflow nodes then organize positioning, acquisition, analysis and decisions. Deliverables include mappings, calibration and reusable process configuration. SwiftFlow is not a CAD or optical-design tool.</a:t>
            </a:r>
          </a:p>
          <a:p/>
          <a:p>
            <a:r>
              <a:t>Sources and interpretation:</a:t>
            </a:r>
          </a:p>
          <a:p>
            <a:r>
              <a:t>HawkeyePlus: docs/ARCHITECTURE.md; docs/FEATURES.md; src/lib/model-yaml.ts; model registry routes.</a:t>
            </a:r>
          </a:p>
          <a:p>
            <a:r>
              <a:t>SwiftFlow: docs/Architecture.md; docs/Flow_Engine_Internals.md; InferenceSessionFactory.cs; ModelInstanceConfig.cs.</a:t>
            </a:r>
          </a:p>
          <a:p>
            <a:r>
              <a:t>Illustrations and project examples are not performance, accuracy or production-acceptance evidence. Native text, panels and lines are editable; pictures are independently replaceable.</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Inspection and measurement share acquisition, orchestration and traceability, but produce different outputs. Inspection produces locations, classes and decisions; measurement produces defined dimensions, heights or geometric metrics. AI may assist localization or segmentation, but physical measurements still require calibration, units and measurement logic. Classical vision and laser/geometric measurement do not require AI training.</a:t>
            </a:r>
          </a:p>
          <a:p/>
          <a:p>
            <a:r>
              <a:t>Sources and interpretation:</a:t>
            </a:r>
          </a:p>
          <a:p>
            <a:r>
              <a:t>HawkeyePlus: docs/ARCHITECTURE.md; docs/FEATURES.md; src/lib/model-yaml.ts; model registry routes.</a:t>
            </a:r>
          </a:p>
          <a:p>
            <a:r>
              <a:t>SwiftFlow: docs/Architecture.md; docs/Flow_Engine_Internals.md; InferenceSessionFactory.cs; ModelInstanceConfig.cs.</a:t>
            </a:r>
          </a:p>
          <a:p>
            <a:r>
              <a:t>Illustrations and project examples are not performance, accuracy or production-acceptance evidence. Native text, panels and lines are editable; pictures are independently replaceable.</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Chapter transition: HawkeyePlus. Focus: Industrial vision model development and validation. Guiding question: How do we turn data into validated, deliverable models?.</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HawkeyePlus combines dataset, model and training configurations, then starts the selected Python training backend. It manages jobs, monitoring, validation and model assets rather than implementing a new training algorithm. PaddlePaddle covers PaddleDetection/PaddleClas/PaddleSeg; PyTorch covers TorchDet/TorchSeg; anomalib is the PyTorch-based TorchAnomaly adapter. Compute selection does not imply distributed cluster scheduling.</a:t>
            </a:r>
          </a:p>
          <a:p>
            <a:r>
              <a:t>These are training-platform capabilities. Integration into SwiftFlow requires runtime adaptation and acceptance.</a:t>
            </a:r>
          </a:p>
          <a:p/>
          <a:p>
            <a:r>
              <a:t>Sources and interpretation:</a:t>
            </a:r>
          </a:p>
          <a:p>
            <a:r>
              <a:t>HawkeyePlus: docs/ARCHITECTURE.md; docs/FEATURES.md; src/lib/model-yaml.ts; model registry routes.</a:t>
            </a:r>
          </a:p>
          <a:p>
            <a:r>
              <a:t>SwiftFlow: docs/Architecture.md; docs/Flow_Engine_Internals.md; InferenceSessionFactory.cs; ModelInstanceConfig.cs.</a:t>
            </a:r>
          </a:p>
          <a:p>
            <a:r>
              <a:t>Illustrations and project examples are not performance, accuracy or production-acceptance evidence. Native text, panels and lines are editable; pictures are independently replaceable.</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workflow combines repository examples and conceptual detection graphics. Napari is the companion desktop segmentation annotation tool, separate from the web rectangle annotation tool. Export support varies by backend; PaddleClas has no platform export entrypoint. Model release registers configurations and weights, versions and the active model; it does not automatically deploy to production machines. The feedback path represents a user revising data and configuration.</a:t>
            </a:r>
          </a:p>
          <a:p>
            <a:r>
              <a:t>These are training-platform capabilities. Integration into SwiftFlow requires runtime adaptation and acceptance.</a:t>
            </a:r>
          </a:p>
          <a:p/>
          <a:p>
            <a:r>
              <a:t>Sources and interpretation:</a:t>
            </a:r>
          </a:p>
          <a:p>
            <a:r>
              <a:t>HawkeyePlus: docs/ARCHITECTURE.md; docs/FEATURES.md; src/lib/model-yaml.ts; model registry routes.</a:t>
            </a:r>
          </a:p>
          <a:p>
            <a:r>
              <a:t>SwiftFlow: docs/Architecture.md; docs/Flow_Engine_Internals.md; InferenceSessionFactory.cs; ModelInstanceConfig.cs.</a:t>
            </a:r>
          </a:p>
          <a:p>
            <a:r>
              <a:t>Illustrations and project examples are not performance, accuracy or production-acceptance evidence. Native text, panels and lines are editable; pictures are independently replaceable.</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Detection models are read directly from DETECTION_PRESETS and TORCH_DET_PRESETS. PaddleDetection has seven preset families; TorchDet has four. SSD/VGG16 uses SSD300; SSD/MobileNetV3-Large uses SSDLite320. TorchDet supports COCO detector-head transfer for Faster R-CNN, RetinaNet and FCOS; SSD falls back to ImageNet backbone initialization. PP-YOLOE, YOLOv3, PicoDet, RT-DETR and CenterNet are not TorchDet families. Defect boxes are illustrative, not inference results or benchmark evidence.</a:t>
            </a:r>
          </a:p>
          <a:p>
            <a:r>
              <a:t>These are training-platform capabilities. Integration into SwiftFlow requires runtime adaptation and acceptance.</a:t>
            </a:r>
          </a:p>
          <a:p/>
          <a:p>
            <a:r>
              <a:t>Sources and interpretation:</a:t>
            </a:r>
          </a:p>
          <a:p>
            <a:r>
              <a:t>HawkeyePlus: docs/ARCHITECTURE.md; docs/FEATURES.md; src/lib/model-yaml.ts; model registry routes.</a:t>
            </a:r>
          </a:p>
          <a:p>
            <a:r>
              <a:t>SwiftFlow: docs/Architecture.md; docs/Flow_Engine_Internals.md; InferenceSessionFactory.cs; ModelInstanceConfig.cs.</a:t>
            </a:r>
          </a:p>
          <a:p>
            <a:r>
              <a:t>Illustrations and project examples are not performance, accuracy or production-acceptance evidence. Native text, panels and lines are editable; pictures are independently replaceable.</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PaddleSeg has seven current UI architectures. TorchSeg has four UI presets. The TorchSeg UI calls one preset DeepLabV3+ (config key DeepLabV3P), but the runtime uses torchvision DeepLabV3 without a V3+ decoder. DeepLabV3 is also a runtime alias, not a fifth UI preset. TEM images are project examples, not a benchmark for all models.</a:t>
            </a:r>
          </a:p>
          <a:p>
            <a:r>
              <a:t>These are training-platform capabilities. Integration into SwiftFlow requires runtime adaptation and acceptance.</a:t>
            </a:r>
          </a:p>
          <a:p/>
          <a:p>
            <a:r>
              <a:t>Sources and interpretation:</a:t>
            </a:r>
          </a:p>
          <a:p>
            <a:r>
              <a:t>HawkeyePlus: docs/ARCHITECTURE.md; docs/FEATURES.md; src/lib/model-yaml.ts; model registry routes.</a:t>
            </a:r>
          </a:p>
          <a:p>
            <a:r>
              <a:t>SwiftFlow: docs/Architecture.md; docs/Flow_Engine_Internals.md; InferenceSessionFactory.cs; ModelInstanceConfig.cs.</a:t>
            </a:r>
          </a:p>
          <a:p>
            <a:r>
              <a:t>Illustrations and project examples are not performance, accuracy or production-acceptance evidence. Native text, panels and lines are editable; pictures are independently replaceable.</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nine PaddleClas choices are listed by exact configuration name in Supported_Models.md. The five TorchAnomaly presets are PatchCore, PaDiM, STFPM, EfficientAD and SuperSimpleNet. Training uses normal images. ReverseDistillation is not a current UI preset. Classification and anomaly images are conceptual illustrations. Environment/version compatibility still applies.</a:t>
            </a:r>
          </a:p>
          <a:p>
            <a:r>
              <a:t>These are training-platform capabilities. Integration into SwiftFlow requires runtime adaptation and acceptance.</a:t>
            </a:r>
          </a:p>
          <a:p/>
          <a:p>
            <a:r>
              <a:t>Sources and interpretation:</a:t>
            </a:r>
          </a:p>
          <a:p>
            <a:r>
              <a:t>HawkeyePlus: docs/ARCHITECTURE.md; docs/FEATURES.md; src/lib/model-yaml.ts; model registry routes.</a:t>
            </a:r>
          </a:p>
          <a:p>
            <a:r>
              <a:t>SwiftFlow: docs/Architecture.md; docs/Flow_Engine_Internals.md; InferenceSessionFactory.cs; ModelInstanceConfig.cs.</a:t>
            </a:r>
          </a:p>
          <a:p>
            <a:r>
              <a:t>Illustrations and project examples are not performance, accuracy or production-acceptance evidence. Native text, panels and lines are editable; pictures are independently replaceable.</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Chapter transition: Integrated Delivery. Focus: From development results to production readiness. Guiding question: How do delivery packages and joint validation connect both platforms?.</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Use a model handoff package and joint acceptance. HawkeyePlus exports supported inference artifacts and registers product versions with an active-model query API. SwiftFlow currently implements ONNX (including the YOLO path) and Paddle backends. Its configuration includes labels, input shape, channel order, normalization, thresholds and output decoding. Training support is not direct runtime compatibility: verify operators, I/O and preprocessing/postprocessing per model. Torch checkpoints are not direct inference artifacts; TorchSharp is reserved, and the current task enum has detection, classification and segmentation, but no dedicated anomaly decoder. Anomaly deployment needs additional adaptation. No existing automatic registry synchronization or feedback connector is assumed. The delivery baseline is a proposed engineering convention.</a:t>
            </a:r>
          </a:p>
          <a:p/>
          <a:p>
            <a:r>
              <a:t>Sources and interpretation:</a:t>
            </a:r>
          </a:p>
          <a:p>
            <a:r>
              <a:t>HawkeyePlus: docs/ARCHITECTURE.md; docs/FEATURES.md; src/lib/model-yaml.ts; model registry routes.</a:t>
            </a:r>
          </a:p>
          <a:p>
            <a:r>
              <a:t>SwiftFlow: docs/Architecture.md; docs/Flow_Engine_Internals.md; InferenceSessionFactory.cs; ModelInstanceConfig.cs.</a:t>
            </a:r>
          </a:p>
          <a:p>
            <a:r>
              <a:t>Illustrations and project examples are not performance, accuracy or production-acceptance evidence. Native text, panels and lines are editable; pictures are independently replaceable.</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Recap three ideas: one engineering method, two complementary platforms and a standard delivery baseline. Emphasize clear inputs, outputs and acceptance evidence, with reusable configuration and model assets. The recommended engineering method is distinct from an automatic software connector.</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Close the presentation and discuss priority use cases, acceptance and delivery baselines, and reusable workflows and models. The discussion prompts do not imply an agreed implementation scope or production commitment.</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eg"/><Relationship Id="rId3" Type="http://schemas.microsoft.com/office/2007/relationships/hdphoto" Target="../media/hdphoto1.wdp"/><Relationship Id="rId4" Type="http://schemas.openxmlformats.org/officeDocument/2006/relationships/image" Target="../media/image2.sv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svg"/><Relationship Id="rId3" Type="http://schemas.openxmlformats.org/officeDocument/2006/relationships/image" Target="../media/image4.svg"/><Relationship Id="rId4" Type="http://schemas.openxmlformats.org/officeDocument/2006/relationships/image" Target="../media/image5.sv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svg"/><Relationship Id="rId3" Type="http://schemas.openxmlformats.org/officeDocument/2006/relationships/image" Target="../media/image7.svg"/><Relationship Id="rId4" Type="http://schemas.openxmlformats.org/officeDocument/2006/relationships/image" Target="../media/image8.sv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sv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9.jpeg"/><Relationship Id="rId3" Type="http://schemas.openxmlformats.org/officeDocument/2006/relationships/image" Target="../media/image10.png"/><Relationship Id="rId4" Type="http://schemas.openxmlformats.org/officeDocument/2006/relationships/image" Target="../media/image4.sv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1.jpeg"/><Relationship Id="rId3" Type="http://schemas.openxmlformats.org/officeDocument/2006/relationships/image" Target="../media/image10.png"/><Relationship Id="rId4" Type="http://schemas.openxmlformats.org/officeDocument/2006/relationships/image" Target="../media/image4.sv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2.jpeg"/><Relationship Id="rId3" Type="http://schemas.openxmlformats.org/officeDocument/2006/relationships/image" Target="../media/image10.png"/><Relationship Id="rId4" Type="http://schemas.openxmlformats.org/officeDocument/2006/relationships/image" Target="../media/image4.sv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3.jpeg"/><Relationship Id="rId3" Type="http://schemas.openxmlformats.org/officeDocument/2006/relationships/image" Target="../media/image10.png"/><Relationship Id="rId4" Type="http://schemas.openxmlformats.org/officeDocument/2006/relationships/image" Target="../media/image4.sv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4.jpeg"/><Relationship Id="rId3" Type="http://schemas.openxmlformats.org/officeDocument/2006/relationships/image" Target="../media/image10.png"/><Relationship Id="rId4" Type="http://schemas.openxmlformats.org/officeDocument/2006/relationships/image" Target="../media/image4.sv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5.svg"/><Relationship Id="rId3" Type="http://schemas.openxmlformats.org/officeDocument/2006/relationships/image" Target="../media/image4.sv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svg"/></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6.svg"/><Relationship Id="rId3" Type="http://schemas.openxmlformats.org/officeDocument/2006/relationships/image" Target="../media/image17.sv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8.svg"/><Relationship Id="rId3" Type="http://schemas.openxmlformats.org/officeDocument/2006/relationships/image" Target="../media/image17.sv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svg"/></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8.svg"/><Relationship Id="rId3" Type="http://schemas.openxmlformats.org/officeDocument/2006/relationships/image" Target="../media/image17.svg"/></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svg"/></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7.svg"/></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svg"/></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8.svg"/><Relationship Id="rId3" Type="http://schemas.openxmlformats.org/officeDocument/2006/relationships/image" Target="../media/image17.svg"/></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svg"/></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8.svg"/><Relationship Id="rId3" Type="http://schemas.openxmlformats.org/officeDocument/2006/relationships/image" Target="../media/image17.svg"/></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svg"/></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8.svg"/><Relationship Id="rId3" Type="http://schemas.openxmlformats.org/officeDocument/2006/relationships/image" Target="../media/image17.svg"/></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svg"/></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8.svg"/><Relationship Id="rId3" Type="http://schemas.openxmlformats.org/officeDocument/2006/relationships/image" Target="../media/image17.svg"/></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svg"/></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8.svg"/><Relationship Id="rId3" Type="http://schemas.openxmlformats.org/officeDocument/2006/relationships/image" Target="../media/image17.svg"/></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svg"/></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8.svg"/><Relationship Id="rId3" Type="http://schemas.openxmlformats.org/officeDocument/2006/relationships/image" Target="../media/image17.svg"/></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svg"/></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8.svg"/><Relationship Id="rId3" Type="http://schemas.openxmlformats.org/officeDocument/2006/relationships/image" Target="../media/image17.svg"/></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svg"/></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8.svg"/><Relationship Id="rId3" Type="http://schemas.openxmlformats.org/officeDocument/2006/relationships/image" Target="../media/image17.svg"/></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svg"/></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svg"/></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svg"/></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7.svg"/></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svg"/></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8.svg"/><Relationship Id="rId3" Type="http://schemas.openxmlformats.org/officeDocument/2006/relationships/image" Target="../media/image17.svg"/></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svg"/></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8.svg"/><Relationship Id="rId3" Type="http://schemas.openxmlformats.org/officeDocument/2006/relationships/image" Target="../media/image17.svg"/></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svg"/></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9.svg"/><Relationship Id="rId3" Type="http://schemas.openxmlformats.org/officeDocument/2006/relationships/image" Target="../media/image20.svg"/></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svg"/></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7.svg"/></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svg"/></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7.svg"/></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svg"/></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svg"/></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1.png"/><Relationship Id="rId3" Type="http://schemas.openxmlformats.org/officeDocument/2006/relationships/image" Target="../media/image4.svg"/></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svg"/></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2.svg"/></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8.svg"/><Relationship Id="rId3" Type="http://schemas.openxmlformats.org/officeDocument/2006/relationships/image" Target="../media/image17.svg"/></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eg"/><Relationship Id="rId3" Type="http://schemas.microsoft.com/office/2007/relationships/hdphoto" Target="../media/hdphoto1.wdp"/><Relationship Id="rId4" Type="http://schemas.openxmlformats.org/officeDocument/2006/relationships/image" Target="../media/image2.svg"/></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svg"/><Relationship Id="rId3" Type="http://schemas.openxmlformats.org/officeDocument/2006/relationships/image" Target="../media/image4.svg"/></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svg"/><Relationship Id="rId3" Type="http://schemas.openxmlformats.org/officeDocument/2006/relationships/image" Target="../media/image7.svg"/></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svg"/></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9.jpeg"/><Relationship Id="rId3" Type="http://schemas.openxmlformats.org/officeDocument/2006/relationships/image" Target="../media/image10.png"/><Relationship Id="rId4" Type="http://schemas.openxmlformats.org/officeDocument/2006/relationships/image" Target="../media/image4.svg"/></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1.jpeg"/><Relationship Id="rId3" Type="http://schemas.openxmlformats.org/officeDocument/2006/relationships/image" Target="../media/image10.png"/><Relationship Id="rId4" Type="http://schemas.openxmlformats.org/officeDocument/2006/relationships/image" Target="../media/image4.svg"/></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2.jpeg"/><Relationship Id="rId3" Type="http://schemas.openxmlformats.org/officeDocument/2006/relationships/image" Target="../media/image10.png"/><Relationship Id="rId4" Type="http://schemas.openxmlformats.org/officeDocument/2006/relationships/image" Target="../media/image4.svg"/></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3.jpeg"/><Relationship Id="rId3" Type="http://schemas.openxmlformats.org/officeDocument/2006/relationships/image" Target="../media/image10.png"/><Relationship Id="rId4" Type="http://schemas.openxmlformats.org/officeDocument/2006/relationships/image" Target="../media/image4.svg"/></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4.jpeg"/><Relationship Id="rId3" Type="http://schemas.openxmlformats.org/officeDocument/2006/relationships/image" Target="../media/image10.png"/><Relationship Id="rId4" Type="http://schemas.openxmlformats.org/officeDocument/2006/relationships/image" Target="../media/image4.svg"/></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5.svg"/><Relationship Id="rId3" Type="http://schemas.openxmlformats.org/officeDocument/2006/relationships/image" Target="../media/image4.svg"/></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svg"/></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6.svg"/></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8.svg"/></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svg"/></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8.svg"/></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svg"/></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7.svg"/></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svg"/></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8.svg"/></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svg"/></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8.svg"/></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svg"/></Relationships>
</file>

<file path=ppt/slideLayouts/_rels/slideLayout7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8.svg"/></Relationships>
</file>

<file path=ppt/slideLayouts/_rels/slideLayout7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svg"/></Relationships>
</file>

<file path=ppt/slideLayouts/_rels/slideLayout7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8.svg"/></Relationships>
</file>

<file path=ppt/slideLayouts/_rels/slideLayout7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svg"/></Relationships>
</file>

<file path=ppt/slideLayouts/_rels/slideLayout8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8.svg"/></Relationships>
</file>

<file path=ppt/slideLayouts/_rels/slideLayout8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svg"/></Relationships>
</file>

<file path=ppt/slideLayouts/_rels/slideLayout8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8.svg"/></Relationships>
</file>

<file path=ppt/slideLayouts/_rels/slideLayout8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svg"/></Relationships>
</file>

<file path=ppt/slideLayouts/_rels/slideLayout8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8.svg"/></Relationships>
</file>

<file path=ppt/slideLayouts/_rels/slideLayout8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svg"/></Relationships>
</file>

<file path=ppt/slideLayouts/_rels/slideLayout8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8.svg"/></Relationships>
</file>

<file path=ppt/slideLayouts/_rels/slideLayout8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svg"/></Relationships>
</file>

<file path=ppt/slideLayouts/_rels/slideLayout8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svg"/></Relationships>
</file>

<file path=ppt/slideLayouts/_rels/slideLayout8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svg"/></Relationships>
</file>

<file path=ppt/slideLayouts/_rels/slideLayout9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7.svg"/></Relationships>
</file>

<file path=ppt/slideLayouts/_rels/slideLayout9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svg"/></Relationships>
</file>

<file path=ppt/slideLayouts/_rels/slideLayout9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8.svg"/></Relationships>
</file>

<file path=ppt/slideLayouts/_rels/slideLayout9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svg"/></Relationships>
</file>

<file path=ppt/slideLayouts/_rels/slideLayout9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8.svg"/></Relationships>
</file>

<file path=ppt/slideLayouts/_rels/slideLayout9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svg"/></Relationships>
</file>

<file path=ppt/slideLayouts/_rels/slideLayout9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9.svg"/></Relationships>
</file>

<file path=ppt/slideLayouts/_rels/slideLayout9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svg"/></Relationships>
</file>

<file path=ppt/slideLayouts/_rels/slideLayout9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7.svg"/></Relationships>
</file>

<file path=ppt/slideLayouts/_rels/slideLayout9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svg"/></Relationships>
</file>

<file path=ppt/slideLayouts/_rels/slideLayout10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7.svg"/></Relationships>
</file>

<file path=ppt/slideLayouts/_rels/slideLayout10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svg"/></Relationships>
</file>

<file path=ppt/slideLayouts/_rels/slideLayout10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svg"/></Relationships>
</file>

<file path=ppt/slideLayouts/_rels/slideLayout10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1.png"/><Relationship Id="rId3" Type="http://schemas.openxmlformats.org/officeDocument/2006/relationships/image" Target="../media/image4.svg"/></Relationships>
</file>

<file path=ppt/slideLayouts/_rels/slideLayout10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svg"/></Relationships>
</file>

<file path=ppt/slideLayouts/_rels/slideLayout10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2.svg"/></Relationships>
</file>

<file path=ppt/slideLayouts/_rels/slideLayout10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8.svg"/></Relationships>
</file>

<file path=ppt/slideLayouts/_rels/slideLayout10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Presentation Title, Subtitle">
    <p:bg>
      <p:bgPr>
        <a:solidFill>
          <a:schemeClr val="bg1"/>
        </a:solidFill>
        <a:effectLst/>
      </p:bgPr>
    </p:bg>
    <p:spTree>
      <p:nvGrpSpPr>
        <p:cNvPr id="1" name=""/>
        <p:cNvGrpSpPr/>
        <p:nvPr/>
      </p:nvGrpSpPr>
      <p:grpSpPr>
        <a:xfrm>
          <a:off x="0" y="0"/>
          <a:ext cx="0" cy="0"/>
          <a:chOff x="0" y="0"/>
          <a:chExt cx="0" cy="0"/>
        </a:xfrm>
      </p:grpSpPr>
      <p:pic>
        <p:nvPicPr>
          <p:cNvPr id="13" name="Picture 12">
            <a:extLst>
              <a:ext uri="{FF2B5EF4-FFF2-40B4-BE49-F238E27FC236}">
                <a16:creationId xmlns:a16="http://schemas.microsoft.com/office/drawing/2014/main" id="{FD10952D-DE30-6FCD-1C26-B8C1FDB14C44}"/>
              </a:ext>
            </a:extLst>
          </p:cNvPr>
          <p:cNvPicPr>
            <a:picLocks noChangeAspect="1"/>
          </p:cNvPicPr>
          <p:nvPr/>
        </p:nvPicPr>
        <p:blipFill>
          <a:blip r:embed="rId2">
            <a:extLst>
              <a:ext uri="{BEBA8EAE-BF5A-486C-A8C5-ECC9F3942E4B}">
                <a14:imgProps xmlns:a14="http://schemas.microsoft.com/office/drawing/2010/main">
                  <a14:imgLayer r:embed="rId3">
                    <a14:imgEffect>
                      <a14:brightnessContrast bright="8000" contrast="39000"/>
                    </a14:imgEffect>
                  </a14:imgLayer>
                </a14:imgProps>
              </a:ext>
              <a:ext uri="{28A0092B-C50C-407E-A947-70E740481C1C}">
                <a14:useLocalDpi xmlns:a14="http://schemas.microsoft.com/office/drawing/2010/main"/>
              </a:ext>
            </a:extLst>
          </a:blip>
          <a:srcRect l="5555" t="5555"/>
          <a:stretch>
            <a:fillRect/>
          </a:stretch>
        </p:blipFill>
        <p:spPr>
          <a:xfrm flipH="1">
            <a:off x="0" y="-1"/>
            <a:ext cx="12192000" cy="6858001"/>
          </a:xfrm>
          <a:prstGeom prst="rect">
            <a:avLst/>
          </a:prstGeom>
        </p:spPr>
      </p:pic>
      <p:pic>
        <p:nvPicPr>
          <p:cNvPr id="5" name="Logo" descr="preencoded.png">
            <a:extLst>
              <a:ext uri="{FF2B5EF4-FFF2-40B4-BE49-F238E27FC236}">
                <a16:creationId xmlns:a16="http://schemas.microsoft.com/office/drawing/2014/main" id="{444D2225-0B72-F23D-3A3A-862838ED0DAD}"/>
              </a:ext>
            </a:extLst>
          </p:cNvPr>
          <p:cNvPicPr>
            <a:picLocks noChangeAspect="1"/>
          </p:cNvPicPr>
          <p:nvPr/>
        </p:nvPicPr>
        <p:blipFill>
          <a:blip>
            <a:extLst>
              <a:ext uri="{96DAC541-7B7A-43D3-8B79-37D633B846F1}">
                <asvg:svgBlip xmlns:asvg="http://schemas.microsoft.com/office/drawing/2016/SVG/main" r:embed="rId4"/>
              </a:ext>
            </a:extLst>
          </a:blip>
          <a:srcRect/>
          <a:stretch/>
        </p:blipFill>
        <p:spPr>
          <a:xfrm>
            <a:off x="419100" y="419100"/>
            <a:ext cx="1327152" cy="336551"/>
          </a:xfrm>
          <a:prstGeom prst="rect">
            <a:avLst/>
          </a:prstGeom>
        </p:spPr>
      </p:pic>
      <p:sp>
        <p:nvSpPr>
          <p:cNvPr id="6" name="Title 2">
            <a:extLst>
              <a:ext uri="{FF2B5EF4-FFF2-40B4-BE49-F238E27FC236}">
                <a16:creationId xmlns:a16="http://schemas.microsoft.com/office/drawing/2014/main" id="{93BE6416-D41E-422A-CD46-E5463E33AC04}"/>
              </a:ext>
            </a:extLst>
          </p:cNvPr>
          <p:cNvSpPr>
            <a:spLocks noGrp="1"/>
          </p:cNvSpPr>
          <p:nvPr>
            <p:ph type="title" hasCustomPrompt="1"/>
          </p:nvPr>
        </p:nvSpPr>
        <p:spPr>
          <a:xfrm>
            <a:off x="339725" y="3445344"/>
            <a:ext cx="5718175" cy="2446824"/>
          </a:xfrm>
          <a:prstGeom prst="rect">
            <a:avLst/>
          </a:prstGeom>
        </p:spPr>
        <p:txBody>
          <a:bodyPr wrap="square" lIns="27432" rIns="0" anchor="b">
            <a:spAutoFit/>
          </a:bodyPr>
          <a:lstStyle>
            <a:lvl1pPr>
              <a:lnSpc>
                <a:spcPct val="85000"/>
              </a:lnSpc>
              <a:defRPr sz="6000" b="0" i="0" spc="-170">
                <a:solidFill>
                  <a:schemeClr val="tx1"/>
                </a:solidFill>
                <a:latin typeface="Arial" panose="020B0604020202020204" pitchFamily="34" charset="0"/>
                <a:cs typeface="Arial" panose="020B0604020202020204" pitchFamily="34" charset="0"/>
              </a:defRPr>
            </a:lvl1pPr>
          </a:lstStyle>
          <a:p>
            <a:r>
              <a:rPr lang="en-US" dirty="0"/>
              <a:t>Presentation Name or Title Goes Here</a:t>
            </a:r>
          </a:p>
        </p:txBody>
      </p:sp>
      <p:sp>
        <p:nvSpPr>
          <p:cNvPr id="8" name="Text Placeholder 10">
            <a:extLst>
              <a:ext uri="{FF2B5EF4-FFF2-40B4-BE49-F238E27FC236}">
                <a16:creationId xmlns:a16="http://schemas.microsoft.com/office/drawing/2014/main" id="{8BB7A67F-CD27-2F0E-FD90-0EFC6E6C0CEB}"/>
              </a:ext>
            </a:extLst>
          </p:cNvPr>
          <p:cNvSpPr>
            <a:spLocks noGrp="1"/>
          </p:cNvSpPr>
          <p:nvPr>
            <p:ph type="body" sz="quarter" idx="13" hasCustomPrompt="1"/>
          </p:nvPr>
        </p:nvSpPr>
        <p:spPr>
          <a:xfrm>
            <a:off x="9944100" y="6218118"/>
            <a:ext cx="1908175" cy="320088"/>
          </a:xfrm>
          <a:prstGeom prst="rect">
            <a:avLst/>
          </a:prstGeom>
        </p:spPr>
        <p:txBody>
          <a:bodyPr wrap="square" lIns="73152" rIns="0">
            <a:spAutoFit/>
          </a:bodyPr>
          <a:lstStyle>
            <a:lvl1pPr marL="12700" indent="-12700" algn="r">
              <a:buNone/>
              <a:tabLst/>
              <a:defRPr sz="1600" b="1" i="0" spc="-40">
                <a:solidFill>
                  <a:schemeClr val="tx1"/>
                </a:solidFill>
                <a:latin typeface="Arial" panose="020B0604020202020204" pitchFamily="34" charset="0"/>
                <a:cs typeface="Arial" panose="020B0604020202020204" pitchFamily="34" charset="0"/>
              </a:defRPr>
            </a:lvl1pPr>
          </a:lstStyle>
          <a:p>
            <a:pPr lvl="0"/>
            <a:r>
              <a:rPr lang="en-US" dirty="0"/>
              <a:t>Month 2026</a:t>
            </a:r>
          </a:p>
        </p:txBody>
      </p:sp>
      <p:sp>
        <p:nvSpPr>
          <p:cNvPr id="9" name="Text Placeholder 10">
            <a:extLst>
              <a:ext uri="{FF2B5EF4-FFF2-40B4-BE49-F238E27FC236}">
                <a16:creationId xmlns:a16="http://schemas.microsoft.com/office/drawing/2014/main" id="{42BCA8D2-68CB-4711-404F-19C993424C5B}"/>
              </a:ext>
            </a:extLst>
          </p:cNvPr>
          <p:cNvSpPr>
            <a:spLocks noGrp="1"/>
          </p:cNvSpPr>
          <p:nvPr>
            <p:ph type="body" sz="quarter" idx="14" hasCustomPrompt="1"/>
          </p:nvPr>
        </p:nvSpPr>
        <p:spPr>
          <a:xfrm>
            <a:off x="339725" y="6224274"/>
            <a:ext cx="3811874" cy="313932"/>
          </a:xfrm>
          <a:prstGeom prst="rect">
            <a:avLst/>
          </a:prstGeom>
        </p:spPr>
        <p:txBody>
          <a:bodyPr wrap="square" lIns="73152" rIns="0" anchor="b">
            <a:spAutoFit/>
          </a:bodyPr>
          <a:lstStyle>
            <a:lvl1pPr marL="12700" marR="0" indent="-1270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1600" b="0" i="0" spc="-40">
                <a:solidFill>
                  <a:schemeClr val="tx1"/>
                </a:solidFill>
                <a:latin typeface="Arial" panose="020B0604020202020204" pitchFamily="34" charset="0"/>
                <a:cs typeface="Arial" panose="020B0604020202020204" pitchFamily="34" charset="0"/>
              </a:defRPr>
            </a:lvl1pPr>
          </a:lstStyle>
          <a:p>
            <a:pPr marL="12700" marR="0" lvl="0" indent="-1270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dirty="0"/>
              <a:t>Optional subtitle goes here</a:t>
            </a:r>
          </a:p>
        </p:txBody>
      </p:sp>
      <p:sp>
        <p:nvSpPr>
          <p:cNvPr id="2" name="TextBox 1">
            <a:extLst>
              <a:ext uri="{FF2B5EF4-FFF2-40B4-BE49-F238E27FC236}">
                <a16:creationId xmlns:a16="http://schemas.microsoft.com/office/drawing/2014/main" id="{8D49AD6C-421A-2E3D-F648-B03EEB84FF43}"/>
              </a:ext>
            </a:extLst>
          </p:cNvPr>
          <p:cNvSpPr txBox="1"/>
          <p:nvPr/>
        </p:nvSpPr>
        <p:spPr>
          <a:xfrm>
            <a:off x="14737976" y="-618565"/>
            <a:ext cx="83164" cy="307777"/>
          </a:xfrm>
          <a:prstGeom prst="rect">
            <a:avLst/>
          </a:prstGeom>
        </p:spPr>
        <p:txBody>
          <a:bodyPr spcFirstLastPara="1" wrap="none" lIns="82296" tIns="45720" rIns="0" bIns="45720" rtlCol="0" anchor="t" anchorCtr="0">
            <a:spAutoFit/>
          </a:bodyPr>
          <a:lstStyle/>
          <a:p>
            <a:pPr marL="0" indent="0" algn="l">
              <a:buClr>
                <a:schemeClr val="dk1"/>
              </a:buClr>
              <a:buSzPts val="1100"/>
              <a:buFont typeface="Arial"/>
              <a:buNone/>
            </a:pPr>
            <a:endParaRPr lang="en-US" sz="1400" dirty="0">
              <a:solidFill>
                <a:schemeClr val="tx2"/>
              </a:solidFill>
              <a:latin typeface="+mj-lt"/>
            </a:endParaRPr>
          </a:p>
        </p:txBody>
      </p:sp>
      <p:pic>
        <p:nvPicPr>
          <p:cNvPr id="3" name="Picture 2">
            <a:extLst>
              <a:ext uri="{FF2B5EF4-FFF2-40B4-BE49-F238E27FC236}">
                <a16:creationId xmlns:a16="http://schemas.microsoft.com/office/drawing/2014/main" id="{058B29DD-080A-CE13-DAD6-168F8A2A4375}"/>
              </a:ext>
            </a:extLst>
          </p:cNvPr>
          <p:cNvPicPr>
            <a:picLocks noChangeAspect="1"/>
          </p:cNvPicPr>
          <p:nvPr/>
        </p:nvPicPr>
        <p:blipFill>
          <a:blip r:embed="rId2">
            <a:extLst>
              <a:ext uri="{BEBA8EAE-BF5A-486C-A8C5-ECC9F3942E4B}">
                <a14:imgProps xmlns:a14="http://schemas.microsoft.com/office/drawing/2010/main">
                  <a14:imgLayer r:embed="rId3">
                    <a14:imgEffect>
                      <a14:brightnessContrast bright="8000" contrast="39000"/>
                    </a14:imgEffect>
                  </a14:imgLayer>
                </a14:imgProps>
              </a:ext>
              <a:ext uri="{28A0092B-C50C-407E-A947-70E740481C1C}">
                <a14:useLocalDpi xmlns:a14="http://schemas.microsoft.com/office/drawing/2010/main"/>
              </a:ext>
            </a:extLst>
          </a:blip>
          <a:srcRect l="5555" t="5555"/>
          <a:stretch>
            <a:fillRect/>
          </a:stretch>
        </p:blipFill>
        <p:spPr>
          <a:xfrm flipH="1">
            <a:off x="0" y="-1"/>
            <a:ext cx="12192000" cy="6858001"/>
          </a:xfrm>
          <a:prstGeom prst="rect">
            <a:avLst/>
          </a:prstGeom>
        </p:spPr>
      </p:pic>
      <p:pic>
        <p:nvPicPr>
          <p:cNvPr id="4" name="Logo" descr="preencoded.png">
            <a:extLst>
              <a:ext uri="{FF2B5EF4-FFF2-40B4-BE49-F238E27FC236}">
                <a16:creationId xmlns:a16="http://schemas.microsoft.com/office/drawing/2014/main" id="{AD317206-D91F-1336-CC8E-1F966C0D7D7E}"/>
              </a:ext>
            </a:extLst>
          </p:cNvPr>
          <p:cNvPicPr>
            <a:picLocks noChangeAspect="1"/>
          </p:cNvPicPr>
          <p:nvPr/>
        </p:nvPicPr>
        <p:blipFill>
          <a:blip>
            <a:extLst>
              <a:ext uri="{96DAC541-7B7A-43D3-8B79-37D633B846F1}">
                <asvg:svgBlip xmlns:asvg="http://schemas.microsoft.com/office/drawing/2016/SVG/main" r:embed="rId4"/>
              </a:ext>
            </a:extLst>
          </a:blip>
          <a:srcRect/>
          <a:stretch/>
        </p:blipFill>
        <p:spPr>
          <a:xfrm>
            <a:off x="419100" y="419100"/>
            <a:ext cx="1327152" cy="336551"/>
          </a:xfrm>
          <a:prstGeom prst="rect">
            <a:avLst/>
          </a:prstGeom>
        </p:spPr>
      </p:pic>
      <p:sp>
        <p:nvSpPr>
          <p:cNvPr id="7" name="TextBox 6">
            <a:extLst>
              <a:ext uri="{FF2B5EF4-FFF2-40B4-BE49-F238E27FC236}">
                <a16:creationId xmlns:a16="http://schemas.microsoft.com/office/drawing/2014/main" id="{5DDB8055-86D8-8523-039D-70EFE0ED66D1}"/>
              </a:ext>
            </a:extLst>
          </p:cNvPr>
          <p:cNvSpPr txBox="1"/>
          <p:nvPr/>
        </p:nvSpPr>
        <p:spPr>
          <a:xfrm>
            <a:off x="14737976" y="-618565"/>
            <a:ext cx="83164" cy="307777"/>
          </a:xfrm>
          <a:prstGeom prst="rect">
            <a:avLst/>
          </a:prstGeom>
        </p:spPr>
        <p:txBody>
          <a:bodyPr spcFirstLastPara="1" wrap="none" lIns="82296" tIns="45720" rIns="0" bIns="45720" rtlCol="0" anchor="t" anchorCtr="0">
            <a:spAutoFit/>
          </a:bodyPr>
          <a:lstStyle/>
          <a:p>
            <a:pPr marL="0" indent="0" algn="l">
              <a:buClr>
                <a:schemeClr val="dk1"/>
              </a:buClr>
              <a:buSzPts val="1100"/>
              <a:buFont typeface="Arial"/>
              <a:buNone/>
            </a:pPr>
            <a:endParaRPr lang="en-US" sz="1400" dirty="0">
              <a:solidFill>
                <a:schemeClr val="tx2"/>
              </a:solidFill>
              <a:latin typeface="+mj-lt"/>
            </a:endParaRPr>
          </a:p>
        </p:txBody>
      </p:sp>
    </p:spTree>
    <p:extLst>
      <p:ext uri="{BB962C8B-B14F-4D97-AF65-F5344CB8AC3E}">
        <p14:creationId xmlns:p14="http://schemas.microsoft.com/office/powerpoint/2010/main" val="1399001367"/>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p:cSld name="Divider Signal Blue">
    <p:bg>
      <p:bgPr>
        <a:solidFill>
          <a:schemeClr val="accent1"/>
        </a:solidFill>
        <a:effectLst/>
      </p:bgPr>
    </p:bg>
    <p:spTree>
      <p:nvGrpSpPr>
        <p:cNvPr id="1" name=""/>
        <p:cNvGrpSpPr/>
        <p:nvPr/>
      </p:nvGrpSpPr>
      <p:grpSpPr>
        <a:xfrm>
          <a:off x="0" y="0"/>
          <a:ext cx="0" cy="0"/>
          <a:chOff x="0" y="0"/>
          <a:chExt cx="0" cy="0"/>
        </a:xfrm>
      </p:grpSpPr>
      <p:pic>
        <p:nvPicPr>
          <p:cNvPr id="3" name="Group 197" descr="preencoded.png">
            <a:extLst>
              <a:ext uri="{FF2B5EF4-FFF2-40B4-BE49-F238E27FC236}">
                <a16:creationId xmlns:a16="http://schemas.microsoft.com/office/drawing/2014/main" id="{51A8D2AF-7E0C-0AF4-43D7-6E68396E4D8F}"/>
              </a:ext>
            </a:extLst>
          </p:cNvPr>
          <p:cNvPicPr>
            <a:picLocks noChangeAspect="1"/>
          </p:cNvPicPr>
          <p:nvPr/>
        </p:nvPicPr>
        <p:blipFill>
          <a:blip>
            <a:extLst>
              <a:ext uri="{96DAC541-7B7A-43D3-8B79-37D633B846F1}">
                <asvg:svgBlip xmlns:asvg="http://schemas.microsoft.com/office/drawing/2016/SVG/main" r:embed="rId2"/>
              </a:ext>
            </a:extLst>
          </a:blip>
          <a:srcRect/>
          <a:stretch/>
        </p:blipFill>
        <p:spPr>
          <a:xfrm>
            <a:off x="0" y="0"/>
            <a:ext cx="4718050" cy="6858000"/>
          </a:xfrm>
          <a:prstGeom prst="rect">
            <a:avLst/>
          </a:prstGeom>
        </p:spPr>
      </p:pic>
      <p:pic>
        <p:nvPicPr>
          <p:cNvPr id="7" name="Logo" descr="preencoded.png">
            <a:extLst>
              <a:ext uri="{FF2B5EF4-FFF2-40B4-BE49-F238E27FC236}">
                <a16:creationId xmlns:a16="http://schemas.microsoft.com/office/drawing/2014/main" id="{81A6D0E4-19D6-A8B1-AE88-0D5213F7E370}"/>
              </a:ext>
            </a:extLst>
          </p:cNvPr>
          <p:cNvPicPr>
            <a:picLocks noChangeAspect="1"/>
          </p:cNvPicPr>
          <p:nvPr/>
        </p:nvPicPr>
        <p:blipFill>
          <a:blip>
            <a:extLst>
              <a:ext uri="{96DAC541-7B7A-43D3-8B79-37D633B846F1}">
                <asvg:svgBlip xmlns:asvg="http://schemas.microsoft.com/office/drawing/2016/SVG/main" r:embed="rId3"/>
              </a:ext>
            </a:extLst>
          </a:blip>
          <a:srcRect/>
          <a:stretch/>
        </p:blipFill>
        <p:spPr>
          <a:xfrm>
            <a:off x="10902950" y="419100"/>
            <a:ext cx="869950" cy="222250"/>
          </a:xfrm>
          <a:prstGeom prst="rect">
            <a:avLst/>
          </a:prstGeom>
        </p:spPr>
      </p:pic>
      <p:sp>
        <p:nvSpPr>
          <p:cNvPr id="4" name="Title 1">
            <a:extLst>
              <a:ext uri="{FF2B5EF4-FFF2-40B4-BE49-F238E27FC236}">
                <a16:creationId xmlns:a16="http://schemas.microsoft.com/office/drawing/2014/main" id="{450C5E51-178B-176D-0130-2BE8EFF3DC6B}"/>
              </a:ext>
            </a:extLst>
          </p:cNvPr>
          <p:cNvSpPr>
            <a:spLocks noGrp="1"/>
          </p:cNvSpPr>
          <p:nvPr>
            <p:ph type="title" hasCustomPrompt="1"/>
          </p:nvPr>
        </p:nvSpPr>
        <p:spPr>
          <a:xfrm>
            <a:off x="339633" y="2892314"/>
            <a:ext cx="10480767" cy="1073371"/>
          </a:xfrm>
          <a:prstGeom prst="rect">
            <a:avLst/>
          </a:prstGeom>
        </p:spPr>
        <p:txBody>
          <a:bodyPr wrap="square" lIns="9144" rIns="0">
            <a:spAutoFit/>
          </a:bodyPr>
          <a:lstStyle>
            <a:lvl1pPr>
              <a:lnSpc>
                <a:spcPct val="85000"/>
              </a:lnSpc>
              <a:defRPr sz="7500">
                <a:solidFill>
                  <a:schemeClr val="bg1"/>
                </a:solidFill>
              </a:defRPr>
            </a:lvl1pPr>
          </a:lstStyle>
          <a:p>
            <a:r>
              <a:rPr lang="en-US" dirty="0"/>
              <a:t>Section Title</a:t>
            </a:r>
          </a:p>
        </p:txBody>
      </p:sp>
      <p:sp>
        <p:nvSpPr>
          <p:cNvPr id="8" name="2026 Western Digital Corporation All rights reserved">
            <a:extLst>
              <a:ext uri="{FF2B5EF4-FFF2-40B4-BE49-F238E27FC236}">
                <a16:creationId xmlns:a16="http://schemas.microsoft.com/office/drawing/2014/main" id="{D5BD7DCF-7E2A-1192-F4AA-30FB9E8B0299}"/>
              </a:ext>
            </a:extLst>
          </p:cNvPr>
          <p:cNvSpPr/>
          <p:nvPr/>
        </p:nvSpPr>
        <p:spPr>
          <a:xfrm>
            <a:off x="419100" y="6638989"/>
            <a:ext cx="2794000" cy="92589"/>
          </a:xfrm>
          <a:prstGeom prst="rect">
            <a:avLst/>
          </a:prstGeom>
          <a:noFill/>
          <a:ln/>
        </p:spPr>
        <p:txBody>
          <a:bodyPr wrap="square" lIns="0" tIns="0" rIns="0" bIns="0" rtlCol="0" anchor="t">
            <a:spAutoFit/>
          </a:bodyPr>
          <a:lstStyle/>
          <a:p>
            <a:pPr>
              <a:lnSpc>
                <a:spcPct val="75000"/>
              </a:lnSpc>
            </a:pPr>
            <a:r>
              <a:rPr lang="en-US" sz="800" b="0" i="0" dirty="0">
                <a:solidFill>
                  <a:schemeClr val="bg1"/>
                </a:solidFill>
                <a:latin typeface="Arial" panose="020B0604020202020204" pitchFamily="34" charset="0"/>
                <a:ea typeface="Arial" pitchFamily="34" charset="-122"/>
                <a:cs typeface="Arial" panose="020B0604020202020204" pitchFamily="34" charset="0"/>
              </a:rPr>
              <a:t>©  2026 Western Digital Corporation. All rights reserved.</a:t>
            </a:r>
            <a:endParaRPr lang="en-US" sz="800" b="0" i="0" dirty="0">
              <a:solidFill>
                <a:schemeClr val="bg1"/>
              </a:solidFill>
              <a:latin typeface="Arial" panose="020B0604020202020204" pitchFamily="34" charset="0"/>
              <a:cs typeface="Arial" panose="020B0604020202020204" pitchFamily="34" charset="0"/>
            </a:endParaRPr>
          </a:p>
        </p:txBody>
      </p:sp>
      <p:sp>
        <p:nvSpPr>
          <p:cNvPr id="9" name="Slide Number Placeholder 1">
            <a:extLst>
              <a:ext uri="{FF2B5EF4-FFF2-40B4-BE49-F238E27FC236}">
                <a16:creationId xmlns:a16="http://schemas.microsoft.com/office/drawing/2014/main" id="{7C2EB268-A146-B69B-39B1-B0DF171D2FBF}"/>
              </a:ext>
            </a:extLst>
          </p:cNvPr>
          <p:cNvSpPr txBox="1">
            <a:spLocks/>
          </p:cNvSpPr>
          <p:nvPr/>
        </p:nvSpPr>
        <p:spPr>
          <a:xfrm>
            <a:off x="11215668" y="6562157"/>
            <a:ext cx="658832" cy="215444"/>
          </a:xfrm>
          <a:prstGeom prst="rect">
            <a:avLst/>
          </a:prstGeom>
        </p:spPr>
        <p:txBody>
          <a:bodyPr vert="horz" lIns="91440" tIns="45720" rIns="0" bIns="45720" rtlCol="0" anchor="ctr">
            <a:spAutoFit/>
          </a:bodyPr>
          <a:lstStyle>
            <a:defPPr>
              <a:defRPr lang="en-US"/>
            </a:defPPr>
            <a:lvl1pPr marL="0" algn="r" defTabSz="914400" rtl="0" eaLnBrk="1" latinLnBrk="0" hangingPunct="1">
              <a:defRPr sz="800" b="0" i="0" kern="1200">
                <a:solidFill>
                  <a:schemeClr val="tx1"/>
                </a:solidFill>
                <a:latin typeface="FK Grotesk Neue" panose="020B0503020202020203" pitchFamily="34"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D145F2E3-D340-3A42-B79C-DEE7963689C5}" type="slidenum">
              <a:rPr lang="en-US" smtClean="0">
                <a:solidFill>
                  <a:schemeClr val="bg1"/>
                </a:solidFill>
                <a:latin typeface="Arial" panose="020B0604020202020204" pitchFamily="34" charset="0"/>
                <a:cs typeface="Arial" panose="020B0604020202020204" pitchFamily="34" charset="0"/>
              </a:rPr>
              <a:pPr/>
              <a:t>‹#›</a:t>
            </a:fld>
            <a:endParaRPr lang="en-US" dirty="0">
              <a:solidFill>
                <a:schemeClr val="bg1"/>
              </a:solidFill>
              <a:latin typeface="Arial" panose="020B0604020202020204" pitchFamily="34" charset="0"/>
              <a:cs typeface="Arial" panose="020B0604020202020204" pitchFamily="34" charset="0"/>
            </a:endParaRPr>
          </a:p>
        </p:txBody>
      </p:sp>
      <p:sp>
        <p:nvSpPr>
          <p:cNvPr id="10" name="WD Confidential">
            <a:extLst>
              <a:ext uri="{FF2B5EF4-FFF2-40B4-BE49-F238E27FC236}">
                <a16:creationId xmlns:a16="http://schemas.microsoft.com/office/drawing/2014/main" id="{81A61111-DE25-4C61-E0B4-6B599695291B}"/>
              </a:ext>
            </a:extLst>
          </p:cNvPr>
          <p:cNvSpPr/>
          <p:nvPr/>
        </p:nvSpPr>
        <p:spPr>
          <a:xfrm>
            <a:off x="8991600" y="6638990"/>
            <a:ext cx="1244600" cy="92589"/>
          </a:xfrm>
          <a:prstGeom prst="rect">
            <a:avLst/>
          </a:prstGeom>
          <a:noFill/>
          <a:ln/>
        </p:spPr>
        <p:txBody>
          <a:bodyPr wrap="square" lIns="0" tIns="0" rIns="0" bIns="0" rtlCol="0" anchor="t">
            <a:spAutoFit/>
          </a:bodyPr>
          <a:lstStyle/>
          <a:p>
            <a:pPr>
              <a:lnSpc>
                <a:spcPct val="75000"/>
              </a:lnSpc>
            </a:pPr>
            <a:r>
              <a:rPr lang="en-US" sz="800" b="0" i="0" dirty="0">
                <a:solidFill>
                  <a:schemeClr val="bg1"/>
                </a:solidFill>
                <a:latin typeface="Arial" panose="020B0604020202020204" pitchFamily="34" charset="0"/>
                <a:ea typeface="Arial" pitchFamily="34" charset="-122"/>
                <a:cs typeface="Arial" panose="020B0604020202020204" pitchFamily="34" charset="0"/>
              </a:rPr>
              <a:t>WD CONFIDENTIAL</a:t>
            </a:r>
            <a:endParaRPr lang="en-US" sz="800" b="0" i="0" dirty="0">
              <a:solidFill>
                <a:schemeClr val="bg1"/>
              </a:solidFill>
              <a:latin typeface="Arial" panose="020B0604020202020204" pitchFamily="34" charset="0"/>
              <a:cs typeface="Arial" panose="020B0604020202020204" pitchFamily="34" charset="0"/>
            </a:endParaRPr>
          </a:p>
        </p:txBody>
      </p:sp>
      <p:pic>
        <p:nvPicPr>
          <p:cNvPr id="2" name="Group 197" descr="preencoded.png">
            <a:extLst>
              <a:ext uri="{FF2B5EF4-FFF2-40B4-BE49-F238E27FC236}">
                <a16:creationId xmlns:a16="http://schemas.microsoft.com/office/drawing/2014/main" id="{4B8A1DC3-C7F2-0815-D274-288BE1E63E17}"/>
              </a:ext>
            </a:extLst>
          </p:cNvPr>
          <p:cNvPicPr>
            <a:picLocks noChangeAspect="1"/>
          </p:cNvPicPr>
          <p:nvPr/>
        </p:nvPicPr>
        <p:blipFill>
          <a:blip>
            <a:extLst>
              <a:ext uri="{96DAC541-7B7A-43D3-8B79-37D633B846F1}">
                <asvg:svgBlip xmlns:asvg="http://schemas.microsoft.com/office/drawing/2016/SVG/main" r:embed="rId4"/>
              </a:ext>
            </a:extLst>
          </a:blip>
          <a:srcRect/>
          <a:stretch/>
        </p:blipFill>
        <p:spPr>
          <a:xfrm>
            <a:off x="0" y="0"/>
            <a:ext cx="4718050" cy="6858000"/>
          </a:xfrm>
          <a:prstGeom prst="rect">
            <a:avLst/>
          </a:prstGeom>
        </p:spPr>
      </p:pic>
      <p:pic>
        <p:nvPicPr>
          <p:cNvPr id="5" name="Logo" descr="preencoded.png">
            <a:extLst>
              <a:ext uri="{FF2B5EF4-FFF2-40B4-BE49-F238E27FC236}">
                <a16:creationId xmlns:a16="http://schemas.microsoft.com/office/drawing/2014/main" id="{31E83117-2520-4E9C-E79D-5E07E8A7AFF6}"/>
              </a:ext>
            </a:extLst>
          </p:cNvPr>
          <p:cNvPicPr>
            <a:picLocks noChangeAspect="1"/>
          </p:cNvPicPr>
          <p:nvPr/>
        </p:nvPicPr>
        <p:blipFill>
          <a:blip>
            <a:extLst>
              <a:ext uri="{96DAC541-7B7A-43D3-8B79-37D633B846F1}">
                <asvg:svgBlip xmlns:asvg="http://schemas.microsoft.com/office/drawing/2016/SVG/main" r:embed="rId3"/>
              </a:ext>
            </a:extLst>
          </a:blip>
          <a:srcRect/>
          <a:stretch/>
        </p:blipFill>
        <p:spPr>
          <a:xfrm>
            <a:off x="10902950" y="419100"/>
            <a:ext cx="869950" cy="222250"/>
          </a:xfrm>
          <a:prstGeom prst="rect">
            <a:avLst/>
          </a:prstGeom>
        </p:spPr>
      </p:pic>
      <p:sp>
        <p:nvSpPr>
          <p:cNvPr id="6" name="2026 Western Digital Corporation All rights reserved">
            <a:extLst>
              <a:ext uri="{FF2B5EF4-FFF2-40B4-BE49-F238E27FC236}">
                <a16:creationId xmlns:a16="http://schemas.microsoft.com/office/drawing/2014/main" id="{0A8399F9-4C95-FE3A-F317-9812913D2A36}"/>
              </a:ext>
            </a:extLst>
          </p:cNvPr>
          <p:cNvSpPr/>
          <p:nvPr/>
        </p:nvSpPr>
        <p:spPr>
          <a:xfrm>
            <a:off x="419100" y="6638989"/>
            <a:ext cx="2794000" cy="92589"/>
          </a:xfrm>
          <a:prstGeom prst="rect">
            <a:avLst/>
          </a:prstGeom>
          <a:noFill/>
          <a:ln/>
        </p:spPr>
        <p:txBody>
          <a:bodyPr wrap="square" lIns="0" tIns="0" rIns="0" bIns="0" rtlCol="0" anchor="t">
            <a:spAutoFit/>
          </a:bodyPr>
          <a:lstStyle/>
          <a:p>
            <a:pPr>
              <a:lnSpc>
                <a:spcPct val="75000"/>
              </a:lnSpc>
            </a:pPr>
            <a:r>
              <a:rPr lang="en-US" sz="800" b="0" i="0" dirty="0">
                <a:solidFill>
                  <a:schemeClr val="bg1"/>
                </a:solidFill>
                <a:latin typeface="Arial" panose="020B0604020202020204" pitchFamily="34" charset="0"/>
                <a:ea typeface="Arial" pitchFamily="34" charset="-122"/>
                <a:cs typeface="Arial" panose="020B0604020202020204" pitchFamily="34" charset="0"/>
              </a:rPr>
              <a:t>©  2026 Western Digital Corporation. All rights reserved.</a:t>
            </a:r>
            <a:endParaRPr lang="en-US" sz="800" b="0" i="0" dirty="0">
              <a:solidFill>
                <a:schemeClr val="bg1"/>
              </a:solidFill>
              <a:latin typeface="Arial" panose="020B0604020202020204" pitchFamily="34" charset="0"/>
              <a:cs typeface="Arial" panose="020B0604020202020204" pitchFamily="34" charset="0"/>
            </a:endParaRPr>
          </a:p>
        </p:txBody>
      </p:sp>
      <p:sp>
        <p:nvSpPr>
          <p:cNvPr id="11" name="Slide Number Placeholder 1">
            <a:extLst>
              <a:ext uri="{FF2B5EF4-FFF2-40B4-BE49-F238E27FC236}">
                <a16:creationId xmlns:a16="http://schemas.microsoft.com/office/drawing/2014/main" id="{D226227E-BAEF-CDE3-90B0-7ECD14B3EF38}"/>
              </a:ext>
            </a:extLst>
          </p:cNvPr>
          <p:cNvSpPr txBox="1">
            <a:spLocks/>
          </p:cNvSpPr>
          <p:nvPr/>
        </p:nvSpPr>
        <p:spPr>
          <a:xfrm>
            <a:off x="11215668" y="6562157"/>
            <a:ext cx="658832" cy="215444"/>
          </a:xfrm>
          <a:prstGeom prst="rect">
            <a:avLst/>
          </a:prstGeom>
        </p:spPr>
        <p:txBody>
          <a:bodyPr vert="horz" lIns="91440" tIns="45720" rIns="0" bIns="45720" rtlCol="0" anchor="ctr">
            <a:spAutoFit/>
          </a:bodyPr>
          <a:lstStyle>
            <a:defPPr>
              <a:defRPr lang="en-US"/>
            </a:defPPr>
            <a:lvl1pPr marL="0" algn="r" defTabSz="914400" rtl="0" eaLnBrk="1" latinLnBrk="0" hangingPunct="1">
              <a:defRPr sz="800" b="0" i="0" kern="1200">
                <a:solidFill>
                  <a:schemeClr val="tx1"/>
                </a:solidFill>
                <a:latin typeface="FK Grotesk Neue" panose="020B0503020202020203" pitchFamily="34"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D145F2E3-D340-3A42-B79C-DEE7963689C5}" type="slidenum">
              <a:rPr lang="en-US" smtClean="0">
                <a:solidFill>
                  <a:schemeClr val="bg1"/>
                </a:solidFill>
                <a:latin typeface="Arial" panose="020B0604020202020204" pitchFamily="34" charset="0"/>
                <a:cs typeface="Arial" panose="020B0604020202020204" pitchFamily="34" charset="0"/>
              </a:rPr>
              <a:pPr/>
              <a:t>‹#›</a:t>
            </a:fld>
            <a:endParaRPr lang="en-US" dirty="0">
              <a:solidFill>
                <a:schemeClr val="bg1"/>
              </a:solidFill>
              <a:latin typeface="Arial" panose="020B0604020202020204" pitchFamily="34" charset="0"/>
              <a:cs typeface="Arial" panose="020B0604020202020204" pitchFamily="34" charset="0"/>
            </a:endParaRPr>
          </a:p>
        </p:txBody>
      </p:sp>
      <p:sp>
        <p:nvSpPr>
          <p:cNvPr id="12" name="WD Confidential">
            <a:extLst>
              <a:ext uri="{FF2B5EF4-FFF2-40B4-BE49-F238E27FC236}">
                <a16:creationId xmlns:a16="http://schemas.microsoft.com/office/drawing/2014/main" id="{28D55F3E-1E80-4BEF-005B-183FC593CC43}"/>
              </a:ext>
            </a:extLst>
          </p:cNvPr>
          <p:cNvSpPr/>
          <p:nvPr/>
        </p:nvSpPr>
        <p:spPr>
          <a:xfrm>
            <a:off x="8991600" y="6638990"/>
            <a:ext cx="1244600" cy="92589"/>
          </a:xfrm>
          <a:prstGeom prst="rect">
            <a:avLst/>
          </a:prstGeom>
          <a:noFill/>
          <a:ln/>
        </p:spPr>
        <p:txBody>
          <a:bodyPr wrap="square" lIns="0" tIns="0" rIns="0" bIns="0" rtlCol="0" anchor="t">
            <a:spAutoFit/>
          </a:bodyPr>
          <a:lstStyle/>
          <a:p>
            <a:pPr>
              <a:lnSpc>
                <a:spcPct val="75000"/>
              </a:lnSpc>
            </a:pPr>
            <a:r>
              <a:rPr lang="en-US" sz="800" b="0" i="0" dirty="0">
                <a:solidFill>
                  <a:schemeClr val="bg1"/>
                </a:solidFill>
                <a:latin typeface="Arial" panose="020B0604020202020204" pitchFamily="34" charset="0"/>
                <a:ea typeface="Arial" pitchFamily="34" charset="-122"/>
                <a:cs typeface="Arial" panose="020B0604020202020204" pitchFamily="34" charset="0"/>
              </a:rPr>
              <a:t>WD CONFIDENTIAL</a:t>
            </a:r>
            <a:endParaRPr lang="en-US" sz="800" b="0" i="0" dirty="0">
              <a:solidFill>
                <a:schemeClr val="bg1"/>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84214027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cSld name="Divider Sync Green">
    <p:bg>
      <p:bgPr>
        <a:solidFill>
          <a:schemeClr val="accent4"/>
        </a:solidFill>
        <a:effectLst/>
      </p:bgPr>
    </p:bg>
    <p:spTree>
      <p:nvGrpSpPr>
        <p:cNvPr id="1" name=""/>
        <p:cNvGrpSpPr/>
        <p:nvPr/>
      </p:nvGrpSpPr>
      <p:grpSpPr>
        <a:xfrm>
          <a:off x="0" y="0"/>
          <a:ext cx="0" cy="0"/>
          <a:chOff x="0" y="0"/>
          <a:chExt cx="0" cy="0"/>
        </a:xfrm>
      </p:grpSpPr>
      <p:pic>
        <p:nvPicPr>
          <p:cNvPr id="3" name="Pattern 8" descr="preencoded.png">
            <a:extLst>
              <a:ext uri="{FF2B5EF4-FFF2-40B4-BE49-F238E27FC236}">
                <a16:creationId xmlns:a16="http://schemas.microsoft.com/office/drawing/2014/main" id="{492EA7CD-5111-530E-136C-AE4F91E2B1B0}"/>
              </a:ext>
            </a:extLst>
          </p:cNvPr>
          <p:cNvPicPr>
            <a:picLocks noChangeAspect="1"/>
          </p:cNvPicPr>
          <p:nvPr/>
        </p:nvPicPr>
        <p:blipFill>
          <a:blip>
            <a:extLst>
              <a:ext uri="{96DAC541-7B7A-43D3-8B79-37D633B846F1}">
                <asvg:svgBlip xmlns:asvg="http://schemas.microsoft.com/office/drawing/2016/SVG/main" r:embed="rId2"/>
              </a:ext>
            </a:extLst>
          </a:blip>
          <a:srcRect/>
          <a:stretch/>
        </p:blipFill>
        <p:spPr>
          <a:xfrm>
            <a:off x="0" y="0"/>
            <a:ext cx="4737100" cy="6858000"/>
          </a:xfrm>
          <a:prstGeom prst="rect">
            <a:avLst/>
          </a:prstGeom>
        </p:spPr>
      </p:pic>
      <p:pic>
        <p:nvPicPr>
          <p:cNvPr id="5" name="Logo" descr="preencoded.png">
            <a:extLst>
              <a:ext uri="{FF2B5EF4-FFF2-40B4-BE49-F238E27FC236}">
                <a16:creationId xmlns:a16="http://schemas.microsoft.com/office/drawing/2014/main" id="{3CA8747C-2F9D-A88F-9F56-4F0E69FCC703}"/>
              </a:ext>
            </a:extLst>
          </p:cNvPr>
          <p:cNvPicPr>
            <a:picLocks noChangeAspect="1"/>
          </p:cNvPicPr>
          <p:nvPr/>
        </p:nvPicPr>
        <p:blipFill>
          <a:blip>
            <a:extLst>
              <a:ext uri="{96DAC541-7B7A-43D3-8B79-37D633B846F1}">
                <asvg:svgBlip xmlns:asvg="http://schemas.microsoft.com/office/drawing/2016/SVG/main" r:embed="rId3"/>
              </a:ext>
            </a:extLst>
          </a:blip>
          <a:srcRect/>
          <a:stretch/>
        </p:blipFill>
        <p:spPr>
          <a:xfrm>
            <a:off x="10902950" y="419100"/>
            <a:ext cx="869950" cy="222250"/>
          </a:xfrm>
          <a:prstGeom prst="rect">
            <a:avLst/>
          </a:prstGeom>
        </p:spPr>
      </p:pic>
      <p:sp>
        <p:nvSpPr>
          <p:cNvPr id="4" name="Title 1">
            <a:extLst>
              <a:ext uri="{FF2B5EF4-FFF2-40B4-BE49-F238E27FC236}">
                <a16:creationId xmlns:a16="http://schemas.microsoft.com/office/drawing/2014/main" id="{99F02862-025A-1C91-8D4A-A286A326F9CE}"/>
              </a:ext>
            </a:extLst>
          </p:cNvPr>
          <p:cNvSpPr>
            <a:spLocks noGrp="1"/>
          </p:cNvSpPr>
          <p:nvPr>
            <p:ph type="title" hasCustomPrompt="1"/>
          </p:nvPr>
        </p:nvSpPr>
        <p:spPr>
          <a:xfrm>
            <a:off x="339633" y="2892314"/>
            <a:ext cx="10480767" cy="1073371"/>
          </a:xfrm>
          <a:prstGeom prst="rect">
            <a:avLst/>
          </a:prstGeom>
        </p:spPr>
        <p:txBody>
          <a:bodyPr wrap="square" lIns="9144" rIns="0">
            <a:spAutoFit/>
          </a:bodyPr>
          <a:lstStyle>
            <a:lvl1pPr>
              <a:lnSpc>
                <a:spcPct val="85000"/>
              </a:lnSpc>
              <a:defRPr sz="7500">
                <a:solidFill>
                  <a:schemeClr val="tx2"/>
                </a:solidFill>
              </a:defRPr>
            </a:lvl1pPr>
          </a:lstStyle>
          <a:p>
            <a:r>
              <a:rPr lang="en-US" dirty="0"/>
              <a:t>Section Title</a:t>
            </a:r>
          </a:p>
        </p:txBody>
      </p:sp>
      <p:sp>
        <p:nvSpPr>
          <p:cNvPr id="7" name="2026 Western Digital Corporation All rights reserved">
            <a:extLst>
              <a:ext uri="{FF2B5EF4-FFF2-40B4-BE49-F238E27FC236}">
                <a16:creationId xmlns:a16="http://schemas.microsoft.com/office/drawing/2014/main" id="{43543C3C-242D-5BA5-F4DC-085A79D21018}"/>
              </a:ext>
            </a:extLst>
          </p:cNvPr>
          <p:cNvSpPr/>
          <p:nvPr/>
        </p:nvSpPr>
        <p:spPr>
          <a:xfrm>
            <a:off x="419100" y="6638989"/>
            <a:ext cx="2794000" cy="92589"/>
          </a:xfrm>
          <a:prstGeom prst="rect">
            <a:avLst/>
          </a:prstGeom>
          <a:noFill/>
          <a:ln/>
        </p:spPr>
        <p:txBody>
          <a:bodyPr wrap="square" lIns="0" tIns="0" rIns="0" bIns="0" rtlCol="0" anchor="t">
            <a:spAutoFit/>
          </a:bodyPr>
          <a:lstStyle/>
          <a:p>
            <a:pPr>
              <a:lnSpc>
                <a:spcPct val="75000"/>
              </a:lnSpc>
            </a:pPr>
            <a:r>
              <a:rPr lang="en-US" sz="800" b="0" i="0" dirty="0">
                <a:solidFill>
                  <a:schemeClr val="tx1"/>
                </a:solidFill>
                <a:latin typeface="Arial" panose="020B0604020202020204" pitchFamily="34" charset="0"/>
                <a:ea typeface="Arial" pitchFamily="34" charset="-122"/>
                <a:cs typeface="Arial" panose="020B0604020202020204" pitchFamily="34" charset="0"/>
              </a:rPr>
              <a:t>©  2026 Western Digital Corporation. All rights reserved.</a:t>
            </a:r>
            <a:endParaRPr lang="en-US" sz="800" b="0" i="0" dirty="0">
              <a:solidFill>
                <a:schemeClr val="tx1"/>
              </a:solidFill>
              <a:latin typeface="Arial" panose="020B0604020202020204" pitchFamily="34" charset="0"/>
              <a:cs typeface="Arial" panose="020B0604020202020204" pitchFamily="34" charset="0"/>
            </a:endParaRPr>
          </a:p>
        </p:txBody>
      </p:sp>
      <p:sp>
        <p:nvSpPr>
          <p:cNvPr id="8" name="Slide Number Placeholder 1">
            <a:extLst>
              <a:ext uri="{FF2B5EF4-FFF2-40B4-BE49-F238E27FC236}">
                <a16:creationId xmlns:a16="http://schemas.microsoft.com/office/drawing/2014/main" id="{7BEF80A2-97B3-E3B6-0390-74CF0FC4FFC8}"/>
              </a:ext>
            </a:extLst>
          </p:cNvPr>
          <p:cNvSpPr txBox="1">
            <a:spLocks/>
          </p:cNvSpPr>
          <p:nvPr/>
        </p:nvSpPr>
        <p:spPr>
          <a:xfrm>
            <a:off x="11215668" y="6562157"/>
            <a:ext cx="658832" cy="215444"/>
          </a:xfrm>
          <a:prstGeom prst="rect">
            <a:avLst/>
          </a:prstGeom>
        </p:spPr>
        <p:txBody>
          <a:bodyPr vert="horz" lIns="91440" tIns="45720" rIns="0" bIns="45720" rtlCol="0" anchor="ctr">
            <a:spAutoFit/>
          </a:bodyPr>
          <a:lstStyle>
            <a:defPPr>
              <a:defRPr lang="en-US"/>
            </a:defPPr>
            <a:lvl1pPr marL="0" algn="r" defTabSz="914400" rtl="0" eaLnBrk="1" latinLnBrk="0" hangingPunct="1">
              <a:defRPr sz="800" b="0" i="0" kern="1200">
                <a:solidFill>
                  <a:schemeClr val="tx1"/>
                </a:solidFill>
                <a:latin typeface="FK Grotesk Neue" panose="020B0503020202020203" pitchFamily="34"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D145F2E3-D340-3A42-B79C-DEE7963689C5}" type="slidenum">
              <a:rPr lang="en-US" smtClean="0">
                <a:solidFill>
                  <a:schemeClr val="tx1"/>
                </a:solidFill>
                <a:latin typeface="Arial" panose="020B0604020202020204" pitchFamily="34" charset="0"/>
                <a:cs typeface="Arial" panose="020B0604020202020204" pitchFamily="34" charset="0"/>
              </a:rPr>
              <a:pPr/>
              <a:t>‹#›</a:t>
            </a:fld>
            <a:endParaRPr lang="en-US" dirty="0">
              <a:solidFill>
                <a:schemeClr val="tx1"/>
              </a:solidFill>
              <a:latin typeface="Arial" panose="020B0604020202020204" pitchFamily="34" charset="0"/>
              <a:cs typeface="Arial" panose="020B0604020202020204" pitchFamily="34" charset="0"/>
            </a:endParaRPr>
          </a:p>
        </p:txBody>
      </p:sp>
      <p:sp>
        <p:nvSpPr>
          <p:cNvPr id="9" name="WD Confidential">
            <a:extLst>
              <a:ext uri="{FF2B5EF4-FFF2-40B4-BE49-F238E27FC236}">
                <a16:creationId xmlns:a16="http://schemas.microsoft.com/office/drawing/2014/main" id="{C851D4AA-FCD6-014E-71EE-98D35FB95ED0}"/>
              </a:ext>
            </a:extLst>
          </p:cNvPr>
          <p:cNvSpPr/>
          <p:nvPr/>
        </p:nvSpPr>
        <p:spPr>
          <a:xfrm>
            <a:off x="8991600" y="6638990"/>
            <a:ext cx="1244600" cy="92589"/>
          </a:xfrm>
          <a:prstGeom prst="rect">
            <a:avLst/>
          </a:prstGeom>
          <a:noFill/>
          <a:ln/>
        </p:spPr>
        <p:txBody>
          <a:bodyPr wrap="square" lIns="0" tIns="0" rIns="0" bIns="0" rtlCol="0" anchor="t">
            <a:spAutoFit/>
          </a:bodyPr>
          <a:lstStyle/>
          <a:p>
            <a:pPr>
              <a:lnSpc>
                <a:spcPct val="75000"/>
              </a:lnSpc>
            </a:pPr>
            <a:r>
              <a:rPr lang="en-US" sz="800" b="0" i="0" dirty="0">
                <a:solidFill>
                  <a:schemeClr val="tx1"/>
                </a:solidFill>
                <a:latin typeface="Arial" panose="020B0604020202020204" pitchFamily="34" charset="0"/>
                <a:ea typeface="Arial" pitchFamily="34" charset="-122"/>
                <a:cs typeface="Arial" panose="020B0604020202020204" pitchFamily="34" charset="0"/>
              </a:rPr>
              <a:t>WD CONFIDENTIAL</a:t>
            </a:r>
            <a:endParaRPr lang="en-US" sz="800" b="0" i="0" dirty="0">
              <a:solidFill>
                <a:schemeClr val="tx1"/>
              </a:solidFill>
              <a:latin typeface="Arial" panose="020B0604020202020204" pitchFamily="34" charset="0"/>
              <a:cs typeface="Arial" panose="020B0604020202020204" pitchFamily="34" charset="0"/>
            </a:endParaRPr>
          </a:p>
        </p:txBody>
      </p:sp>
      <p:pic>
        <p:nvPicPr>
          <p:cNvPr id="2" name="Pattern 8" descr="preencoded.png">
            <a:extLst>
              <a:ext uri="{FF2B5EF4-FFF2-40B4-BE49-F238E27FC236}">
                <a16:creationId xmlns:a16="http://schemas.microsoft.com/office/drawing/2014/main" id="{B8E80A6B-5BA5-70C0-B12B-3DC2E63FE906}"/>
              </a:ext>
            </a:extLst>
          </p:cNvPr>
          <p:cNvPicPr>
            <a:picLocks noChangeAspect="1"/>
          </p:cNvPicPr>
          <p:nvPr/>
        </p:nvPicPr>
        <p:blipFill>
          <a:blip>
            <a:extLst>
              <a:ext uri="{96DAC541-7B7A-43D3-8B79-37D633B846F1}">
                <asvg:svgBlip xmlns:asvg="http://schemas.microsoft.com/office/drawing/2016/SVG/main" r:embed="rId2"/>
              </a:ext>
            </a:extLst>
          </a:blip>
          <a:srcRect/>
          <a:stretch/>
        </p:blipFill>
        <p:spPr>
          <a:xfrm>
            <a:off x="0" y="0"/>
            <a:ext cx="4737100" cy="6858000"/>
          </a:xfrm>
          <a:prstGeom prst="rect">
            <a:avLst/>
          </a:prstGeom>
        </p:spPr>
      </p:pic>
      <p:pic>
        <p:nvPicPr>
          <p:cNvPr id="6" name="Logo" descr="preencoded.png">
            <a:extLst>
              <a:ext uri="{FF2B5EF4-FFF2-40B4-BE49-F238E27FC236}">
                <a16:creationId xmlns:a16="http://schemas.microsoft.com/office/drawing/2014/main" id="{C5000C53-B8E4-94E7-8D3D-447AC585A1B5}"/>
              </a:ext>
            </a:extLst>
          </p:cNvPr>
          <p:cNvPicPr>
            <a:picLocks noChangeAspect="1"/>
          </p:cNvPicPr>
          <p:nvPr/>
        </p:nvPicPr>
        <p:blipFill>
          <a:blip>
            <a:extLst>
              <a:ext uri="{96DAC541-7B7A-43D3-8B79-37D633B846F1}">
                <asvg:svgBlip xmlns:asvg="http://schemas.microsoft.com/office/drawing/2016/SVG/main" r:embed="rId4"/>
              </a:ext>
            </a:extLst>
          </a:blip>
          <a:srcRect/>
          <a:stretch/>
        </p:blipFill>
        <p:spPr>
          <a:xfrm>
            <a:off x="10902950" y="419100"/>
            <a:ext cx="869950" cy="222250"/>
          </a:xfrm>
          <a:prstGeom prst="rect">
            <a:avLst/>
          </a:prstGeom>
        </p:spPr>
      </p:pic>
      <p:sp>
        <p:nvSpPr>
          <p:cNvPr id="10" name="2026 Western Digital Corporation All rights reserved">
            <a:extLst>
              <a:ext uri="{FF2B5EF4-FFF2-40B4-BE49-F238E27FC236}">
                <a16:creationId xmlns:a16="http://schemas.microsoft.com/office/drawing/2014/main" id="{0E901877-029A-B0C5-675B-F28FE38053B7}"/>
              </a:ext>
            </a:extLst>
          </p:cNvPr>
          <p:cNvSpPr/>
          <p:nvPr/>
        </p:nvSpPr>
        <p:spPr>
          <a:xfrm>
            <a:off x="419100" y="6638989"/>
            <a:ext cx="2794000" cy="92589"/>
          </a:xfrm>
          <a:prstGeom prst="rect">
            <a:avLst/>
          </a:prstGeom>
          <a:noFill/>
          <a:ln/>
        </p:spPr>
        <p:txBody>
          <a:bodyPr wrap="square" lIns="0" tIns="0" rIns="0" bIns="0" rtlCol="0" anchor="t">
            <a:spAutoFit/>
          </a:bodyPr>
          <a:lstStyle/>
          <a:p>
            <a:pPr>
              <a:lnSpc>
                <a:spcPct val="75000"/>
              </a:lnSpc>
            </a:pPr>
            <a:r>
              <a:rPr lang="en-US" sz="800" b="0" i="0" dirty="0">
                <a:solidFill>
                  <a:schemeClr val="tx1"/>
                </a:solidFill>
                <a:latin typeface="Arial" panose="020B0604020202020204" pitchFamily="34" charset="0"/>
                <a:ea typeface="Arial" pitchFamily="34" charset="-122"/>
                <a:cs typeface="Arial" panose="020B0604020202020204" pitchFamily="34" charset="0"/>
              </a:rPr>
              <a:t>©  2026 Western Digital Corporation. All rights reserved.</a:t>
            </a:r>
            <a:endParaRPr lang="en-US" sz="800" b="0" i="0" dirty="0">
              <a:solidFill>
                <a:schemeClr val="tx1"/>
              </a:solidFill>
              <a:latin typeface="Arial" panose="020B0604020202020204" pitchFamily="34" charset="0"/>
              <a:cs typeface="Arial" panose="020B0604020202020204" pitchFamily="34" charset="0"/>
            </a:endParaRPr>
          </a:p>
        </p:txBody>
      </p:sp>
      <p:sp>
        <p:nvSpPr>
          <p:cNvPr id="11" name="Slide Number Placeholder 1">
            <a:extLst>
              <a:ext uri="{FF2B5EF4-FFF2-40B4-BE49-F238E27FC236}">
                <a16:creationId xmlns:a16="http://schemas.microsoft.com/office/drawing/2014/main" id="{7816F44E-91FA-4B17-32C7-B4FC86255156}"/>
              </a:ext>
            </a:extLst>
          </p:cNvPr>
          <p:cNvSpPr txBox="1">
            <a:spLocks/>
          </p:cNvSpPr>
          <p:nvPr/>
        </p:nvSpPr>
        <p:spPr>
          <a:xfrm>
            <a:off x="11215668" y="6562157"/>
            <a:ext cx="658832" cy="215444"/>
          </a:xfrm>
          <a:prstGeom prst="rect">
            <a:avLst/>
          </a:prstGeom>
        </p:spPr>
        <p:txBody>
          <a:bodyPr vert="horz" lIns="91440" tIns="45720" rIns="0" bIns="45720" rtlCol="0" anchor="ctr">
            <a:spAutoFit/>
          </a:bodyPr>
          <a:lstStyle>
            <a:defPPr>
              <a:defRPr lang="en-US"/>
            </a:defPPr>
            <a:lvl1pPr marL="0" algn="r" defTabSz="914400" rtl="0" eaLnBrk="1" latinLnBrk="0" hangingPunct="1">
              <a:defRPr sz="800" b="0" i="0" kern="1200">
                <a:solidFill>
                  <a:schemeClr val="tx1"/>
                </a:solidFill>
                <a:latin typeface="FK Grotesk Neue" panose="020B0503020202020203" pitchFamily="34"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D145F2E3-D340-3A42-B79C-DEE7963689C5}" type="slidenum">
              <a:rPr lang="en-US" smtClean="0">
                <a:solidFill>
                  <a:schemeClr val="tx1"/>
                </a:solidFill>
                <a:latin typeface="Arial" panose="020B0604020202020204" pitchFamily="34" charset="0"/>
                <a:cs typeface="Arial" panose="020B0604020202020204" pitchFamily="34" charset="0"/>
              </a:rPr>
              <a:pPr/>
              <a:t>‹#›</a:t>
            </a:fld>
            <a:endParaRPr lang="en-US" dirty="0">
              <a:solidFill>
                <a:schemeClr val="tx1"/>
              </a:solidFill>
              <a:latin typeface="Arial" panose="020B0604020202020204" pitchFamily="34" charset="0"/>
              <a:cs typeface="Arial" panose="020B0604020202020204" pitchFamily="34" charset="0"/>
            </a:endParaRPr>
          </a:p>
        </p:txBody>
      </p:sp>
      <p:sp>
        <p:nvSpPr>
          <p:cNvPr id="12" name="WD Confidential">
            <a:extLst>
              <a:ext uri="{FF2B5EF4-FFF2-40B4-BE49-F238E27FC236}">
                <a16:creationId xmlns:a16="http://schemas.microsoft.com/office/drawing/2014/main" id="{66F2E182-5788-561E-827E-2FE15A4958BB}"/>
              </a:ext>
            </a:extLst>
          </p:cNvPr>
          <p:cNvSpPr/>
          <p:nvPr/>
        </p:nvSpPr>
        <p:spPr>
          <a:xfrm>
            <a:off x="8991600" y="6638990"/>
            <a:ext cx="1244600" cy="92589"/>
          </a:xfrm>
          <a:prstGeom prst="rect">
            <a:avLst/>
          </a:prstGeom>
          <a:noFill/>
          <a:ln/>
        </p:spPr>
        <p:txBody>
          <a:bodyPr wrap="square" lIns="0" tIns="0" rIns="0" bIns="0" rtlCol="0" anchor="t">
            <a:spAutoFit/>
          </a:bodyPr>
          <a:lstStyle/>
          <a:p>
            <a:pPr>
              <a:lnSpc>
                <a:spcPct val="75000"/>
              </a:lnSpc>
            </a:pPr>
            <a:r>
              <a:rPr lang="en-US" sz="800" b="0" i="0" dirty="0">
                <a:solidFill>
                  <a:schemeClr val="tx1"/>
                </a:solidFill>
                <a:latin typeface="Arial" panose="020B0604020202020204" pitchFamily="34" charset="0"/>
                <a:ea typeface="Arial" pitchFamily="34" charset="-122"/>
                <a:cs typeface="Arial" panose="020B0604020202020204" pitchFamily="34" charset="0"/>
              </a:rPr>
              <a:t>WD CONFIDENTIAL</a:t>
            </a:r>
            <a:endParaRPr lang="en-US" sz="800" b="0" i="0" dirty="0">
              <a:solidFill>
                <a:schemeClr val="tx1"/>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30528629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Agenda White">
    <p:bg>
      <p:bgPr>
        <a:solidFill>
          <a:schemeClr val="bg1"/>
        </a:solidFill>
        <a:effectLst/>
      </p:bgPr>
    </p:bg>
    <p:spTree>
      <p:nvGrpSpPr>
        <p:cNvPr id="1" name=""/>
        <p:cNvGrpSpPr/>
        <p:nvPr/>
      </p:nvGrpSpPr>
      <p:grpSpPr>
        <a:xfrm>
          <a:off x="0" y="0"/>
          <a:ext cx="0" cy="0"/>
          <a:chOff x="0" y="0"/>
          <a:chExt cx="0" cy="0"/>
        </a:xfrm>
      </p:grpSpPr>
      <p:pic>
        <p:nvPicPr>
          <p:cNvPr id="4" name="Logo" descr="preencoded.png">
            <a:extLst>
              <a:ext uri="{FF2B5EF4-FFF2-40B4-BE49-F238E27FC236}">
                <a16:creationId xmlns:a16="http://schemas.microsoft.com/office/drawing/2014/main" id="{3DC0599E-ABE3-1DBC-6207-01260A8C27CD}"/>
              </a:ext>
            </a:extLst>
          </p:cNvPr>
          <p:cNvPicPr>
            <a:picLocks noChangeAspect="1"/>
          </p:cNvPicPr>
          <p:nvPr/>
        </p:nvPicPr>
        <p:blipFill>
          <a:blip>
            <a:extLst>
              <a:ext uri="{96DAC541-7B7A-43D3-8B79-37D633B846F1}">
                <asvg:svgBlip xmlns:asvg="http://schemas.microsoft.com/office/drawing/2016/SVG/main" r:embed="rId2"/>
              </a:ext>
            </a:extLst>
          </a:blip>
          <a:srcRect/>
          <a:stretch/>
        </p:blipFill>
        <p:spPr>
          <a:xfrm>
            <a:off x="10902950" y="419100"/>
            <a:ext cx="869950" cy="222250"/>
          </a:xfrm>
          <a:prstGeom prst="rect">
            <a:avLst/>
          </a:prstGeom>
        </p:spPr>
      </p:pic>
      <p:sp>
        <p:nvSpPr>
          <p:cNvPr id="5" name="Title 2">
            <a:extLst>
              <a:ext uri="{FF2B5EF4-FFF2-40B4-BE49-F238E27FC236}">
                <a16:creationId xmlns:a16="http://schemas.microsoft.com/office/drawing/2014/main" id="{E1F49F80-97C1-A66E-2B5D-2D79ECAD157D}"/>
              </a:ext>
            </a:extLst>
          </p:cNvPr>
          <p:cNvSpPr>
            <a:spLocks noGrp="1"/>
          </p:cNvSpPr>
          <p:nvPr>
            <p:ph type="title" hasCustomPrompt="1"/>
          </p:nvPr>
        </p:nvSpPr>
        <p:spPr>
          <a:xfrm>
            <a:off x="397298" y="334667"/>
            <a:ext cx="7623267" cy="911788"/>
          </a:xfrm>
          <a:prstGeom prst="rect">
            <a:avLst/>
          </a:prstGeom>
        </p:spPr>
        <p:txBody>
          <a:bodyPr wrap="square" lIns="27432" rIns="0">
            <a:spAutoFit/>
          </a:bodyPr>
          <a:lstStyle>
            <a:lvl1pPr>
              <a:lnSpc>
                <a:spcPct val="85000"/>
              </a:lnSpc>
              <a:defRPr sz="6000" b="0" i="0" spc="-170">
                <a:solidFill>
                  <a:schemeClr val="tx2"/>
                </a:solidFill>
                <a:latin typeface="Arial" panose="020B0604020202020204" pitchFamily="34" charset="0"/>
                <a:cs typeface="Arial" panose="020B0604020202020204" pitchFamily="34" charset="0"/>
              </a:defRPr>
            </a:lvl1pPr>
          </a:lstStyle>
          <a:p>
            <a:r>
              <a:rPr lang="en-US" dirty="0"/>
              <a:t>Agenda</a:t>
            </a:r>
          </a:p>
        </p:txBody>
      </p:sp>
      <p:sp>
        <p:nvSpPr>
          <p:cNvPr id="2" name="2026 Western Digital Corporation All rights reserved">
            <a:extLst>
              <a:ext uri="{FF2B5EF4-FFF2-40B4-BE49-F238E27FC236}">
                <a16:creationId xmlns:a16="http://schemas.microsoft.com/office/drawing/2014/main" id="{B56F9E43-CC60-AD46-0771-B41F30E06271}"/>
              </a:ext>
            </a:extLst>
          </p:cNvPr>
          <p:cNvSpPr/>
          <p:nvPr/>
        </p:nvSpPr>
        <p:spPr>
          <a:xfrm>
            <a:off x="419100" y="6638989"/>
            <a:ext cx="2794000" cy="92589"/>
          </a:xfrm>
          <a:prstGeom prst="rect">
            <a:avLst/>
          </a:prstGeom>
          <a:noFill/>
          <a:ln/>
        </p:spPr>
        <p:txBody>
          <a:bodyPr wrap="square" lIns="0" tIns="0" rIns="0" bIns="0" rtlCol="0" anchor="t">
            <a:spAutoFit/>
          </a:bodyPr>
          <a:lstStyle/>
          <a:p>
            <a:pPr>
              <a:lnSpc>
                <a:spcPct val="75000"/>
              </a:lnSpc>
            </a:pPr>
            <a:r>
              <a:rPr lang="en-US" sz="800" b="0" i="0" dirty="0">
                <a:solidFill>
                  <a:schemeClr val="tx1"/>
                </a:solidFill>
                <a:latin typeface="Arial" panose="020B0604020202020204" pitchFamily="34" charset="0"/>
                <a:ea typeface="Arial" pitchFamily="34" charset="-122"/>
                <a:cs typeface="Arial" panose="020B0604020202020204" pitchFamily="34" charset="0"/>
              </a:rPr>
              <a:t>©  2026 Western Digital Corporation. All rights reserved.</a:t>
            </a:r>
            <a:endParaRPr lang="en-US" sz="800" b="0" i="0" dirty="0">
              <a:solidFill>
                <a:schemeClr val="tx1"/>
              </a:solidFill>
              <a:latin typeface="Arial" panose="020B0604020202020204" pitchFamily="34" charset="0"/>
              <a:cs typeface="Arial" panose="020B0604020202020204" pitchFamily="34" charset="0"/>
            </a:endParaRPr>
          </a:p>
        </p:txBody>
      </p:sp>
      <p:sp>
        <p:nvSpPr>
          <p:cNvPr id="3" name="Slide Number Placeholder 1">
            <a:extLst>
              <a:ext uri="{FF2B5EF4-FFF2-40B4-BE49-F238E27FC236}">
                <a16:creationId xmlns:a16="http://schemas.microsoft.com/office/drawing/2014/main" id="{E2FA0076-C2ED-8AE2-2269-A99AE3C5647F}"/>
              </a:ext>
            </a:extLst>
          </p:cNvPr>
          <p:cNvSpPr>
            <a:spLocks noGrp="1"/>
          </p:cNvSpPr>
          <p:nvPr>
            <p:ph type="sldNum" sz="quarter" idx="4"/>
          </p:nvPr>
        </p:nvSpPr>
        <p:spPr>
          <a:xfrm>
            <a:off x="11215668" y="6562157"/>
            <a:ext cx="658832" cy="215444"/>
          </a:xfrm>
          <a:prstGeom prst="rect">
            <a:avLst/>
          </a:prstGeom>
        </p:spPr>
        <p:txBody>
          <a:bodyPr vert="horz" lIns="91440" tIns="45720" rIns="0" bIns="45720" rtlCol="0" anchor="ctr">
            <a:spAutoFit/>
          </a:bodyPr>
          <a:lstStyle>
            <a:lvl1pPr algn="r">
              <a:defRPr sz="800" b="0" i="0">
                <a:solidFill>
                  <a:schemeClr val="tx1"/>
                </a:solidFill>
                <a:latin typeface="Arial" panose="020B0604020202020204" pitchFamily="34" charset="0"/>
                <a:cs typeface="Arial" panose="020B0604020202020204" pitchFamily="34" charset="0"/>
              </a:defRPr>
            </a:lvl1pPr>
          </a:lstStyle>
          <a:p>
            <a:fld id="{B06B19F4-CF25-446C-B362-D8BB27BE9D9B}" type="slidenum">
              <a:rPr lang="en-US" smtClean="0"/>
              <a:t>‹#›</a:t>
            </a:fld>
            <a:endParaRPr lang="en-US"/>
          </a:p>
        </p:txBody>
      </p:sp>
      <p:sp>
        <p:nvSpPr>
          <p:cNvPr id="9" name="WD Confidential">
            <a:extLst>
              <a:ext uri="{FF2B5EF4-FFF2-40B4-BE49-F238E27FC236}">
                <a16:creationId xmlns:a16="http://schemas.microsoft.com/office/drawing/2014/main" id="{A445F926-5EF7-039C-1FEA-3E71860713AA}"/>
              </a:ext>
            </a:extLst>
          </p:cNvPr>
          <p:cNvSpPr/>
          <p:nvPr/>
        </p:nvSpPr>
        <p:spPr>
          <a:xfrm>
            <a:off x="8991600" y="6638990"/>
            <a:ext cx="1244600" cy="92589"/>
          </a:xfrm>
          <a:prstGeom prst="rect">
            <a:avLst/>
          </a:prstGeom>
          <a:noFill/>
          <a:ln/>
        </p:spPr>
        <p:txBody>
          <a:bodyPr wrap="square" lIns="0" tIns="0" rIns="0" bIns="0" rtlCol="0" anchor="t">
            <a:spAutoFit/>
          </a:bodyPr>
          <a:lstStyle/>
          <a:p>
            <a:pPr>
              <a:lnSpc>
                <a:spcPct val="75000"/>
              </a:lnSpc>
            </a:pPr>
            <a:r>
              <a:rPr lang="en-US" sz="800" b="0" i="0" dirty="0">
                <a:solidFill>
                  <a:schemeClr val="tx1"/>
                </a:solidFill>
                <a:latin typeface="Arial" panose="020B0604020202020204" pitchFamily="34" charset="0"/>
                <a:ea typeface="Arial" pitchFamily="34" charset="-122"/>
                <a:cs typeface="Arial" panose="020B0604020202020204" pitchFamily="34" charset="0"/>
              </a:rPr>
              <a:t>WD CONFIDENTIAL</a:t>
            </a:r>
            <a:endParaRPr lang="en-US" sz="800" b="0" i="0" dirty="0">
              <a:solidFill>
                <a:schemeClr val="tx1"/>
              </a:solidFill>
              <a:latin typeface="Arial" panose="020B0604020202020204" pitchFamily="34" charset="0"/>
              <a:cs typeface="Arial" panose="020B0604020202020204" pitchFamily="34" charset="0"/>
            </a:endParaRPr>
          </a:p>
        </p:txBody>
      </p:sp>
      <p:pic>
        <p:nvPicPr>
          <p:cNvPr id="6" name="Logo" descr="preencoded.png">
            <a:extLst>
              <a:ext uri="{FF2B5EF4-FFF2-40B4-BE49-F238E27FC236}">
                <a16:creationId xmlns:a16="http://schemas.microsoft.com/office/drawing/2014/main" id="{8D5C5AA6-FEAB-3DD7-F35A-7501ACB09973}"/>
              </a:ext>
            </a:extLst>
          </p:cNvPr>
          <p:cNvPicPr>
            <a:picLocks noChangeAspect="1"/>
          </p:cNvPicPr>
          <p:nvPr/>
        </p:nvPicPr>
        <p:blipFill>
          <a:blip>
            <a:extLst>
              <a:ext uri="{96DAC541-7B7A-43D3-8B79-37D633B846F1}">
                <asvg:svgBlip xmlns:asvg="http://schemas.microsoft.com/office/drawing/2016/SVG/main" r:embed="rId2"/>
              </a:ext>
            </a:extLst>
          </a:blip>
          <a:srcRect/>
          <a:stretch/>
        </p:blipFill>
        <p:spPr>
          <a:xfrm>
            <a:off x="10902950" y="419100"/>
            <a:ext cx="869950" cy="222250"/>
          </a:xfrm>
          <a:prstGeom prst="rect">
            <a:avLst/>
          </a:prstGeom>
        </p:spPr>
      </p:pic>
      <p:sp>
        <p:nvSpPr>
          <p:cNvPr id="7" name="2026 Western Digital Corporation All rights reserved">
            <a:extLst>
              <a:ext uri="{FF2B5EF4-FFF2-40B4-BE49-F238E27FC236}">
                <a16:creationId xmlns:a16="http://schemas.microsoft.com/office/drawing/2014/main" id="{1476D00D-D330-F4CE-4B89-C7CC0B668973}"/>
              </a:ext>
            </a:extLst>
          </p:cNvPr>
          <p:cNvSpPr/>
          <p:nvPr/>
        </p:nvSpPr>
        <p:spPr>
          <a:xfrm>
            <a:off x="419100" y="6638989"/>
            <a:ext cx="2794000" cy="92589"/>
          </a:xfrm>
          <a:prstGeom prst="rect">
            <a:avLst/>
          </a:prstGeom>
          <a:noFill/>
          <a:ln/>
        </p:spPr>
        <p:txBody>
          <a:bodyPr wrap="square" lIns="0" tIns="0" rIns="0" bIns="0" rtlCol="0" anchor="t">
            <a:spAutoFit/>
          </a:bodyPr>
          <a:lstStyle/>
          <a:p>
            <a:pPr>
              <a:lnSpc>
                <a:spcPct val="75000"/>
              </a:lnSpc>
            </a:pPr>
            <a:r>
              <a:rPr lang="en-US" sz="800" b="0" i="0" dirty="0">
                <a:solidFill>
                  <a:schemeClr val="tx1"/>
                </a:solidFill>
                <a:latin typeface="Arial" panose="020B0604020202020204" pitchFamily="34" charset="0"/>
                <a:ea typeface="Arial" pitchFamily="34" charset="-122"/>
                <a:cs typeface="Arial" panose="020B0604020202020204" pitchFamily="34" charset="0"/>
              </a:rPr>
              <a:t>©  2026 Western Digital Corporation. All rights reserved.</a:t>
            </a:r>
            <a:endParaRPr lang="en-US" sz="800" b="0" i="0" dirty="0">
              <a:solidFill>
                <a:schemeClr val="tx1"/>
              </a:solidFill>
              <a:latin typeface="Arial" panose="020B0604020202020204" pitchFamily="34" charset="0"/>
              <a:cs typeface="Arial" panose="020B0604020202020204" pitchFamily="34" charset="0"/>
            </a:endParaRPr>
          </a:p>
        </p:txBody>
      </p:sp>
      <p:sp>
        <p:nvSpPr>
          <p:cNvPr id="8" name="WD Confidential">
            <a:extLst>
              <a:ext uri="{FF2B5EF4-FFF2-40B4-BE49-F238E27FC236}">
                <a16:creationId xmlns:a16="http://schemas.microsoft.com/office/drawing/2014/main" id="{96DFFAB2-90C7-B619-D564-62E14EC6B43F}"/>
              </a:ext>
            </a:extLst>
          </p:cNvPr>
          <p:cNvSpPr/>
          <p:nvPr/>
        </p:nvSpPr>
        <p:spPr>
          <a:xfrm>
            <a:off x="8991600" y="6638990"/>
            <a:ext cx="1244600" cy="92589"/>
          </a:xfrm>
          <a:prstGeom prst="rect">
            <a:avLst/>
          </a:prstGeom>
          <a:noFill/>
          <a:ln/>
        </p:spPr>
        <p:txBody>
          <a:bodyPr wrap="square" lIns="0" tIns="0" rIns="0" bIns="0" rtlCol="0" anchor="t">
            <a:spAutoFit/>
          </a:bodyPr>
          <a:lstStyle/>
          <a:p>
            <a:pPr>
              <a:lnSpc>
                <a:spcPct val="75000"/>
              </a:lnSpc>
            </a:pPr>
            <a:r>
              <a:rPr lang="en-US" sz="800" b="0" i="0" dirty="0">
                <a:solidFill>
                  <a:schemeClr val="tx1"/>
                </a:solidFill>
                <a:latin typeface="Arial" panose="020B0604020202020204" pitchFamily="34" charset="0"/>
                <a:ea typeface="Arial" pitchFamily="34" charset="-122"/>
                <a:cs typeface="Arial" panose="020B0604020202020204" pitchFamily="34" charset="0"/>
              </a:rPr>
              <a:t>WD CONFIDENTIAL</a:t>
            </a:r>
            <a:endParaRPr lang="en-US" sz="800" b="0" i="0" dirty="0">
              <a:solidFill>
                <a:schemeClr val="tx1"/>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28447894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tatement">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2294B6A9-B7FB-A2F8-725C-0C30852650D8}"/>
              </a:ext>
            </a:extLst>
          </p:cNvPr>
          <p:cNvPicPr>
            <a:picLocks noChangeAspect="1"/>
          </p:cNvPicPr>
          <p:nvPr/>
        </p:nvPicPr>
        <p:blipFill>
          <a:blip r:embed="rId2"/>
          <a:stretch>
            <a:fillRect/>
          </a:stretch>
        </p:blipFill>
        <p:spPr>
          <a:xfrm>
            <a:off x="-1" y="0"/>
            <a:ext cx="12193473" cy="6858000"/>
          </a:xfrm>
          <a:prstGeom prst="rect">
            <a:avLst/>
          </a:prstGeom>
        </p:spPr>
      </p:pic>
      <p:pic>
        <p:nvPicPr>
          <p:cNvPr id="8" name="Rectangle" descr="preencoded.png">
            <a:extLst>
              <a:ext uri="{FF2B5EF4-FFF2-40B4-BE49-F238E27FC236}">
                <a16:creationId xmlns:a16="http://schemas.microsoft.com/office/drawing/2014/main" id="{9A9E5856-D20D-ACE0-68EA-E4FA4B643EAB}"/>
              </a:ext>
            </a:extLst>
          </p:cNvPr>
          <p:cNvPicPr>
            <a:picLocks noChangeAspect="1"/>
          </p:cNvPicPr>
          <p:nvPr/>
        </p:nvPicPr>
        <p:blipFill>
          <a:blip r:embed="rId3"/>
          <a:srcRect/>
          <a:stretch/>
        </p:blipFill>
        <p:spPr>
          <a:xfrm>
            <a:off x="0" y="0"/>
            <a:ext cx="12192000" cy="6858000"/>
          </a:xfrm>
          <a:prstGeom prst="rect">
            <a:avLst/>
          </a:prstGeom>
        </p:spPr>
      </p:pic>
      <p:pic>
        <p:nvPicPr>
          <p:cNvPr id="13" name="Logo" descr="preencoded.png">
            <a:extLst>
              <a:ext uri="{FF2B5EF4-FFF2-40B4-BE49-F238E27FC236}">
                <a16:creationId xmlns:a16="http://schemas.microsoft.com/office/drawing/2014/main" id="{9E2799DA-0768-9639-C65E-1ED02F8197ED}"/>
              </a:ext>
            </a:extLst>
          </p:cNvPr>
          <p:cNvPicPr>
            <a:picLocks noChangeAspect="1"/>
          </p:cNvPicPr>
          <p:nvPr/>
        </p:nvPicPr>
        <p:blipFill>
          <a:blip>
            <a:extLst>
              <a:ext uri="{96DAC541-7B7A-43D3-8B79-37D633B846F1}">
                <asvg:svgBlip xmlns:asvg="http://schemas.microsoft.com/office/drawing/2016/SVG/main" r:embed="rId4"/>
              </a:ext>
            </a:extLst>
          </a:blip>
          <a:srcRect/>
          <a:stretch/>
        </p:blipFill>
        <p:spPr>
          <a:xfrm>
            <a:off x="10902950" y="419100"/>
            <a:ext cx="873442" cy="222250"/>
          </a:xfrm>
          <a:prstGeom prst="rect">
            <a:avLst/>
          </a:prstGeom>
        </p:spPr>
      </p:pic>
      <p:sp>
        <p:nvSpPr>
          <p:cNvPr id="18" name="Text Placeholder 14">
            <a:extLst>
              <a:ext uri="{FF2B5EF4-FFF2-40B4-BE49-F238E27FC236}">
                <a16:creationId xmlns:a16="http://schemas.microsoft.com/office/drawing/2014/main" id="{14E6A3D2-A345-D628-2F66-1D46F055FDCB}"/>
              </a:ext>
            </a:extLst>
          </p:cNvPr>
          <p:cNvSpPr>
            <a:spLocks noGrp="1"/>
          </p:cNvSpPr>
          <p:nvPr>
            <p:ph type="body" sz="quarter" idx="13" hasCustomPrompt="1"/>
          </p:nvPr>
        </p:nvSpPr>
        <p:spPr>
          <a:xfrm>
            <a:off x="339726" y="333800"/>
            <a:ext cx="2872160" cy="307777"/>
          </a:xfrm>
          <a:prstGeom prst="rect">
            <a:avLst/>
          </a:prstGeom>
        </p:spPr>
        <p:txBody>
          <a:bodyPr wrap="square" lIns="82296" rIns="0">
            <a:spAutoFit/>
          </a:bodyPr>
          <a:lstStyle>
            <a:lvl1pPr>
              <a:lnSpc>
                <a:spcPct val="100000"/>
              </a:lnSpc>
              <a:buNone/>
              <a:defRPr sz="1400" b="1" i="0" spc="-30">
                <a:solidFill>
                  <a:schemeClr val="bg1"/>
                </a:solidFill>
                <a:latin typeface="Arial" panose="020B0604020202020204" pitchFamily="34" charset="0"/>
                <a:cs typeface="Arial" panose="020B0604020202020204" pitchFamily="34" charset="0"/>
              </a:defRPr>
            </a:lvl1pPr>
          </a:lstStyle>
          <a:p>
            <a:pPr lvl="0"/>
            <a:r>
              <a:rPr lang="en-US" b="1" dirty="0"/>
              <a:t>Section Header</a:t>
            </a:r>
          </a:p>
        </p:txBody>
      </p:sp>
      <p:sp>
        <p:nvSpPr>
          <p:cNvPr id="19" name="Text Placeholder 11">
            <a:extLst>
              <a:ext uri="{FF2B5EF4-FFF2-40B4-BE49-F238E27FC236}">
                <a16:creationId xmlns:a16="http://schemas.microsoft.com/office/drawing/2014/main" id="{7CA18611-94F7-7119-2BBD-ED593743CB24}"/>
              </a:ext>
            </a:extLst>
          </p:cNvPr>
          <p:cNvSpPr>
            <a:spLocks noGrp="1"/>
          </p:cNvSpPr>
          <p:nvPr>
            <p:ph type="body" sz="quarter" idx="14" hasCustomPrompt="1"/>
          </p:nvPr>
        </p:nvSpPr>
        <p:spPr>
          <a:xfrm>
            <a:off x="339725" y="1996845"/>
            <a:ext cx="9528175" cy="2171813"/>
          </a:xfrm>
          <a:prstGeom prst="rect">
            <a:avLst/>
          </a:prstGeom>
        </p:spPr>
        <p:txBody>
          <a:bodyPr wrap="square" lIns="27432" rIns="0">
            <a:spAutoFit/>
          </a:bodyPr>
          <a:lstStyle>
            <a:lvl1pPr marL="0" indent="0">
              <a:lnSpc>
                <a:spcPct val="75000"/>
              </a:lnSpc>
              <a:buNone/>
              <a:tabLst/>
              <a:defRPr sz="6000" b="0" i="0" spc="-170">
                <a:solidFill>
                  <a:schemeClr val="bg1"/>
                </a:solidFill>
                <a:latin typeface="Arial" panose="020B0604020202020204" pitchFamily="34" charset="0"/>
                <a:cs typeface="Arial" panose="020B0604020202020204" pitchFamily="34" charset="0"/>
              </a:defRPr>
            </a:lvl1pPr>
            <a:lvl2pPr marL="12700" indent="0">
              <a:buNone/>
              <a:tabLst/>
              <a:defRPr/>
            </a:lvl2pPr>
          </a:lstStyle>
          <a:p>
            <a:pPr lvl="0"/>
            <a:r>
              <a:rPr lang="en-US" dirty="0" err="1"/>
              <a:t>Neque</a:t>
            </a:r>
            <a:r>
              <a:rPr lang="en-US" dirty="0"/>
              <a:t> porro </a:t>
            </a:r>
            <a:r>
              <a:rPr lang="en-US" dirty="0" err="1"/>
              <a:t>quisquam</a:t>
            </a:r>
            <a:r>
              <a:rPr lang="en-US" dirty="0"/>
              <a:t>  lest, qui </a:t>
            </a:r>
            <a:r>
              <a:rPr lang="en-US" dirty="0" err="1"/>
              <a:t>dolorem</a:t>
            </a:r>
            <a:r>
              <a:rPr lang="en-US" dirty="0"/>
              <a:t> ipsum </a:t>
            </a:r>
            <a:r>
              <a:rPr lang="en-US" dirty="0" err="1"/>
              <a:t>mquia</a:t>
            </a:r>
            <a:r>
              <a:rPr lang="en-US" dirty="0"/>
              <a:t> dolor sit </a:t>
            </a:r>
            <a:r>
              <a:rPr lang="en-US" dirty="0" err="1"/>
              <a:t>amet</a:t>
            </a:r>
            <a:r>
              <a:rPr lang="en-US" dirty="0"/>
              <a:t>, </a:t>
            </a:r>
            <a:r>
              <a:rPr lang="en-US" dirty="0" err="1"/>
              <a:t>nconsectetur</a:t>
            </a:r>
            <a:r>
              <a:rPr lang="en-US" dirty="0"/>
              <a:t>.</a:t>
            </a:r>
          </a:p>
        </p:txBody>
      </p:sp>
      <p:sp>
        <p:nvSpPr>
          <p:cNvPr id="5" name="2026 Western Digital Corporation All rights reserved">
            <a:extLst>
              <a:ext uri="{FF2B5EF4-FFF2-40B4-BE49-F238E27FC236}">
                <a16:creationId xmlns:a16="http://schemas.microsoft.com/office/drawing/2014/main" id="{1BAA1096-F8B4-4413-0738-4053B96B614C}"/>
              </a:ext>
            </a:extLst>
          </p:cNvPr>
          <p:cNvSpPr/>
          <p:nvPr/>
        </p:nvSpPr>
        <p:spPr>
          <a:xfrm>
            <a:off x="419100" y="6638989"/>
            <a:ext cx="2805217" cy="92589"/>
          </a:xfrm>
          <a:prstGeom prst="rect">
            <a:avLst/>
          </a:prstGeom>
          <a:noFill/>
          <a:ln/>
        </p:spPr>
        <p:txBody>
          <a:bodyPr wrap="square" lIns="0" tIns="0" rIns="0" bIns="0" rtlCol="0" anchor="t">
            <a:spAutoFit/>
          </a:bodyPr>
          <a:lstStyle/>
          <a:p>
            <a:pPr>
              <a:lnSpc>
                <a:spcPct val="75000"/>
              </a:lnSpc>
            </a:pPr>
            <a:r>
              <a:rPr lang="en-US" sz="800" b="0" i="0" dirty="0">
                <a:solidFill>
                  <a:schemeClr val="bg1"/>
                </a:solidFill>
                <a:latin typeface="Arial" panose="020B0604020202020204" pitchFamily="34" charset="0"/>
                <a:ea typeface="Arial" pitchFamily="34" charset="-122"/>
                <a:cs typeface="Arial" panose="020B0604020202020204" pitchFamily="34" charset="0"/>
              </a:rPr>
              <a:t>©  2026 Western Digital Corporation. All rights reserved.</a:t>
            </a:r>
            <a:endParaRPr lang="en-US" sz="800" b="0" i="0" dirty="0">
              <a:solidFill>
                <a:schemeClr val="bg1"/>
              </a:solidFill>
              <a:latin typeface="Arial" panose="020B0604020202020204" pitchFamily="34" charset="0"/>
              <a:cs typeface="Arial" panose="020B0604020202020204" pitchFamily="34" charset="0"/>
            </a:endParaRPr>
          </a:p>
        </p:txBody>
      </p:sp>
      <p:sp>
        <p:nvSpPr>
          <p:cNvPr id="7" name="Slide Number Placeholder 1">
            <a:extLst>
              <a:ext uri="{FF2B5EF4-FFF2-40B4-BE49-F238E27FC236}">
                <a16:creationId xmlns:a16="http://schemas.microsoft.com/office/drawing/2014/main" id="{0A8ED09C-4867-2EC6-26F9-085BAE7B1285}"/>
              </a:ext>
            </a:extLst>
          </p:cNvPr>
          <p:cNvSpPr>
            <a:spLocks noGrp="1"/>
          </p:cNvSpPr>
          <p:nvPr>
            <p:ph type="sldNum" sz="quarter" idx="4"/>
          </p:nvPr>
        </p:nvSpPr>
        <p:spPr>
          <a:xfrm>
            <a:off x="11215668" y="6562157"/>
            <a:ext cx="661477" cy="215444"/>
          </a:xfrm>
          <a:prstGeom prst="rect">
            <a:avLst/>
          </a:prstGeom>
        </p:spPr>
        <p:txBody>
          <a:bodyPr vert="horz" wrap="square" lIns="91440" tIns="45720" rIns="0" bIns="45720" rtlCol="0" anchor="ctr">
            <a:spAutoFit/>
          </a:bodyPr>
          <a:lstStyle>
            <a:lvl1pPr algn="r">
              <a:defRPr sz="800" b="0" i="0">
                <a:solidFill>
                  <a:schemeClr val="bg1"/>
                </a:solidFill>
                <a:latin typeface="Arial" panose="020B0604020202020204" pitchFamily="34" charset="0"/>
                <a:cs typeface="Arial" panose="020B0604020202020204" pitchFamily="34" charset="0"/>
              </a:defRPr>
            </a:lvl1pPr>
          </a:lstStyle>
          <a:p>
            <a:fld id="{B06B19F4-CF25-446C-B362-D8BB27BE9D9B}" type="slidenum">
              <a:rPr lang="en-US" smtClean="0"/>
              <a:t>‹#›</a:t>
            </a:fld>
            <a:endParaRPr lang="en-US"/>
          </a:p>
        </p:txBody>
      </p:sp>
      <p:sp>
        <p:nvSpPr>
          <p:cNvPr id="9" name="WD Confidential">
            <a:extLst>
              <a:ext uri="{FF2B5EF4-FFF2-40B4-BE49-F238E27FC236}">
                <a16:creationId xmlns:a16="http://schemas.microsoft.com/office/drawing/2014/main" id="{7D4CEC89-40AA-1B5B-CE12-440B364A7BA9}"/>
              </a:ext>
            </a:extLst>
          </p:cNvPr>
          <p:cNvSpPr/>
          <p:nvPr/>
        </p:nvSpPr>
        <p:spPr>
          <a:xfrm>
            <a:off x="8991600" y="6638990"/>
            <a:ext cx="1249597" cy="92589"/>
          </a:xfrm>
          <a:prstGeom prst="rect">
            <a:avLst/>
          </a:prstGeom>
          <a:noFill/>
          <a:ln/>
        </p:spPr>
        <p:txBody>
          <a:bodyPr wrap="square" lIns="0" tIns="0" rIns="0" bIns="0" rtlCol="0" anchor="t">
            <a:spAutoFit/>
          </a:bodyPr>
          <a:lstStyle/>
          <a:p>
            <a:pPr>
              <a:lnSpc>
                <a:spcPct val="75000"/>
              </a:lnSpc>
            </a:pPr>
            <a:r>
              <a:rPr lang="en-US" sz="800" b="0" i="0" dirty="0">
                <a:solidFill>
                  <a:schemeClr val="bg1"/>
                </a:solidFill>
                <a:latin typeface="Arial" panose="020B0604020202020204" pitchFamily="34" charset="0"/>
                <a:ea typeface="Arial" pitchFamily="34" charset="-122"/>
                <a:cs typeface="Arial" panose="020B0604020202020204" pitchFamily="34" charset="0"/>
              </a:rPr>
              <a:t>WD CONFIDENTIAL</a:t>
            </a:r>
            <a:endParaRPr lang="en-US" sz="800" b="0" i="0" dirty="0">
              <a:solidFill>
                <a:schemeClr val="bg1"/>
              </a:solidFill>
              <a:latin typeface="Arial" panose="020B0604020202020204" pitchFamily="34" charset="0"/>
              <a:cs typeface="Arial" panose="020B0604020202020204" pitchFamily="34" charset="0"/>
            </a:endParaRPr>
          </a:p>
        </p:txBody>
      </p:sp>
      <p:pic>
        <p:nvPicPr>
          <p:cNvPr id="2" name="Picture 1">
            <a:extLst>
              <a:ext uri="{FF2B5EF4-FFF2-40B4-BE49-F238E27FC236}">
                <a16:creationId xmlns:a16="http://schemas.microsoft.com/office/drawing/2014/main" id="{DFA5448F-7CFF-8266-10E6-61DE5C6553AC}"/>
              </a:ext>
            </a:extLst>
          </p:cNvPr>
          <p:cNvPicPr>
            <a:picLocks noChangeAspect="1"/>
          </p:cNvPicPr>
          <p:nvPr/>
        </p:nvPicPr>
        <p:blipFill>
          <a:blip r:embed="rId2"/>
          <a:stretch>
            <a:fillRect/>
          </a:stretch>
        </p:blipFill>
        <p:spPr>
          <a:xfrm>
            <a:off x="-1" y="0"/>
            <a:ext cx="12193473" cy="6858000"/>
          </a:xfrm>
          <a:prstGeom prst="rect">
            <a:avLst/>
          </a:prstGeom>
        </p:spPr>
      </p:pic>
      <p:pic>
        <p:nvPicPr>
          <p:cNvPr id="3" name="Rectangle" descr="preencoded.png">
            <a:extLst>
              <a:ext uri="{FF2B5EF4-FFF2-40B4-BE49-F238E27FC236}">
                <a16:creationId xmlns:a16="http://schemas.microsoft.com/office/drawing/2014/main" id="{5D79DFEB-C225-1261-AFEB-F7442840C229}"/>
              </a:ext>
            </a:extLst>
          </p:cNvPr>
          <p:cNvPicPr>
            <a:picLocks noChangeAspect="1"/>
          </p:cNvPicPr>
          <p:nvPr/>
        </p:nvPicPr>
        <p:blipFill>
          <a:blip r:embed="rId3"/>
          <a:srcRect/>
          <a:stretch/>
        </p:blipFill>
        <p:spPr>
          <a:xfrm>
            <a:off x="0" y="0"/>
            <a:ext cx="12192000" cy="6858000"/>
          </a:xfrm>
          <a:prstGeom prst="rect">
            <a:avLst/>
          </a:prstGeom>
        </p:spPr>
      </p:pic>
      <p:pic>
        <p:nvPicPr>
          <p:cNvPr id="4" name="Logo" descr="preencoded.png">
            <a:extLst>
              <a:ext uri="{FF2B5EF4-FFF2-40B4-BE49-F238E27FC236}">
                <a16:creationId xmlns:a16="http://schemas.microsoft.com/office/drawing/2014/main" id="{7117A0D9-97CF-05FE-83BB-8EC19583354E}"/>
              </a:ext>
            </a:extLst>
          </p:cNvPr>
          <p:cNvPicPr>
            <a:picLocks noChangeAspect="1"/>
          </p:cNvPicPr>
          <p:nvPr/>
        </p:nvPicPr>
        <p:blipFill>
          <a:blip>
            <a:extLst>
              <a:ext uri="{96DAC541-7B7A-43D3-8B79-37D633B846F1}">
                <asvg:svgBlip xmlns:asvg="http://schemas.microsoft.com/office/drawing/2016/SVG/main" r:embed="rId4"/>
              </a:ext>
            </a:extLst>
          </a:blip>
          <a:srcRect/>
          <a:stretch/>
        </p:blipFill>
        <p:spPr>
          <a:xfrm>
            <a:off x="10902950" y="419100"/>
            <a:ext cx="873442" cy="222250"/>
          </a:xfrm>
          <a:prstGeom prst="rect">
            <a:avLst/>
          </a:prstGeom>
        </p:spPr>
      </p:pic>
      <p:sp>
        <p:nvSpPr>
          <p:cNvPr id="10" name="2026 Western Digital Corporation All rights reserved">
            <a:extLst>
              <a:ext uri="{FF2B5EF4-FFF2-40B4-BE49-F238E27FC236}">
                <a16:creationId xmlns:a16="http://schemas.microsoft.com/office/drawing/2014/main" id="{616A89E2-9E9D-DCC1-A6A7-FACB9FB222B6}"/>
              </a:ext>
            </a:extLst>
          </p:cNvPr>
          <p:cNvSpPr/>
          <p:nvPr/>
        </p:nvSpPr>
        <p:spPr>
          <a:xfrm>
            <a:off x="419100" y="6638989"/>
            <a:ext cx="2805217" cy="92589"/>
          </a:xfrm>
          <a:prstGeom prst="rect">
            <a:avLst/>
          </a:prstGeom>
          <a:noFill/>
          <a:ln/>
        </p:spPr>
        <p:txBody>
          <a:bodyPr wrap="square" lIns="0" tIns="0" rIns="0" bIns="0" rtlCol="0" anchor="t">
            <a:spAutoFit/>
          </a:bodyPr>
          <a:lstStyle/>
          <a:p>
            <a:pPr>
              <a:lnSpc>
                <a:spcPct val="75000"/>
              </a:lnSpc>
            </a:pPr>
            <a:r>
              <a:rPr lang="en-US" sz="800" b="0" i="0" dirty="0">
                <a:solidFill>
                  <a:schemeClr val="bg1"/>
                </a:solidFill>
                <a:latin typeface="Arial" panose="020B0604020202020204" pitchFamily="34" charset="0"/>
                <a:ea typeface="Arial" pitchFamily="34" charset="-122"/>
                <a:cs typeface="Arial" panose="020B0604020202020204" pitchFamily="34" charset="0"/>
              </a:rPr>
              <a:t>©  2026 Western Digital Corporation. All rights reserved.</a:t>
            </a:r>
            <a:endParaRPr lang="en-US" sz="800" b="0" i="0" dirty="0">
              <a:solidFill>
                <a:schemeClr val="bg1"/>
              </a:solidFill>
              <a:latin typeface="Arial" panose="020B0604020202020204" pitchFamily="34" charset="0"/>
              <a:cs typeface="Arial" panose="020B0604020202020204" pitchFamily="34" charset="0"/>
            </a:endParaRPr>
          </a:p>
        </p:txBody>
      </p:sp>
      <p:sp>
        <p:nvSpPr>
          <p:cNvPr id="11" name="WD Confidential">
            <a:extLst>
              <a:ext uri="{FF2B5EF4-FFF2-40B4-BE49-F238E27FC236}">
                <a16:creationId xmlns:a16="http://schemas.microsoft.com/office/drawing/2014/main" id="{86E166A4-5F37-185C-6F42-2F705278EF3B}"/>
              </a:ext>
            </a:extLst>
          </p:cNvPr>
          <p:cNvSpPr/>
          <p:nvPr/>
        </p:nvSpPr>
        <p:spPr>
          <a:xfrm>
            <a:off x="8991600" y="6638990"/>
            <a:ext cx="1249597" cy="92589"/>
          </a:xfrm>
          <a:prstGeom prst="rect">
            <a:avLst/>
          </a:prstGeom>
          <a:noFill/>
          <a:ln/>
        </p:spPr>
        <p:txBody>
          <a:bodyPr wrap="square" lIns="0" tIns="0" rIns="0" bIns="0" rtlCol="0" anchor="t">
            <a:spAutoFit/>
          </a:bodyPr>
          <a:lstStyle/>
          <a:p>
            <a:pPr>
              <a:lnSpc>
                <a:spcPct val="75000"/>
              </a:lnSpc>
            </a:pPr>
            <a:r>
              <a:rPr lang="en-US" sz="800" b="0" i="0" dirty="0">
                <a:solidFill>
                  <a:schemeClr val="bg1"/>
                </a:solidFill>
                <a:latin typeface="Arial" panose="020B0604020202020204" pitchFamily="34" charset="0"/>
                <a:ea typeface="Arial" pitchFamily="34" charset="-122"/>
                <a:cs typeface="Arial" panose="020B0604020202020204" pitchFamily="34" charset="0"/>
              </a:rPr>
              <a:t>WD CONFIDENTIAL</a:t>
            </a:r>
            <a:endParaRPr lang="en-US" sz="800" b="0" i="0" dirty="0">
              <a:solidFill>
                <a:schemeClr val="bg1"/>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05621890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Chapter">
    <p:spTree>
      <p:nvGrpSpPr>
        <p:cNvPr id="1" name=""/>
        <p:cNvGrpSpPr/>
        <p:nvPr/>
      </p:nvGrpSpPr>
      <p:grpSpPr>
        <a:xfrm>
          <a:off x="0" y="0"/>
          <a:ext cx="0" cy="0"/>
          <a:chOff x="0" y="0"/>
          <a:chExt cx="0" cy="0"/>
        </a:xfrm>
      </p:grpSpPr>
      <p:pic>
        <p:nvPicPr>
          <p:cNvPr id="43" name="Picture 42">
            <a:extLst>
              <a:ext uri="{FF2B5EF4-FFF2-40B4-BE49-F238E27FC236}">
                <a16:creationId xmlns:a16="http://schemas.microsoft.com/office/drawing/2014/main" id="{7C55D363-7694-CD53-29C0-725701C95BD5}"/>
              </a:ext>
            </a:extLst>
          </p:cNvPr>
          <p:cNvPicPr>
            <a:picLocks noChangeAspect="1"/>
          </p:cNvPicPr>
          <p:nvPr/>
        </p:nvPicPr>
        <p:blipFill>
          <a:blip r:embed="rId2"/>
          <a:srcRect/>
          <a:stretch/>
        </p:blipFill>
        <p:spPr>
          <a:xfrm>
            <a:off x="6541" y="3679"/>
            <a:ext cx="12185459" cy="6854320"/>
          </a:xfrm>
          <a:prstGeom prst="rect">
            <a:avLst/>
          </a:prstGeom>
        </p:spPr>
      </p:pic>
      <p:pic>
        <p:nvPicPr>
          <p:cNvPr id="44" name="Rectangle" descr="preencoded.png">
            <a:extLst>
              <a:ext uri="{FF2B5EF4-FFF2-40B4-BE49-F238E27FC236}">
                <a16:creationId xmlns:a16="http://schemas.microsoft.com/office/drawing/2014/main" id="{93A76456-5A83-44A5-396E-9B6B07335C82}"/>
              </a:ext>
            </a:extLst>
          </p:cNvPr>
          <p:cNvPicPr>
            <a:picLocks noChangeAspect="1"/>
          </p:cNvPicPr>
          <p:nvPr/>
        </p:nvPicPr>
        <p:blipFill>
          <a:blip r:embed="rId3">
            <a:alphaModFix amt="50000"/>
          </a:blip>
          <a:srcRect/>
          <a:stretch/>
        </p:blipFill>
        <p:spPr>
          <a:xfrm>
            <a:off x="-6541" y="21640"/>
            <a:ext cx="12192000" cy="6858000"/>
          </a:xfrm>
          <a:prstGeom prst="rect">
            <a:avLst/>
          </a:prstGeom>
        </p:spPr>
      </p:pic>
      <p:sp>
        <p:nvSpPr>
          <p:cNvPr id="47" name="Title 2">
            <a:extLst>
              <a:ext uri="{FF2B5EF4-FFF2-40B4-BE49-F238E27FC236}">
                <a16:creationId xmlns:a16="http://schemas.microsoft.com/office/drawing/2014/main" id="{F4A4DB78-4158-E9DF-DB03-2DBF85B2FEC4}"/>
              </a:ext>
            </a:extLst>
          </p:cNvPr>
          <p:cNvSpPr>
            <a:spLocks noGrp="1"/>
          </p:cNvSpPr>
          <p:nvPr>
            <p:ph type="title" hasCustomPrompt="1"/>
          </p:nvPr>
        </p:nvSpPr>
        <p:spPr>
          <a:xfrm>
            <a:off x="339725" y="2401795"/>
            <a:ext cx="8575674" cy="2097690"/>
          </a:xfrm>
          <a:prstGeom prst="rect">
            <a:avLst/>
          </a:prstGeom>
        </p:spPr>
        <p:txBody>
          <a:bodyPr wrap="square" lIns="9144" rIns="0">
            <a:spAutoFit/>
          </a:bodyPr>
          <a:lstStyle>
            <a:lvl1pPr>
              <a:lnSpc>
                <a:spcPct val="85000"/>
              </a:lnSpc>
              <a:defRPr sz="7500" b="0" i="0" spc="-250">
                <a:solidFill>
                  <a:schemeClr val="bg1"/>
                </a:solidFill>
                <a:latin typeface="Arial" panose="020B0604020202020204" pitchFamily="34" charset="0"/>
                <a:cs typeface="Arial" panose="020B0604020202020204" pitchFamily="34" charset="0"/>
              </a:defRPr>
            </a:lvl1pPr>
          </a:lstStyle>
          <a:p>
            <a:pPr lvl="0"/>
            <a:r>
              <a:rPr lang="en-US" dirty="0"/>
              <a:t>Digital </a:t>
            </a:r>
            <a:br>
              <a:rPr lang="en-US" dirty="0"/>
            </a:br>
            <a:r>
              <a:rPr lang="en-US" dirty="0"/>
              <a:t>Campaigns</a:t>
            </a:r>
          </a:p>
        </p:txBody>
      </p:sp>
      <p:pic>
        <p:nvPicPr>
          <p:cNvPr id="49" name="Logo" descr="preencoded.png">
            <a:extLst>
              <a:ext uri="{FF2B5EF4-FFF2-40B4-BE49-F238E27FC236}">
                <a16:creationId xmlns:a16="http://schemas.microsoft.com/office/drawing/2014/main" id="{78EA91C3-11B6-12D0-336F-79203E70EFAA}"/>
              </a:ext>
            </a:extLst>
          </p:cNvPr>
          <p:cNvPicPr>
            <a:picLocks noChangeAspect="1"/>
          </p:cNvPicPr>
          <p:nvPr/>
        </p:nvPicPr>
        <p:blipFill>
          <a:blip>
            <a:extLst>
              <a:ext uri="{96DAC541-7B7A-43D3-8B79-37D633B846F1}">
                <asvg:svgBlip xmlns:asvg="http://schemas.microsoft.com/office/drawing/2016/SVG/main" r:embed="rId4"/>
              </a:ext>
            </a:extLst>
          </a:blip>
          <a:srcRect/>
          <a:stretch/>
        </p:blipFill>
        <p:spPr>
          <a:xfrm>
            <a:off x="10902950" y="419100"/>
            <a:ext cx="869950" cy="222250"/>
          </a:xfrm>
          <a:prstGeom prst="rect">
            <a:avLst/>
          </a:prstGeom>
        </p:spPr>
      </p:pic>
      <p:sp>
        <p:nvSpPr>
          <p:cNvPr id="50" name="Text Placeholder 14">
            <a:extLst>
              <a:ext uri="{FF2B5EF4-FFF2-40B4-BE49-F238E27FC236}">
                <a16:creationId xmlns:a16="http://schemas.microsoft.com/office/drawing/2014/main" id="{00D627A0-30FA-A34F-7E8C-E42A1E8E88A6}"/>
              </a:ext>
            </a:extLst>
          </p:cNvPr>
          <p:cNvSpPr>
            <a:spLocks noGrp="1"/>
          </p:cNvSpPr>
          <p:nvPr>
            <p:ph type="body" sz="quarter" idx="13" hasCustomPrompt="1"/>
          </p:nvPr>
        </p:nvSpPr>
        <p:spPr>
          <a:xfrm>
            <a:off x="339725" y="333800"/>
            <a:ext cx="2860675" cy="307777"/>
          </a:xfrm>
          <a:prstGeom prst="rect">
            <a:avLst/>
          </a:prstGeom>
        </p:spPr>
        <p:txBody>
          <a:bodyPr wrap="square" lIns="82296" rIns="0">
            <a:spAutoFit/>
          </a:bodyPr>
          <a:lstStyle>
            <a:lvl1pPr>
              <a:lnSpc>
                <a:spcPct val="100000"/>
              </a:lnSpc>
              <a:buNone/>
              <a:defRPr sz="1400" b="1" i="0" spc="-30">
                <a:solidFill>
                  <a:schemeClr val="bg1"/>
                </a:solidFill>
                <a:latin typeface="Arial" panose="020B0604020202020204" pitchFamily="34" charset="0"/>
                <a:cs typeface="Arial" panose="020B0604020202020204" pitchFamily="34" charset="0"/>
              </a:defRPr>
            </a:lvl1pPr>
          </a:lstStyle>
          <a:p>
            <a:pPr lvl="0"/>
            <a:r>
              <a:rPr lang="en-US" b="1" dirty="0"/>
              <a:t>Section Header</a:t>
            </a:r>
          </a:p>
        </p:txBody>
      </p:sp>
      <p:sp>
        <p:nvSpPr>
          <p:cNvPr id="5" name="2026 Western Digital Corporation All rights reserved">
            <a:extLst>
              <a:ext uri="{FF2B5EF4-FFF2-40B4-BE49-F238E27FC236}">
                <a16:creationId xmlns:a16="http://schemas.microsoft.com/office/drawing/2014/main" id="{8A6C3D5C-1D46-E951-0EEE-0C4E22F1C309}"/>
              </a:ext>
            </a:extLst>
          </p:cNvPr>
          <p:cNvSpPr/>
          <p:nvPr/>
        </p:nvSpPr>
        <p:spPr>
          <a:xfrm>
            <a:off x="419100" y="6638989"/>
            <a:ext cx="2794000" cy="92589"/>
          </a:xfrm>
          <a:prstGeom prst="rect">
            <a:avLst/>
          </a:prstGeom>
          <a:noFill/>
          <a:ln/>
        </p:spPr>
        <p:txBody>
          <a:bodyPr wrap="square" lIns="0" tIns="0" rIns="0" bIns="0" rtlCol="0" anchor="t">
            <a:spAutoFit/>
          </a:bodyPr>
          <a:lstStyle/>
          <a:p>
            <a:pPr>
              <a:lnSpc>
                <a:spcPct val="75000"/>
              </a:lnSpc>
            </a:pPr>
            <a:r>
              <a:rPr lang="en-US" sz="800" b="0" i="0" dirty="0">
                <a:solidFill>
                  <a:schemeClr val="bg1"/>
                </a:solidFill>
                <a:latin typeface="Arial" panose="020B0604020202020204" pitchFamily="34" charset="0"/>
                <a:ea typeface="Arial" pitchFamily="34" charset="-122"/>
                <a:cs typeface="Arial" panose="020B0604020202020204" pitchFamily="34" charset="0"/>
              </a:rPr>
              <a:t>©  2026 Western Digital Corporation. All rights reserved.</a:t>
            </a:r>
            <a:endParaRPr lang="en-US" sz="800" b="0" i="0" dirty="0">
              <a:solidFill>
                <a:schemeClr val="bg1"/>
              </a:solidFill>
              <a:latin typeface="Arial" panose="020B0604020202020204" pitchFamily="34" charset="0"/>
              <a:cs typeface="Arial" panose="020B0604020202020204" pitchFamily="34" charset="0"/>
            </a:endParaRPr>
          </a:p>
        </p:txBody>
      </p:sp>
      <p:sp>
        <p:nvSpPr>
          <p:cNvPr id="6" name="Slide Number Placeholder 1">
            <a:extLst>
              <a:ext uri="{FF2B5EF4-FFF2-40B4-BE49-F238E27FC236}">
                <a16:creationId xmlns:a16="http://schemas.microsoft.com/office/drawing/2014/main" id="{3AC8F0BD-A374-B680-2814-21AC8F94A83C}"/>
              </a:ext>
            </a:extLst>
          </p:cNvPr>
          <p:cNvSpPr txBox="1">
            <a:spLocks/>
          </p:cNvSpPr>
          <p:nvPr/>
        </p:nvSpPr>
        <p:spPr>
          <a:xfrm>
            <a:off x="11215668" y="6562157"/>
            <a:ext cx="658832" cy="215444"/>
          </a:xfrm>
          <a:prstGeom prst="rect">
            <a:avLst/>
          </a:prstGeom>
        </p:spPr>
        <p:txBody>
          <a:bodyPr vert="horz" lIns="91440" tIns="45720" rIns="0" bIns="45720" rtlCol="0" anchor="ctr">
            <a:spAutoFit/>
          </a:bodyPr>
          <a:lstStyle>
            <a:defPPr>
              <a:defRPr lang="en-US"/>
            </a:defPPr>
            <a:lvl1pPr marL="0" algn="r" defTabSz="914400" rtl="0" eaLnBrk="1" latinLnBrk="0" hangingPunct="1">
              <a:defRPr sz="800" b="0" i="0" kern="1200">
                <a:solidFill>
                  <a:schemeClr val="bg1"/>
                </a:solidFill>
                <a:latin typeface="FK Grotesk Neue" panose="020B0503020202020203" pitchFamily="34"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D145F2E3-D340-3A42-B79C-DEE7963689C5}" type="slidenum">
              <a:rPr lang="en-US" smtClean="0">
                <a:latin typeface="Arial" panose="020B0604020202020204" pitchFamily="34" charset="0"/>
                <a:cs typeface="Arial" panose="020B0604020202020204" pitchFamily="34" charset="0"/>
              </a:rPr>
              <a:pPr/>
              <a:t>‹#›</a:t>
            </a:fld>
            <a:endParaRPr lang="en-US" dirty="0">
              <a:latin typeface="Arial" panose="020B0604020202020204" pitchFamily="34" charset="0"/>
              <a:cs typeface="Arial" panose="020B0604020202020204" pitchFamily="34" charset="0"/>
            </a:endParaRPr>
          </a:p>
        </p:txBody>
      </p:sp>
      <p:sp>
        <p:nvSpPr>
          <p:cNvPr id="7" name="WD Confidential">
            <a:extLst>
              <a:ext uri="{FF2B5EF4-FFF2-40B4-BE49-F238E27FC236}">
                <a16:creationId xmlns:a16="http://schemas.microsoft.com/office/drawing/2014/main" id="{8E9AEFF2-5CA9-3547-82F8-27FFCA36DFD7}"/>
              </a:ext>
            </a:extLst>
          </p:cNvPr>
          <p:cNvSpPr/>
          <p:nvPr/>
        </p:nvSpPr>
        <p:spPr>
          <a:xfrm>
            <a:off x="8991600" y="6638990"/>
            <a:ext cx="1244600" cy="92589"/>
          </a:xfrm>
          <a:prstGeom prst="rect">
            <a:avLst/>
          </a:prstGeom>
          <a:noFill/>
          <a:ln/>
        </p:spPr>
        <p:txBody>
          <a:bodyPr wrap="square" lIns="0" tIns="0" rIns="0" bIns="0" rtlCol="0" anchor="t">
            <a:spAutoFit/>
          </a:bodyPr>
          <a:lstStyle/>
          <a:p>
            <a:pPr>
              <a:lnSpc>
                <a:spcPct val="75000"/>
              </a:lnSpc>
            </a:pPr>
            <a:r>
              <a:rPr lang="en-US" sz="800" b="0" i="0" dirty="0">
                <a:solidFill>
                  <a:schemeClr val="bg1"/>
                </a:solidFill>
                <a:latin typeface="Arial" panose="020B0604020202020204" pitchFamily="34" charset="0"/>
                <a:ea typeface="Arial" pitchFamily="34" charset="-122"/>
                <a:cs typeface="Arial" panose="020B0604020202020204" pitchFamily="34" charset="0"/>
              </a:rPr>
              <a:t>WD CONFIDENTIAL</a:t>
            </a:r>
            <a:endParaRPr lang="en-US" sz="800" b="0" i="0" dirty="0">
              <a:solidFill>
                <a:schemeClr val="bg1"/>
              </a:solidFill>
              <a:latin typeface="Arial" panose="020B0604020202020204" pitchFamily="34" charset="0"/>
              <a:cs typeface="Arial" panose="020B0604020202020204" pitchFamily="34" charset="0"/>
            </a:endParaRPr>
          </a:p>
        </p:txBody>
      </p:sp>
      <p:pic>
        <p:nvPicPr>
          <p:cNvPr id="2" name="Picture 1">
            <a:extLst>
              <a:ext uri="{FF2B5EF4-FFF2-40B4-BE49-F238E27FC236}">
                <a16:creationId xmlns:a16="http://schemas.microsoft.com/office/drawing/2014/main" id="{FE9FCA6C-5E91-371E-F6D8-3BC784B4629F}"/>
              </a:ext>
            </a:extLst>
          </p:cNvPr>
          <p:cNvPicPr>
            <a:picLocks noChangeAspect="1"/>
          </p:cNvPicPr>
          <p:nvPr/>
        </p:nvPicPr>
        <p:blipFill>
          <a:blip r:embed="rId2"/>
          <a:srcRect/>
          <a:stretch/>
        </p:blipFill>
        <p:spPr>
          <a:xfrm>
            <a:off x="6541" y="3679"/>
            <a:ext cx="12185459" cy="6854320"/>
          </a:xfrm>
          <a:prstGeom prst="rect">
            <a:avLst/>
          </a:prstGeom>
        </p:spPr>
      </p:pic>
      <p:pic>
        <p:nvPicPr>
          <p:cNvPr id="3" name="Rectangle" descr="preencoded.png">
            <a:extLst>
              <a:ext uri="{FF2B5EF4-FFF2-40B4-BE49-F238E27FC236}">
                <a16:creationId xmlns:a16="http://schemas.microsoft.com/office/drawing/2014/main" id="{3667A855-22D6-A798-4ECC-D78A8C05B628}"/>
              </a:ext>
            </a:extLst>
          </p:cNvPr>
          <p:cNvPicPr>
            <a:picLocks noChangeAspect="1"/>
          </p:cNvPicPr>
          <p:nvPr/>
        </p:nvPicPr>
        <p:blipFill>
          <a:blip r:embed="rId3">
            <a:alphaModFix amt="50000"/>
          </a:blip>
          <a:srcRect/>
          <a:stretch/>
        </p:blipFill>
        <p:spPr>
          <a:xfrm>
            <a:off x="-6541" y="21640"/>
            <a:ext cx="12192000" cy="6858000"/>
          </a:xfrm>
          <a:prstGeom prst="rect">
            <a:avLst/>
          </a:prstGeom>
        </p:spPr>
      </p:pic>
      <p:pic>
        <p:nvPicPr>
          <p:cNvPr id="4" name="Logo" descr="preencoded.png">
            <a:extLst>
              <a:ext uri="{FF2B5EF4-FFF2-40B4-BE49-F238E27FC236}">
                <a16:creationId xmlns:a16="http://schemas.microsoft.com/office/drawing/2014/main" id="{9E76867D-9CC8-F74B-C61C-695F1E8B7BEC}"/>
              </a:ext>
            </a:extLst>
          </p:cNvPr>
          <p:cNvPicPr>
            <a:picLocks noChangeAspect="1"/>
          </p:cNvPicPr>
          <p:nvPr/>
        </p:nvPicPr>
        <p:blipFill>
          <a:blip>
            <a:extLst>
              <a:ext uri="{96DAC541-7B7A-43D3-8B79-37D633B846F1}">
                <asvg:svgBlip xmlns:asvg="http://schemas.microsoft.com/office/drawing/2016/SVG/main" r:embed="rId4"/>
              </a:ext>
            </a:extLst>
          </a:blip>
          <a:srcRect/>
          <a:stretch/>
        </p:blipFill>
        <p:spPr>
          <a:xfrm>
            <a:off x="10902950" y="419100"/>
            <a:ext cx="869950" cy="222250"/>
          </a:xfrm>
          <a:prstGeom prst="rect">
            <a:avLst/>
          </a:prstGeom>
        </p:spPr>
      </p:pic>
      <p:sp>
        <p:nvSpPr>
          <p:cNvPr id="8" name="2026 Western Digital Corporation All rights reserved">
            <a:extLst>
              <a:ext uri="{FF2B5EF4-FFF2-40B4-BE49-F238E27FC236}">
                <a16:creationId xmlns:a16="http://schemas.microsoft.com/office/drawing/2014/main" id="{5536699C-5E35-4C3F-E47A-5D4264B2681B}"/>
              </a:ext>
            </a:extLst>
          </p:cNvPr>
          <p:cNvSpPr/>
          <p:nvPr/>
        </p:nvSpPr>
        <p:spPr>
          <a:xfrm>
            <a:off x="419100" y="6638989"/>
            <a:ext cx="2794000" cy="92589"/>
          </a:xfrm>
          <a:prstGeom prst="rect">
            <a:avLst/>
          </a:prstGeom>
          <a:noFill/>
          <a:ln/>
        </p:spPr>
        <p:txBody>
          <a:bodyPr wrap="square" lIns="0" tIns="0" rIns="0" bIns="0" rtlCol="0" anchor="t">
            <a:spAutoFit/>
          </a:bodyPr>
          <a:lstStyle/>
          <a:p>
            <a:pPr>
              <a:lnSpc>
                <a:spcPct val="75000"/>
              </a:lnSpc>
            </a:pPr>
            <a:r>
              <a:rPr lang="en-US" sz="800" b="0" i="0" dirty="0">
                <a:solidFill>
                  <a:schemeClr val="bg1"/>
                </a:solidFill>
                <a:latin typeface="Arial" panose="020B0604020202020204" pitchFamily="34" charset="0"/>
                <a:ea typeface="Arial" pitchFamily="34" charset="-122"/>
                <a:cs typeface="Arial" panose="020B0604020202020204" pitchFamily="34" charset="0"/>
              </a:rPr>
              <a:t>©  2026 Western Digital Corporation. All rights reserved.</a:t>
            </a:r>
            <a:endParaRPr lang="en-US" sz="800" b="0" i="0" dirty="0">
              <a:solidFill>
                <a:schemeClr val="bg1"/>
              </a:solidFill>
              <a:latin typeface="Arial" panose="020B0604020202020204" pitchFamily="34" charset="0"/>
              <a:cs typeface="Arial" panose="020B0604020202020204" pitchFamily="34" charset="0"/>
            </a:endParaRPr>
          </a:p>
        </p:txBody>
      </p:sp>
      <p:sp>
        <p:nvSpPr>
          <p:cNvPr id="9" name="Slide Number Placeholder 1">
            <a:extLst>
              <a:ext uri="{FF2B5EF4-FFF2-40B4-BE49-F238E27FC236}">
                <a16:creationId xmlns:a16="http://schemas.microsoft.com/office/drawing/2014/main" id="{87A6491E-D2AE-28FB-61D1-982D84867254}"/>
              </a:ext>
            </a:extLst>
          </p:cNvPr>
          <p:cNvSpPr txBox="1">
            <a:spLocks/>
          </p:cNvSpPr>
          <p:nvPr/>
        </p:nvSpPr>
        <p:spPr>
          <a:xfrm>
            <a:off x="11215668" y="6562157"/>
            <a:ext cx="658832" cy="215444"/>
          </a:xfrm>
          <a:prstGeom prst="rect">
            <a:avLst/>
          </a:prstGeom>
        </p:spPr>
        <p:txBody>
          <a:bodyPr vert="horz" lIns="91440" tIns="45720" rIns="0" bIns="45720" rtlCol="0" anchor="ctr">
            <a:spAutoFit/>
          </a:bodyPr>
          <a:lstStyle>
            <a:defPPr>
              <a:defRPr lang="en-US"/>
            </a:defPPr>
            <a:lvl1pPr marL="0" algn="r" defTabSz="914400" rtl="0" eaLnBrk="1" latinLnBrk="0" hangingPunct="1">
              <a:defRPr sz="800" b="0" i="0" kern="1200">
                <a:solidFill>
                  <a:schemeClr val="bg1"/>
                </a:solidFill>
                <a:latin typeface="FK Grotesk Neue" panose="020B0503020202020203" pitchFamily="34"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D145F2E3-D340-3A42-B79C-DEE7963689C5}" type="slidenum">
              <a:rPr lang="en-US" smtClean="0">
                <a:latin typeface="Arial" panose="020B0604020202020204" pitchFamily="34" charset="0"/>
                <a:cs typeface="Arial" panose="020B0604020202020204" pitchFamily="34" charset="0"/>
              </a:rPr>
              <a:pPr/>
              <a:t>‹#›</a:t>
            </a:fld>
            <a:endParaRPr lang="en-US" dirty="0">
              <a:latin typeface="Arial" panose="020B0604020202020204" pitchFamily="34" charset="0"/>
              <a:cs typeface="Arial" panose="020B0604020202020204" pitchFamily="34" charset="0"/>
            </a:endParaRPr>
          </a:p>
        </p:txBody>
      </p:sp>
      <p:sp>
        <p:nvSpPr>
          <p:cNvPr id="10" name="WD Confidential">
            <a:extLst>
              <a:ext uri="{FF2B5EF4-FFF2-40B4-BE49-F238E27FC236}">
                <a16:creationId xmlns:a16="http://schemas.microsoft.com/office/drawing/2014/main" id="{324C0605-140B-C7F0-FB36-D99ADFA7A6D2}"/>
              </a:ext>
            </a:extLst>
          </p:cNvPr>
          <p:cNvSpPr/>
          <p:nvPr/>
        </p:nvSpPr>
        <p:spPr>
          <a:xfrm>
            <a:off x="8991600" y="6638990"/>
            <a:ext cx="1244600" cy="92589"/>
          </a:xfrm>
          <a:prstGeom prst="rect">
            <a:avLst/>
          </a:prstGeom>
          <a:noFill/>
          <a:ln/>
        </p:spPr>
        <p:txBody>
          <a:bodyPr wrap="square" lIns="0" tIns="0" rIns="0" bIns="0" rtlCol="0" anchor="t">
            <a:spAutoFit/>
          </a:bodyPr>
          <a:lstStyle/>
          <a:p>
            <a:pPr>
              <a:lnSpc>
                <a:spcPct val="75000"/>
              </a:lnSpc>
            </a:pPr>
            <a:r>
              <a:rPr lang="en-US" sz="800" b="0" i="0" dirty="0">
                <a:solidFill>
                  <a:schemeClr val="bg1"/>
                </a:solidFill>
                <a:latin typeface="Arial" panose="020B0604020202020204" pitchFamily="34" charset="0"/>
                <a:ea typeface="Arial" pitchFamily="34" charset="-122"/>
                <a:cs typeface="Arial" panose="020B0604020202020204" pitchFamily="34" charset="0"/>
              </a:rPr>
              <a:t>WD CONFIDENTIAL</a:t>
            </a:r>
            <a:endParaRPr lang="en-US" sz="800" b="0" i="0" dirty="0">
              <a:solidFill>
                <a:schemeClr val="bg1"/>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84578047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Chapter 2">
    <p:spTree>
      <p:nvGrpSpPr>
        <p:cNvPr id="1" name=""/>
        <p:cNvGrpSpPr/>
        <p:nvPr/>
      </p:nvGrpSpPr>
      <p:grpSpPr>
        <a:xfrm>
          <a:off x="0" y="0"/>
          <a:ext cx="0" cy="0"/>
          <a:chOff x="0" y="0"/>
          <a:chExt cx="0" cy="0"/>
        </a:xfrm>
      </p:grpSpPr>
      <p:pic>
        <p:nvPicPr>
          <p:cNvPr id="43" name="Picture 42">
            <a:extLst>
              <a:ext uri="{FF2B5EF4-FFF2-40B4-BE49-F238E27FC236}">
                <a16:creationId xmlns:a16="http://schemas.microsoft.com/office/drawing/2014/main" id="{7C55D363-7694-CD53-29C0-725701C95BD5}"/>
              </a:ext>
            </a:extLst>
          </p:cNvPr>
          <p:cNvPicPr>
            <a:picLocks noChangeAspect="1"/>
          </p:cNvPicPr>
          <p:nvPr/>
        </p:nvPicPr>
        <p:blipFill>
          <a:blip r:embed="rId2"/>
          <a:srcRect/>
          <a:stretch/>
        </p:blipFill>
        <p:spPr>
          <a:xfrm>
            <a:off x="0" y="0"/>
            <a:ext cx="12192000" cy="6858000"/>
          </a:xfrm>
          <a:prstGeom prst="rect">
            <a:avLst/>
          </a:prstGeom>
        </p:spPr>
      </p:pic>
      <p:pic>
        <p:nvPicPr>
          <p:cNvPr id="44" name="Rectangle" descr="preencoded.png">
            <a:extLst>
              <a:ext uri="{FF2B5EF4-FFF2-40B4-BE49-F238E27FC236}">
                <a16:creationId xmlns:a16="http://schemas.microsoft.com/office/drawing/2014/main" id="{93A76456-5A83-44A5-396E-9B6B07335C82}"/>
              </a:ext>
            </a:extLst>
          </p:cNvPr>
          <p:cNvPicPr>
            <a:picLocks noChangeAspect="1"/>
          </p:cNvPicPr>
          <p:nvPr/>
        </p:nvPicPr>
        <p:blipFill>
          <a:blip r:embed="rId3">
            <a:alphaModFix amt="50000"/>
          </a:blip>
          <a:srcRect/>
          <a:stretch/>
        </p:blipFill>
        <p:spPr>
          <a:xfrm>
            <a:off x="0" y="0"/>
            <a:ext cx="12192000" cy="6858000"/>
          </a:xfrm>
          <a:prstGeom prst="rect">
            <a:avLst/>
          </a:prstGeom>
        </p:spPr>
      </p:pic>
      <p:sp>
        <p:nvSpPr>
          <p:cNvPr id="47" name="Title 2">
            <a:extLst>
              <a:ext uri="{FF2B5EF4-FFF2-40B4-BE49-F238E27FC236}">
                <a16:creationId xmlns:a16="http://schemas.microsoft.com/office/drawing/2014/main" id="{F4A4DB78-4158-E9DF-DB03-2DBF85B2FEC4}"/>
              </a:ext>
            </a:extLst>
          </p:cNvPr>
          <p:cNvSpPr>
            <a:spLocks noGrp="1"/>
          </p:cNvSpPr>
          <p:nvPr>
            <p:ph type="title" hasCustomPrompt="1"/>
          </p:nvPr>
        </p:nvSpPr>
        <p:spPr>
          <a:xfrm>
            <a:off x="339725" y="2401795"/>
            <a:ext cx="8575674" cy="2097690"/>
          </a:xfrm>
          <a:prstGeom prst="rect">
            <a:avLst/>
          </a:prstGeom>
        </p:spPr>
        <p:txBody>
          <a:bodyPr wrap="square" lIns="9144" rIns="0">
            <a:spAutoFit/>
          </a:bodyPr>
          <a:lstStyle>
            <a:lvl1pPr>
              <a:lnSpc>
                <a:spcPct val="85000"/>
              </a:lnSpc>
              <a:defRPr sz="7500" b="0" i="0" spc="-250">
                <a:solidFill>
                  <a:schemeClr val="bg1"/>
                </a:solidFill>
                <a:latin typeface="Arial" panose="020B0604020202020204" pitchFamily="34" charset="0"/>
                <a:cs typeface="Arial" panose="020B0604020202020204" pitchFamily="34" charset="0"/>
              </a:defRPr>
            </a:lvl1pPr>
          </a:lstStyle>
          <a:p>
            <a:pPr lvl="0"/>
            <a:r>
              <a:rPr lang="en-US" dirty="0"/>
              <a:t>Digital </a:t>
            </a:r>
            <a:br>
              <a:rPr lang="en-US" dirty="0"/>
            </a:br>
            <a:r>
              <a:rPr lang="en-US" dirty="0"/>
              <a:t>Campaigns</a:t>
            </a:r>
          </a:p>
        </p:txBody>
      </p:sp>
      <p:pic>
        <p:nvPicPr>
          <p:cNvPr id="49" name="Logo" descr="preencoded.png">
            <a:extLst>
              <a:ext uri="{FF2B5EF4-FFF2-40B4-BE49-F238E27FC236}">
                <a16:creationId xmlns:a16="http://schemas.microsoft.com/office/drawing/2014/main" id="{78EA91C3-11B6-12D0-336F-79203E70EFAA}"/>
              </a:ext>
            </a:extLst>
          </p:cNvPr>
          <p:cNvPicPr>
            <a:picLocks noChangeAspect="1"/>
          </p:cNvPicPr>
          <p:nvPr/>
        </p:nvPicPr>
        <p:blipFill>
          <a:blip>
            <a:extLst>
              <a:ext uri="{96DAC541-7B7A-43D3-8B79-37D633B846F1}">
                <asvg:svgBlip xmlns:asvg="http://schemas.microsoft.com/office/drawing/2016/SVG/main" r:embed="rId4"/>
              </a:ext>
            </a:extLst>
          </a:blip>
          <a:srcRect/>
          <a:stretch/>
        </p:blipFill>
        <p:spPr>
          <a:xfrm>
            <a:off x="10902950" y="419100"/>
            <a:ext cx="869950" cy="222250"/>
          </a:xfrm>
          <a:prstGeom prst="rect">
            <a:avLst/>
          </a:prstGeom>
        </p:spPr>
      </p:pic>
      <p:sp>
        <p:nvSpPr>
          <p:cNvPr id="50" name="Text Placeholder 14">
            <a:extLst>
              <a:ext uri="{FF2B5EF4-FFF2-40B4-BE49-F238E27FC236}">
                <a16:creationId xmlns:a16="http://schemas.microsoft.com/office/drawing/2014/main" id="{00D627A0-30FA-A34F-7E8C-E42A1E8E88A6}"/>
              </a:ext>
            </a:extLst>
          </p:cNvPr>
          <p:cNvSpPr>
            <a:spLocks noGrp="1"/>
          </p:cNvSpPr>
          <p:nvPr>
            <p:ph type="body" sz="quarter" idx="13" hasCustomPrompt="1"/>
          </p:nvPr>
        </p:nvSpPr>
        <p:spPr>
          <a:xfrm>
            <a:off x="339725" y="333800"/>
            <a:ext cx="2860675" cy="307777"/>
          </a:xfrm>
          <a:prstGeom prst="rect">
            <a:avLst/>
          </a:prstGeom>
        </p:spPr>
        <p:txBody>
          <a:bodyPr wrap="square" lIns="82296" rIns="0">
            <a:spAutoFit/>
          </a:bodyPr>
          <a:lstStyle>
            <a:lvl1pPr>
              <a:lnSpc>
                <a:spcPct val="100000"/>
              </a:lnSpc>
              <a:buNone/>
              <a:defRPr sz="1400" b="1" i="0" spc="-30">
                <a:solidFill>
                  <a:schemeClr val="bg1"/>
                </a:solidFill>
                <a:latin typeface="Arial" panose="020B0604020202020204" pitchFamily="34" charset="0"/>
                <a:cs typeface="Arial" panose="020B0604020202020204" pitchFamily="34" charset="0"/>
              </a:defRPr>
            </a:lvl1pPr>
          </a:lstStyle>
          <a:p>
            <a:pPr lvl="0"/>
            <a:r>
              <a:rPr lang="en-US" b="1" dirty="0"/>
              <a:t>Section Header</a:t>
            </a:r>
          </a:p>
        </p:txBody>
      </p:sp>
      <p:sp>
        <p:nvSpPr>
          <p:cNvPr id="5" name="2026 Western Digital Corporation All rights reserved">
            <a:extLst>
              <a:ext uri="{FF2B5EF4-FFF2-40B4-BE49-F238E27FC236}">
                <a16:creationId xmlns:a16="http://schemas.microsoft.com/office/drawing/2014/main" id="{D363C1E8-5089-B9FA-CE6E-836B104C7897}"/>
              </a:ext>
            </a:extLst>
          </p:cNvPr>
          <p:cNvSpPr/>
          <p:nvPr/>
        </p:nvSpPr>
        <p:spPr>
          <a:xfrm>
            <a:off x="419100" y="6638989"/>
            <a:ext cx="2794000" cy="92589"/>
          </a:xfrm>
          <a:prstGeom prst="rect">
            <a:avLst/>
          </a:prstGeom>
          <a:noFill/>
          <a:ln/>
        </p:spPr>
        <p:txBody>
          <a:bodyPr wrap="square" lIns="0" tIns="0" rIns="0" bIns="0" rtlCol="0" anchor="t">
            <a:spAutoFit/>
          </a:bodyPr>
          <a:lstStyle/>
          <a:p>
            <a:pPr>
              <a:lnSpc>
                <a:spcPct val="75000"/>
              </a:lnSpc>
            </a:pPr>
            <a:r>
              <a:rPr lang="en-US" sz="800" b="0" i="0" dirty="0">
                <a:solidFill>
                  <a:schemeClr val="bg1"/>
                </a:solidFill>
                <a:latin typeface="Arial" panose="020B0604020202020204" pitchFamily="34" charset="0"/>
                <a:ea typeface="Arial" pitchFamily="34" charset="-122"/>
                <a:cs typeface="Arial" panose="020B0604020202020204" pitchFamily="34" charset="0"/>
              </a:rPr>
              <a:t>©  2026 Western Digital Corporation. All rights reserved.</a:t>
            </a:r>
            <a:endParaRPr lang="en-US" sz="800" b="0" i="0" dirty="0">
              <a:solidFill>
                <a:schemeClr val="bg1"/>
              </a:solidFill>
              <a:latin typeface="Arial" panose="020B0604020202020204" pitchFamily="34" charset="0"/>
              <a:cs typeface="Arial" panose="020B0604020202020204" pitchFamily="34" charset="0"/>
            </a:endParaRPr>
          </a:p>
        </p:txBody>
      </p:sp>
      <p:sp>
        <p:nvSpPr>
          <p:cNvPr id="6" name="Slide Number Placeholder 1">
            <a:extLst>
              <a:ext uri="{FF2B5EF4-FFF2-40B4-BE49-F238E27FC236}">
                <a16:creationId xmlns:a16="http://schemas.microsoft.com/office/drawing/2014/main" id="{BF820EF3-2F7F-19FA-D6A9-D73972234C0B}"/>
              </a:ext>
            </a:extLst>
          </p:cNvPr>
          <p:cNvSpPr txBox="1">
            <a:spLocks/>
          </p:cNvSpPr>
          <p:nvPr/>
        </p:nvSpPr>
        <p:spPr>
          <a:xfrm>
            <a:off x="11215668" y="6562157"/>
            <a:ext cx="658832" cy="215444"/>
          </a:xfrm>
          <a:prstGeom prst="rect">
            <a:avLst/>
          </a:prstGeom>
        </p:spPr>
        <p:txBody>
          <a:bodyPr vert="horz" lIns="91440" tIns="45720" rIns="0" bIns="45720" rtlCol="0" anchor="ctr">
            <a:spAutoFit/>
          </a:bodyPr>
          <a:lstStyle>
            <a:defPPr>
              <a:defRPr lang="en-US"/>
            </a:defPPr>
            <a:lvl1pPr marL="0" algn="r" defTabSz="914400" rtl="0" eaLnBrk="1" latinLnBrk="0" hangingPunct="1">
              <a:defRPr sz="800" b="0" i="0" kern="1200">
                <a:solidFill>
                  <a:schemeClr val="bg1"/>
                </a:solidFill>
                <a:latin typeface="FK Grotesk Neue" panose="020B0503020202020203" pitchFamily="34"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D145F2E3-D340-3A42-B79C-DEE7963689C5}" type="slidenum">
              <a:rPr lang="en-US" smtClean="0">
                <a:latin typeface="Arial" panose="020B0604020202020204" pitchFamily="34" charset="0"/>
                <a:cs typeface="Arial" panose="020B0604020202020204" pitchFamily="34" charset="0"/>
              </a:rPr>
              <a:pPr/>
              <a:t>‹#›</a:t>
            </a:fld>
            <a:endParaRPr lang="en-US" dirty="0">
              <a:latin typeface="Arial" panose="020B0604020202020204" pitchFamily="34" charset="0"/>
              <a:cs typeface="Arial" panose="020B0604020202020204" pitchFamily="34" charset="0"/>
            </a:endParaRPr>
          </a:p>
        </p:txBody>
      </p:sp>
      <p:sp>
        <p:nvSpPr>
          <p:cNvPr id="7" name="WD Confidential">
            <a:extLst>
              <a:ext uri="{FF2B5EF4-FFF2-40B4-BE49-F238E27FC236}">
                <a16:creationId xmlns:a16="http://schemas.microsoft.com/office/drawing/2014/main" id="{699DF058-C076-F33E-85A6-735C51323807}"/>
              </a:ext>
            </a:extLst>
          </p:cNvPr>
          <p:cNvSpPr/>
          <p:nvPr/>
        </p:nvSpPr>
        <p:spPr>
          <a:xfrm>
            <a:off x="8991600" y="6638990"/>
            <a:ext cx="1244600" cy="92589"/>
          </a:xfrm>
          <a:prstGeom prst="rect">
            <a:avLst/>
          </a:prstGeom>
          <a:noFill/>
          <a:ln/>
        </p:spPr>
        <p:txBody>
          <a:bodyPr wrap="square" lIns="0" tIns="0" rIns="0" bIns="0" rtlCol="0" anchor="t">
            <a:spAutoFit/>
          </a:bodyPr>
          <a:lstStyle/>
          <a:p>
            <a:pPr>
              <a:lnSpc>
                <a:spcPct val="75000"/>
              </a:lnSpc>
            </a:pPr>
            <a:r>
              <a:rPr lang="en-US" sz="800" b="0" i="0" dirty="0">
                <a:solidFill>
                  <a:schemeClr val="bg1"/>
                </a:solidFill>
                <a:latin typeface="Arial" panose="020B0604020202020204" pitchFamily="34" charset="0"/>
                <a:ea typeface="Arial" pitchFamily="34" charset="-122"/>
                <a:cs typeface="Arial" panose="020B0604020202020204" pitchFamily="34" charset="0"/>
              </a:rPr>
              <a:t>WD CONFIDENTIAL</a:t>
            </a:r>
            <a:endParaRPr lang="en-US" sz="800" b="0" i="0" dirty="0">
              <a:solidFill>
                <a:schemeClr val="bg1"/>
              </a:solidFill>
              <a:latin typeface="Arial" panose="020B0604020202020204" pitchFamily="34" charset="0"/>
              <a:cs typeface="Arial" panose="020B0604020202020204" pitchFamily="34" charset="0"/>
            </a:endParaRPr>
          </a:p>
        </p:txBody>
      </p:sp>
      <p:pic>
        <p:nvPicPr>
          <p:cNvPr id="2" name="Picture 1">
            <a:extLst>
              <a:ext uri="{FF2B5EF4-FFF2-40B4-BE49-F238E27FC236}">
                <a16:creationId xmlns:a16="http://schemas.microsoft.com/office/drawing/2014/main" id="{ABD76353-BD20-46D2-A72C-5C484B551344}"/>
              </a:ext>
            </a:extLst>
          </p:cNvPr>
          <p:cNvPicPr>
            <a:picLocks noChangeAspect="1"/>
          </p:cNvPicPr>
          <p:nvPr/>
        </p:nvPicPr>
        <p:blipFill>
          <a:blip r:embed="rId2"/>
          <a:srcRect/>
          <a:stretch/>
        </p:blipFill>
        <p:spPr>
          <a:xfrm>
            <a:off x="0" y="0"/>
            <a:ext cx="12192000" cy="6858000"/>
          </a:xfrm>
          <a:prstGeom prst="rect">
            <a:avLst/>
          </a:prstGeom>
        </p:spPr>
      </p:pic>
      <p:pic>
        <p:nvPicPr>
          <p:cNvPr id="3" name="Rectangle" descr="preencoded.png">
            <a:extLst>
              <a:ext uri="{FF2B5EF4-FFF2-40B4-BE49-F238E27FC236}">
                <a16:creationId xmlns:a16="http://schemas.microsoft.com/office/drawing/2014/main" id="{9D0E6881-060A-AB9B-5A7C-27172765E9B6}"/>
              </a:ext>
            </a:extLst>
          </p:cNvPr>
          <p:cNvPicPr>
            <a:picLocks noChangeAspect="1"/>
          </p:cNvPicPr>
          <p:nvPr/>
        </p:nvPicPr>
        <p:blipFill>
          <a:blip r:embed="rId3">
            <a:alphaModFix amt="50000"/>
          </a:blip>
          <a:srcRect/>
          <a:stretch/>
        </p:blipFill>
        <p:spPr>
          <a:xfrm>
            <a:off x="0" y="0"/>
            <a:ext cx="12192000" cy="6858000"/>
          </a:xfrm>
          <a:prstGeom prst="rect">
            <a:avLst/>
          </a:prstGeom>
        </p:spPr>
      </p:pic>
      <p:pic>
        <p:nvPicPr>
          <p:cNvPr id="4" name="Logo" descr="preencoded.png">
            <a:extLst>
              <a:ext uri="{FF2B5EF4-FFF2-40B4-BE49-F238E27FC236}">
                <a16:creationId xmlns:a16="http://schemas.microsoft.com/office/drawing/2014/main" id="{07D63953-6E28-D248-EEF7-4EF1AE963957}"/>
              </a:ext>
            </a:extLst>
          </p:cNvPr>
          <p:cNvPicPr>
            <a:picLocks noChangeAspect="1"/>
          </p:cNvPicPr>
          <p:nvPr/>
        </p:nvPicPr>
        <p:blipFill>
          <a:blip>
            <a:extLst>
              <a:ext uri="{96DAC541-7B7A-43D3-8B79-37D633B846F1}">
                <asvg:svgBlip xmlns:asvg="http://schemas.microsoft.com/office/drawing/2016/SVG/main" r:embed="rId4"/>
              </a:ext>
            </a:extLst>
          </a:blip>
          <a:srcRect/>
          <a:stretch/>
        </p:blipFill>
        <p:spPr>
          <a:xfrm>
            <a:off x="10902950" y="419100"/>
            <a:ext cx="869950" cy="222250"/>
          </a:xfrm>
          <a:prstGeom prst="rect">
            <a:avLst/>
          </a:prstGeom>
        </p:spPr>
      </p:pic>
      <p:sp>
        <p:nvSpPr>
          <p:cNvPr id="8" name="2026 Western Digital Corporation All rights reserved">
            <a:extLst>
              <a:ext uri="{FF2B5EF4-FFF2-40B4-BE49-F238E27FC236}">
                <a16:creationId xmlns:a16="http://schemas.microsoft.com/office/drawing/2014/main" id="{55F8251C-6E56-45F3-67C1-19338E462990}"/>
              </a:ext>
            </a:extLst>
          </p:cNvPr>
          <p:cNvSpPr/>
          <p:nvPr/>
        </p:nvSpPr>
        <p:spPr>
          <a:xfrm>
            <a:off x="419100" y="6638989"/>
            <a:ext cx="2794000" cy="92589"/>
          </a:xfrm>
          <a:prstGeom prst="rect">
            <a:avLst/>
          </a:prstGeom>
          <a:noFill/>
          <a:ln/>
        </p:spPr>
        <p:txBody>
          <a:bodyPr wrap="square" lIns="0" tIns="0" rIns="0" bIns="0" rtlCol="0" anchor="t">
            <a:spAutoFit/>
          </a:bodyPr>
          <a:lstStyle/>
          <a:p>
            <a:pPr>
              <a:lnSpc>
                <a:spcPct val="75000"/>
              </a:lnSpc>
            </a:pPr>
            <a:r>
              <a:rPr lang="en-US" sz="800" b="0" i="0" dirty="0">
                <a:solidFill>
                  <a:schemeClr val="bg1"/>
                </a:solidFill>
                <a:latin typeface="Arial" panose="020B0604020202020204" pitchFamily="34" charset="0"/>
                <a:ea typeface="Arial" pitchFamily="34" charset="-122"/>
                <a:cs typeface="Arial" panose="020B0604020202020204" pitchFamily="34" charset="0"/>
              </a:rPr>
              <a:t>©  2026 Western Digital Corporation. All rights reserved.</a:t>
            </a:r>
            <a:endParaRPr lang="en-US" sz="800" b="0" i="0" dirty="0">
              <a:solidFill>
                <a:schemeClr val="bg1"/>
              </a:solidFill>
              <a:latin typeface="Arial" panose="020B0604020202020204" pitchFamily="34" charset="0"/>
              <a:cs typeface="Arial" panose="020B0604020202020204" pitchFamily="34" charset="0"/>
            </a:endParaRPr>
          </a:p>
        </p:txBody>
      </p:sp>
      <p:sp>
        <p:nvSpPr>
          <p:cNvPr id="9" name="Slide Number Placeholder 1">
            <a:extLst>
              <a:ext uri="{FF2B5EF4-FFF2-40B4-BE49-F238E27FC236}">
                <a16:creationId xmlns:a16="http://schemas.microsoft.com/office/drawing/2014/main" id="{5DFB88CA-7BDD-C5D2-D0D9-42576E51CD3F}"/>
              </a:ext>
            </a:extLst>
          </p:cNvPr>
          <p:cNvSpPr txBox="1">
            <a:spLocks/>
          </p:cNvSpPr>
          <p:nvPr/>
        </p:nvSpPr>
        <p:spPr>
          <a:xfrm>
            <a:off x="11215668" y="6562157"/>
            <a:ext cx="658832" cy="215444"/>
          </a:xfrm>
          <a:prstGeom prst="rect">
            <a:avLst/>
          </a:prstGeom>
        </p:spPr>
        <p:txBody>
          <a:bodyPr vert="horz" lIns="91440" tIns="45720" rIns="0" bIns="45720" rtlCol="0" anchor="ctr">
            <a:spAutoFit/>
          </a:bodyPr>
          <a:lstStyle>
            <a:defPPr>
              <a:defRPr lang="en-US"/>
            </a:defPPr>
            <a:lvl1pPr marL="0" algn="r" defTabSz="914400" rtl="0" eaLnBrk="1" latinLnBrk="0" hangingPunct="1">
              <a:defRPr sz="800" b="0" i="0" kern="1200">
                <a:solidFill>
                  <a:schemeClr val="bg1"/>
                </a:solidFill>
                <a:latin typeface="FK Grotesk Neue" panose="020B0503020202020203" pitchFamily="34"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D145F2E3-D340-3A42-B79C-DEE7963689C5}" type="slidenum">
              <a:rPr lang="en-US" smtClean="0">
                <a:latin typeface="Arial" panose="020B0604020202020204" pitchFamily="34" charset="0"/>
                <a:cs typeface="Arial" panose="020B0604020202020204" pitchFamily="34" charset="0"/>
              </a:rPr>
              <a:pPr/>
              <a:t>‹#›</a:t>
            </a:fld>
            <a:endParaRPr lang="en-US" dirty="0">
              <a:latin typeface="Arial" panose="020B0604020202020204" pitchFamily="34" charset="0"/>
              <a:cs typeface="Arial" panose="020B0604020202020204" pitchFamily="34" charset="0"/>
            </a:endParaRPr>
          </a:p>
        </p:txBody>
      </p:sp>
      <p:sp>
        <p:nvSpPr>
          <p:cNvPr id="10" name="WD Confidential">
            <a:extLst>
              <a:ext uri="{FF2B5EF4-FFF2-40B4-BE49-F238E27FC236}">
                <a16:creationId xmlns:a16="http://schemas.microsoft.com/office/drawing/2014/main" id="{B081D625-CB24-F79C-BCA5-9D73F71545BA}"/>
              </a:ext>
            </a:extLst>
          </p:cNvPr>
          <p:cNvSpPr/>
          <p:nvPr/>
        </p:nvSpPr>
        <p:spPr>
          <a:xfrm>
            <a:off x="8991600" y="6638990"/>
            <a:ext cx="1244600" cy="92589"/>
          </a:xfrm>
          <a:prstGeom prst="rect">
            <a:avLst/>
          </a:prstGeom>
          <a:noFill/>
          <a:ln/>
        </p:spPr>
        <p:txBody>
          <a:bodyPr wrap="square" lIns="0" tIns="0" rIns="0" bIns="0" rtlCol="0" anchor="t">
            <a:spAutoFit/>
          </a:bodyPr>
          <a:lstStyle/>
          <a:p>
            <a:pPr>
              <a:lnSpc>
                <a:spcPct val="75000"/>
              </a:lnSpc>
            </a:pPr>
            <a:r>
              <a:rPr lang="en-US" sz="800" b="0" i="0" dirty="0">
                <a:solidFill>
                  <a:schemeClr val="bg1"/>
                </a:solidFill>
                <a:latin typeface="Arial" panose="020B0604020202020204" pitchFamily="34" charset="0"/>
                <a:ea typeface="Arial" pitchFamily="34" charset="-122"/>
                <a:cs typeface="Arial" panose="020B0604020202020204" pitchFamily="34" charset="0"/>
              </a:rPr>
              <a:t>WD CONFIDENTIAL</a:t>
            </a:r>
            <a:endParaRPr lang="en-US" sz="800" b="0" i="0" dirty="0">
              <a:solidFill>
                <a:schemeClr val="bg1"/>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63389831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Chapter 3">
    <p:spTree>
      <p:nvGrpSpPr>
        <p:cNvPr id="1" name=""/>
        <p:cNvGrpSpPr/>
        <p:nvPr/>
      </p:nvGrpSpPr>
      <p:grpSpPr>
        <a:xfrm>
          <a:off x="0" y="0"/>
          <a:ext cx="0" cy="0"/>
          <a:chOff x="0" y="0"/>
          <a:chExt cx="0" cy="0"/>
        </a:xfrm>
      </p:grpSpPr>
      <p:pic>
        <p:nvPicPr>
          <p:cNvPr id="43" name="Picture 42">
            <a:extLst>
              <a:ext uri="{FF2B5EF4-FFF2-40B4-BE49-F238E27FC236}">
                <a16:creationId xmlns:a16="http://schemas.microsoft.com/office/drawing/2014/main" id="{7C55D363-7694-CD53-29C0-725701C95BD5}"/>
              </a:ext>
            </a:extLst>
          </p:cNvPr>
          <p:cNvPicPr>
            <a:picLocks noChangeAspect="1"/>
          </p:cNvPicPr>
          <p:nvPr/>
        </p:nvPicPr>
        <p:blipFill>
          <a:blip r:embed="rId2"/>
          <a:srcRect/>
          <a:stretch/>
        </p:blipFill>
        <p:spPr>
          <a:xfrm>
            <a:off x="1" y="0"/>
            <a:ext cx="12192000" cy="6858000"/>
          </a:xfrm>
          <a:prstGeom prst="rect">
            <a:avLst/>
          </a:prstGeom>
        </p:spPr>
      </p:pic>
      <p:pic>
        <p:nvPicPr>
          <p:cNvPr id="44" name="Rectangle" descr="preencoded.png">
            <a:extLst>
              <a:ext uri="{FF2B5EF4-FFF2-40B4-BE49-F238E27FC236}">
                <a16:creationId xmlns:a16="http://schemas.microsoft.com/office/drawing/2014/main" id="{93A76456-5A83-44A5-396E-9B6B07335C82}"/>
              </a:ext>
            </a:extLst>
          </p:cNvPr>
          <p:cNvPicPr>
            <a:picLocks noChangeAspect="1"/>
          </p:cNvPicPr>
          <p:nvPr/>
        </p:nvPicPr>
        <p:blipFill>
          <a:blip r:embed="rId3">
            <a:alphaModFix amt="50000"/>
          </a:blip>
          <a:srcRect/>
          <a:stretch/>
        </p:blipFill>
        <p:spPr>
          <a:xfrm>
            <a:off x="0" y="21640"/>
            <a:ext cx="12192000" cy="6858000"/>
          </a:xfrm>
          <a:prstGeom prst="rect">
            <a:avLst/>
          </a:prstGeom>
        </p:spPr>
      </p:pic>
      <p:sp>
        <p:nvSpPr>
          <p:cNvPr id="47" name="Title 2">
            <a:extLst>
              <a:ext uri="{FF2B5EF4-FFF2-40B4-BE49-F238E27FC236}">
                <a16:creationId xmlns:a16="http://schemas.microsoft.com/office/drawing/2014/main" id="{F4A4DB78-4158-E9DF-DB03-2DBF85B2FEC4}"/>
              </a:ext>
            </a:extLst>
          </p:cNvPr>
          <p:cNvSpPr>
            <a:spLocks noGrp="1"/>
          </p:cNvSpPr>
          <p:nvPr>
            <p:ph type="title" hasCustomPrompt="1"/>
          </p:nvPr>
        </p:nvSpPr>
        <p:spPr>
          <a:xfrm>
            <a:off x="339725" y="2401795"/>
            <a:ext cx="8575674" cy="2097690"/>
          </a:xfrm>
          <a:prstGeom prst="rect">
            <a:avLst/>
          </a:prstGeom>
        </p:spPr>
        <p:txBody>
          <a:bodyPr wrap="square" lIns="9144" rIns="0">
            <a:spAutoFit/>
          </a:bodyPr>
          <a:lstStyle>
            <a:lvl1pPr>
              <a:lnSpc>
                <a:spcPct val="85000"/>
              </a:lnSpc>
              <a:defRPr sz="7500" b="0" i="0" spc="-250">
                <a:solidFill>
                  <a:schemeClr val="bg1"/>
                </a:solidFill>
                <a:latin typeface="Arial" panose="020B0604020202020204" pitchFamily="34" charset="0"/>
                <a:cs typeface="Arial" panose="020B0604020202020204" pitchFamily="34" charset="0"/>
              </a:defRPr>
            </a:lvl1pPr>
          </a:lstStyle>
          <a:p>
            <a:pPr lvl="0"/>
            <a:r>
              <a:rPr lang="en-US" dirty="0"/>
              <a:t>Digital </a:t>
            </a:r>
            <a:br>
              <a:rPr lang="en-US" dirty="0"/>
            </a:br>
            <a:r>
              <a:rPr lang="en-US" dirty="0"/>
              <a:t>Campaigns</a:t>
            </a:r>
          </a:p>
        </p:txBody>
      </p:sp>
      <p:pic>
        <p:nvPicPr>
          <p:cNvPr id="49" name="Logo" descr="preencoded.png">
            <a:extLst>
              <a:ext uri="{FF2B5EF4-FFF2-40B4-BE49-F238E27FC236}">
                <a16:creationId xmlns:a16="http://schemas.microsoft.com/office/drawing/2014/main" id="{78EA91C3-11B6-12D0-336F-79203E70EFAA}"/>
              </a:ext>
            </a:extLst>
          </p:cNvPr>
          <p:cNvPicPr>
            <a:picLocks noChangeAspect="1"/>
          </p:cNvPicPr>
          <p:nvPr/>
        </p:nvPicPr>
        <p:blipFill>
          <a:blip>
            <a:extLst>
              <a:ext uri="{96DAC541-7B7A-43D3-8B79-37D633B846F1}">
                <asvg:svgBlip xmlns:asvg="http://schemas.microsoft.com/office/drawing/2016/SVG/main" r:embed="rId4"/>
              </a:ext>
            </a:extLst>
          </a:blip>
          <a:srcRect/>
          <a:stretch/>
        </p:blipFill>
        <p:spPr>
          <a:xfrm>
            <a:off x="10902950" y="419100"/>
            <a:ext cx="869950" cy="222250"/>
          </a:xfrm>
          <a:prstGeom prst="rect">
            <a:avLst/>
          </a:prstGeom>
        </p:spPr>
      </p:pic>
      <p:sp>
        <p:nvSpPr>
          <p:cNvPr id="50" name="Text Placeholder 14">
            <a:extLst>
              <a:ext uri="{FF2B5EF4-FFF2-40B4-BE49-F238E27FC236}">
                <a16:creationId xmlns:a16="http://schemas.microsoft.com/office/drawing/2014/main" id="{00D627A0-30FA-A34F-7E8C-E42A1E8E88A6}"/>
              </a:ext>
            </a:extLst>
          </p:cNvPr>
          <p:cNvSpPr>
            <a:spLocks noGrp="1"/>
          </p:cNvSpPr>
          <p:nvPr>
            <p:ph type="body" sz="quarter" idx="13" hasCustomPrompt="1"/>
          </p:nvPr>
        </p:nvSpPr>
        <p:spPr>
          <a:xfrm>
            <a:off x="339725" y="333800"/>
            <a:ext cx="2860675" cy="307777"/>
          </a:xfrm>
          <a:prstGeom prst="rect">
            <a:avLst/>
          </a:prstGeom>
        </p:spPr>
        <p:txBody>
          <a:bodyPr wrap="square" lIns="82296" rIns="0">
            <a:spAutoFit/>
          </a:bodyPr>
          <a:lstStyle>
            <a:lvl1pPr>
              <a:lnSpc>
                <a:spcPct val="100000"/>
              </a:lnSpc>
              <a:buNone/>
              <a:defRPr sz="1400" b="1" i="0" spc="-30">
                <a:solidFill>
                  <a:schemeClr val="bg1"/>
                </a:solidFill>
                <a:latin typeface="Arial" panose="020B0604020202020204" pitchFamily="34" charset="0"/>
                <a:cs typeface="Arial" panose="020B0604020202020204" pitchFamily="34" charset="0"/>
              </a:defRPr>
            </a:lvl1pPr>
          </a:lstStyle>
          <a:p>
            <a:pPr lvl="0"/>
            <a:r>
              <a:rPr lang="en-US" b="1" dirty="0"/>
              <a:t>Section Header</a:t>
            </a:r>
          </a:p>
        </p:txBody>
      </p:sp>
      <p:sp>
        <p:nvSpPr>
          <p:cNvPr id="5" name="2026 Western Digital Corporation All rights reserved">
            <a:extLst>
              <a:ext uri="{FF2B5EF4-FFF2-40B4-BE49-F238E27FC236}">
                <a16:creationId xmlns:a16="http://schemas.microsoft.com/office/drawing/2014/main" id="{6D8E48EE-FF4E-C7B4-43D5-60E5BCEA561E}"/>
              </a:ext>
            </a:extLst>
          </p:cNvPr>
          <p:cNvSpPr/>
          <p:nvPr/>
        </p:nvSpPr>
        <p:spPr>
          <a:xfrm>
            <a:off x="419100" y="6638989"/>
            <a:ext cx="2794000" cy="92589"/>
          </a:xfrm>
          <a:prstGeom prst="rect">
            <a:avLst/>
          </a:prstGeom>
          <a:noFill/>
          <a:ln/>
        </p:spPr>
        <p:txBody>
          <a:bodyPr wrap="square" lIns="0" tIns="0" rIns="0" bIns="0" rtlCol="0" anchor="t">
            <a:spAutoFit/>
          </a:bodyPr>
          <a:lstStyle/>
          <a:p>
            <a:pPr>
              <a:lnSpc>
                <a:spcPct val="75000"/>
              </a:lnSpc>
            </a:pPr>
            <a:r>
              <a:rPr lang="en-US" sz="800" b="0" i="0" dirty="0">
                <a:solidFill>
                  <a:schemeClr val="bg1"/>
                </a:solidFill>
                <a:latin typeface="Arial" panose="020B0604020202020204" pitchFamily="34" charset="0"/>
                <a:ea typeface="Arial" pitchFamily="34" charset="-122"/>
                <a:cs typeface="Arial" panose="020B0604020202020204" pitchFamily="34" charset="0"/>
              </a:rPr>
              <a:t>©  2026 Western Digital Corporation. All rights reserved.</a:t>
            </a:r>
            <a:endParaRPr lang="en-US" sz="800" b="0" i="0" dirty="0">
              <a:solidFill>
                <a:schemeClr val="bg1"/>
              </a:solidFill>
              <a:latin typeface="Arial" panose="020B0604020202020204" pitchFamily="34" charset="0"/>
              <a:cs typeface="Arial" panose="020B0604020202020204" pitchFamily="34" charset="0"/>
            </a:endParaRPr>
          </a:p>
        </p:txBody>
      </p:sp>
      <p:sp>
        <p:nvSpPr>
          <p:cNvPr id="6" name="Slide Number Placeholder 1">
            <a:extLst>
              <a:ext uri="{FF2B5EF4-FFF2-40B4-BE49-F238E27FC236}">
                <a16:creationId xmlns:a16="http://schemas.microsoft.com/office/drawing/2014/main" id="{7099DFAC-E659-27B5-C5E0-9880EB7B6710}"/>
              </a:ext>
            </a:extLst>
          </p:cNvPr>
          <p:cNvSpPr>
            <a:spLocks noGrp="1"/>
          </p:cNvSpPr>
          <p:nvPr>
            <p:ph type="sldNum" sz="quarter" idx="4"/>
          </p:nvPr>
        </p:nvSpPr>
        <p:spPr>
          <a:xfrm>
            <a:off x="11215668" y="6562157"/>
            <a:ext cx="658832" cy="215444"/>
          </a:xfrm>
          <a:prstGeom prst="rect">
            <a:avLst/>
          </a:prstGeom>
        </p:spPr>
        <p:txBody>
          <a:bodyPr vert="horz" lIns="91440" tIns="45720" rIns="0" bIns="45720" rtlCol="0" anchor="ctr">
            <a:spAutoFit/>
          </a:bodyPr>
          <a:lstStyle>
            <a:lvl1pPr algn="r">
              <a:defRPr sz="800" b="0" i="0">
                <a:solidFill>
                  <a:schemeClr val="bg1"/>
                </a:solidFill>
                <a:latin typeface="Arial" panose="020B0604020202020204" pitchFamily="34" charset="0"/>
                <a:cs typeface="Arial" panose="020B0604020202020204" pitchFamily="34" charset="0"/>
              </a:defRPr>
            </a:lvl1pPr>
          </a:lstStyle>
          <a:p>
            <a:fld id="{B06B19F4-CF25-446C-B362-D8BB27BE9D9B}" type="slidenum">
              <a:rPr lang="en-US" smtClean="0"/>
              <a:t>‹#›</a:t>
            </a:fld>
            <a:endParaRPr lang="en-US"/>
          </a:p>
        </p:txBody>
      </p:sp>
      <p:sp>
        <p:nvSpPr>
          <p:cNvPr id="7" name="WD Confidential">
            <a:extLst>
              <a:ext uri="{FF2B5EF4-FFF2-40B4-BE49-F238E27FC236}">
                <a16:creationId xmlns:a16="http://schemas.microsoft.com/office/drawing/2014/main" id="{67FD7E3D-698C-FAF6-DC44-1696CB6F75FC}"/>
              </a:ext>
            </a:extLst>
          </p:cNvPr>
          <p:cNvSpPr/>
          <p:nvPr/>
        </p:nvSpPr>
        <p:spPr>
          <a:xfrm>
            <a:off x="8991600" y="6638990"/>
            <a:ext cx="1244600" cy="92589"/>
          </a:xfrm>
          <a:prstGeom prst="rect">
            <a:avLst/>
          </a:prstGeom>
          <a:noFill/>
          <a:ln/>
        </p:spPr>
        <p:txBody>
          <a:bodyPr wrap="square" lIns="0" tIns="0" rIns="0" bIns="0" rtlCol="0" anchor="t">
            <a:spAutoFit/>
          </a:bodyPr>
          <a:lstStyle/>
          <a:p>
            <a:pPr>
              <a:lnSpc>
                <a:spcPct val="75000"/>
              </a:lnSpc>
            </a:pPr>
            <a:r>
              <a:rPr lang="en-US" sz="800" b="0" i="0" dirty="0">
                <a:solidFill>
                  <a:schemeClr val="bg1"/>
                </a:solidFill>
                <a:latin typeface="Arial" panose="020B0604020202020204" pitchFamily="34" charset="0"/>
                <a:ea typeface="Arial" pitchFamily="34" charset="-122"/>
                <a:cs typeface="Arial" panose="020B0604020202020204" pitchFamily="34" charset="0"/>
              </a:rPr>
              <a:t>WD CONFIDENTIAL</a:t>
            </a:r>
            <a:endParaRPr lang="en-US" sz="800" b="0" i="0" dirty="0">
              <a:solidFill>
                <a:schemeClr val="bg1"/>
              </a:solidFill>
              <a:latin typeface="Arial" panose="020B0604020202020204" pitchFamily="34" charset="0"/>
              <a:cs typeface="Arial" panose="020B0604020202020204" pitchFamily="34" charset="0"/>
            </a:endParaRPr>
          </a:p>
        </p:txBody>
      </p:sp>
      <p:pic>
        <p:nvPicPr>
          <p:cNvPr id="2" name="Picture 1">
            <a:extLst>
              <a:ext uri="{FF2B5EF4-FFF2-40B4-BE49-F238E27FC236}">
                <a16:creationId xmlns:a16="http://schemas.microsoft.com/office/drawing/2014/main" id="{C3EDA09F-2CAE-03F5-559E-7163E6F5D622}"/>
              </a:ext>
            </a:extLst>
          </p:cNvPr>
          <p:cNvPicPr>
            <a:picLocks noChangeAspect="1"/>
          </p:cNvPicPr>
          <p:nvPr/>
        </p:nvPicPr>
        <p:blipFill>
          <a:blip r:embed="rId2"/>
          <a:srcRect/>
          <a:stretch/>
        </p:blipFill>
        <p:spPr>
          <a:xfrm>
            <a:off x="1" y="0"/>
            <a:ext cx="12192000" cy="6858000"/>
          </a:xfrm>
          <a:prstGeom prst="rect">
            <a:avLst/>
          </a:prstGeom>
        </p:spPr>
      </p:pic>
      <p:pic>
        <p:nvPicPr>
          <p:cNvPr id="3" name="Rectangle" descr="preencoded.png">
            <a:extLst>
              <a:ext uri="{FF2B5EF4-FFF2-40B4-BE49-F238E27FC236}">
                <a16:creationId xmlns:a16="http://schemas.microsoft.com/office/drawing/2014/main" id="{DDDDCE1A-2BFE-3539-1DC7-03BCCBE2D68A}"/>
              </a:ext>
            </a:extLst>
          </p:cNvPr>
          <p:cNvPicPr>
            <a:picLocks noChangeAspect="1"/>
          </p:cNvPicPr>
          <p:nvPr/>
        </p:nvPicPr>
        <p:blipFill>
          <a:blip r:embed="rId3">
            <a:alphaModFix amt="50000"/>
          </a:blip>
          <a:srcRect/>
          <a:stretch/>
        </p:blipFill>
        <p:spPr>
          <a:xfrm>
            <a:off x="0" y="21640"/>
            <a:ext cx="12192000" cy="6858000"/>
          </a:xfrm>
          <a:prstGeom prst="rect">
            <a:avLst/>
          </a:prstGeom>
        </p:spPr>
      </p:pic>
      <p:pic>
        <p:nvPicPr>
          <p:cNvPr id="4" name="Logo" descr="preencoded.png">
            <a:extLst>
              <a:ext uri="{FF2B5EF4-FFF2-40B4-BE49-F238E27FC236}">
                <a16:creationId xmlns:a16="http://schemas.microsoft.com/office/drawing/2014/main" id="{5C13EDCC-C727-934F-B6F6-513EE85A15DC}"/>
              </a:ext>
            </a:extLst>
          </p:cNvPr>
          <p:cNvPicPr>
            <a:picLocks noChangeAspect="1"/>
          </p:cNvPicPr>
          <p:nvPr/>
        </p:nvPicPr>
        <p:blipFill>
          <a:blip>
            <a:extLst>
              <a:ext uri="{96DAC541-7B7A-43D3-8B79-37D633B846F1}">
                <asvg:svgBlip xmlns:asvg="http://schemas.microsoft.com/office/drawing/2016/SVG/main" r:embed="rId4"/>
              </a:ext>
            </a:extLst>
          </a:blip>
          <a:srcRect/>
          <a:stretch/>
        </p:blipFill>
        <p:spPr>
          <a:xfrm>
            <a:off x="10902950" y="419100"/>
            <a:ext cx="869950" cy="222250"/>
          </a:xfrm>
          <a:prstGeom prst="rect">
            <a:avLst/>
          </a:prstGeom>
        </p:spPr>
      </p:pic>
      <p:sp>
        <p:nvSpPr>
          <p:cNvPr id="8" name="2026 Western Digital Corporation All rights reserved">
            <a:extLst>
              <a:ext uri="{FF2B5EF4-FFF2-40B4-BE49-F238E27FC236}">
                <a16:creationId xmlns:a16="http://schemas.microsoft.com/office/drawing/2014/main" id="{8D453EB8-8FBB-E049-F733-858FB7188C03}"/>
              </a:ext>
            </a:extLst>
          </p:cNvPr>
          <p:cNvSpPr/>
          <p:nvPr/>
        </p:nvSpPr>
        <p:spPr>
          <a:xfrm>
            <a:off x="419100" y="6638989"/>
            <a:ext cx="2794000" cy="92589"/>
          </a:xfrm>
          <a:prstGeom prst="rect">
            <a:avLst/>
          </a:prstGeom>
          <a:noFill/>
          <a:ln/>
        </p:spPr>
        <p:txBody>
          <a:bodyPr wrap="square" lIns="0" tIns="0" rIns="0" bIns="0" rtlCol="0" anchor="t">
            <a:spAutoFit/>
          </a:bodyPr>
          <a:lstStyle/>
          <a:p>
            <a:pPr>
              <a:lnSpc>
                <a:spcPct val="75000"/>
              </a:lnSpc>
            </a:pPr>
            <a:r>
              <a:rPr lang="en-US" sz="800" b="0" i="0" dirty="0">
                <a:solidFill>
                  <a:schemeClr val="bg1"/>
                </a:solidFill>
                <a:latin typeface="Arial" panose="020B0604020202020204" pitchFamily="34" charset="0"/>
                <a:ea typeface="Arial" pitchFamily="34" charset="-122"/>
                <a:cs typeface="Arial" panose="020B0604020202020204" pitchFamily="34" charset="0"/>
              </a:rPr>
              <a:t>©  2026 Western Digital Corporation. All rights reserved.</a:t>
            </a:r>
            <a:endParaRPr lang="en-US" sz="800" b="0" i="0" dirty="0">
              <a:solidFill>
                <a:schemeClr val="bg1"/>
              </a:solidFill>
              <a:latin typeface="Arial" panose="020B0604020202020204" pitchFamily="34" charset="0"/>
              <a:cs typeface="Arial" panose="020B0604020202020204" pitchFamily="34" charset="0"/>
            </a:endParaRPr>
          </a:p>
        </p:txBody>
      </p:sp>
      <p:sp>
        <p:nvSpPr>
          <p:cNvPr id="9" name="WD Confidential">
            <a:extLst>
              <a:ext uri="{FF2B5EF4-FFF2-40B4-BE49-F238E27FC236}">
                <a16:creationId xmlns:a16="http://schemas.microsoft.com/office/drawing/2014/main" id="{09545377-FB9F-72DD-893C-D3A86AB45983}"/>
              </a:ext>
            </a:extLst>
          </p:cNvPr>
          <p:cNvSpPr/>
          <p:nvPr/>
        </p:nvSpPr>
        <p:spPr>
          <a:xfrm>
            <a:off x="8991600" y="6638990"/>
            <a:ext cx="1244600" cy="92589"/>
          </a:xfrm>
          <a:prstGeom prst="rect">
            <a:avLst/>
          </a:prstGeom>
          <a:noFill/>
          <a:ln/>
        </p:spPr>
        <p:txBody>
          <a:bodyPr wrap="square" lIns="0" tIns="0" rIns="0" bIns="0" rtlCol="0" anchor="t">
            <a:spAutoFit/>
          </a:bodyPr>
          <a:lstStyle/>
          <a:p>
            <a:pPr>
              <a:lnSpc>
                <a:spcPct val="75000"/>
              </a:lnSpc>
            </a:pPr>
            <a:r>
              <a:rPr lang="en-US" sz="800" b="0" i="0" dirty="0">
                <a:solidFill>
                  <a:schemeClr val="bg1"/>
                </a:solidFill>
                <a:latin typeface="Arial" panose="020B0604020202020204" pitchFamily="34" charset="0"/>
                <a:ea typeface="Arial" pitchFamily="34" charset="-122"/>
                <a:cs typeface="Arial" panose="020B0604020202020204" pitchFamily="34" charset="0"/>
              </a:rPr>
              <a:t>WD CONFIDENTIAL</a:t>
            </a:r>
            <a:endParaRPr lang="en-US" sz="800" b="0" i="0" dirty="0">
              <a:solidFill>
                <a:schemeClr val="bg1"/>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8351928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Chapter 4">
    <p:spTree>
      <p:nvGrpSpPr>
        <p:cNvPr id="1" name=""/>
        <p:cNvGrpSpPr/>
        <p:nvPr/>
      </p:nvGrpSpPr>
      <p:grpSpPr>
        <a:xfrm>
          <a:off x="0" y="0"/>
          <a:ext cx="0" cy="0"/>
          <a:chOff x="0" y="0"/>
          <a:chExt cx="0" cy="0"/>
        </a:xfrm>
      </p:grpSpPr>
      <p:pic>
        <p:nvPicPr>
          <p:cNvPr id="43" name="Picture 42">
            <a:extLst>
              <a:ext uri="{FF2B5EF4-FFF2-40B4-BE49-F238E27FC236}">
                <a16:creationId xmlns:a16="http://schemas.microsoft.com/office/drawing/2014/main" id="{7C55D363-7694-CD53-29C0-725701C95BD5}"/>
              </a:ext>
            </a:extLst>
          </p:cNvPr>
          <p:cNvPicPr>
            <a:picLocks noChangeAspect="1"/>
          </p:cNvPicPr>
          <p:nvPr/>
        </p:nvPicPr>
        <p:blipFill>
          <a:blip r:embed="rId2"/>
          <a:srcRect/>
          <a:stretch/>
        </p:blipFill>
        <p:spPr>
          <a:xfrm>
            <a:off x="1" y="0"/>
            <a:ext cx="12192000" cy="6858000"/>
          </a:xfrm>
          <a:prstGeom prst="rect">
            <a:avLst/>
          </a:prstGeom>
        </p:spPr>
      </p:pic>
      <p:pic>
        <p:nvPicPr>
          <p:cNvPr id="44" name="Rectangle" descr="preencoded.png">
            <a:extLst>
              <a:ext uri="{FF2B5EF4-FFF2-40B4-BE49-F238E27FC236}">
                <a16:creationId xmlns:a16="http://schemas.microsoft.com/office/drawing/2014/main" id="{93A76456-5A83-44A5-396E-9B6B07335C82}"/>
              </a:ext>
            </a:extLst>
          </p:cNvPr>
          <p:cNvPicPr>
            <a:picLocks noChangeAspect="1"/>
          </p:cNvPicPr>
          <p:nvPr/>
        </p:nvPicPr>
        <p:blipFill>
          <a:blip r:embed="rId3">
            <a:alphaModFix amt="50000"/>
          </a:blip>
          <a:srcRect/>
          <a:stretch/>
        </p:blipFill>
        <p:spPr>
          <a:xfrm>
            <a:off x="-1" y="21640"/>
            <a:ext cx="12192000" cy="6858000"/>
          </a:xfrm>
          <a:prstGeom prst="rect">
            <a:avLst/>
          </a:prstGeom>
        </p:spPr>
      </p:pic>
      <p:sp>
        <p:nvSpPr>
          <p:cNvPr id="47" name="Title 2">
            <a:extLst>
              <a:ext uri="{FF2B5EF4-FFF2-40B4-BE49-F238E27FC236}">
                <a16:creationId xmlns:a16="http://schemas.microsoft.com/office/drawing/2014/main" id="{F4A4DB78-4158-E9DF-DB03-2DBF85B2FEC4}"/>
              </a:ext>
            </a:extLst>
          </p:cNvPr>
          <p:cNvSpPr>
            <a:spLocks noGrp="1"/>
          </p:cNvSpPr>
          <p:nvPr>
            <p:ph type="title" hasCustomPrompt="1"/>
          </p:nvPr>
        </p:nvSpPr>
        <p:spPr>
          <a:xfrm>
            <a:off x="339725" y="2401795"/>
            <a:ext cx="8575674" cy="2097690"/>
          </a:xfrm>
          <a:prstGeom prst="rect">
            <a:avLst/>
          </a:prstGeom>
        </p:spPr>
        <p:txBody>
          <a:bodyPr wrap="square" lIns="9144" rIns="0">
            <a:spAutoFit/>
          </a:bodyPr>
          <a:lstStyle>
            <a:lvl1pPr>
              <a:lnSpc>
                <a:spcPct val="85000"/>
              </a:lnSpc>
              <a:defRPr sz="7500" b="0" i="0" spc="-250">
                <a:solidFill>
                  <a:schemeClr val="bg1"/>
                </a:solidFill>
                <a:latin typeface="Arial" panose="020B0604020202020204" pitchFamily="34" charset="0"/>
                <a:cs typeface="Arial" panose="020B0604020202020204" pitchFamily="34" charset="0"/>
              </a:defRPr>
            </a:lvl1pPr>
          </a:lstStyle>
          <a:p>
            <a:pPr lvl="0"/>
            <a:r>
              <a:rPr lang="en-US" dirty="0"/>
              <a:t>Digital </a:t>
            </a:r>
            <a:br>
              <a:rPr lang="en-US" dirty="0"/>
            </a:br>
            <a:r>
              <a:rPr lang="en-US" dirty="0"/>
              <a:t>Campaigns</a:t>
            </a:r>
          </a:p>
        </p:txBody>
      </p:sp>
      <p:pic>
        <p:nvPicPr>
          <p:cNvPr id="49" name="Logo" descr="preencoded.png">
            <a:extLst>
              <a:ext uri="{FF2B5EF4-FFF2-40B4-BE49-F238E27FC236}">
                <a16:creationId xmlns:a16="http://schemas.microsoft.com/office/drawing/2014/main" id="{78EA91C3-11B6-12D0-336F-79203E70EFAA}"/>
              </a:ext>
            </a:extLst>
          </p:cNvPr>
          <p:cNvPicPr>
            <a:picLocks noChangeAspect="1"/>
          </p:cNvPicPr>
          <p:nvPr/>
        </p:nvPicPr>
        <p:blipFill>
          <a:blip>
            <a:extLst>
              <a:ext uri="{96DAC541-7B7A-43D3-8B79-37D633B846F1}">
                <asvg:svgBlip xmlns:asvg="http://schemas.microsoft.com/office/drawing/2016/SVG/main" r:embed="rId4"/>
              </a:ext>
            </a:extLst>
          </a:blip>
          <a:srcRect/>
          <a:stretch/>
        </p:blipFill>
        <p:spPr>
          <a:xfrm>
            <a:off x="10902950" y="419100"/>
            <a:ext cx="869950" cy="222250"/>
          </a:xfrm>
          <a:prstGeom prst="rect">
            <a:avLst/>
          </a:prstGeom>
        </p:spPr>
      </p:pic>
      <p:sp>
        <p:nvSpPr>
          <p:cNvPr id="50" name="Text Placeholder 14">
            <a:extLst>
              <a:ext uri="{FF2B5EF4-FFF2-40B4-BE49-F238E27FC236}">
                <a16:creationId xmlns:a16="http://schemas.microsoft.com/office/drawing/2014/main" id="{00D627A0-30FA-A34F-7E8C-E42A1E8E88A6}"/>
              </a:ext>
            </a:extLst>
          </p:cNvPr>
          <p:cNvSpPr>
            <a:spLocks noGrp="1"/>
          </p:cNvSpPr>
          <p:nvPr>
            <p:ph type="body" sz="quarter" idx="13" hasCustomPrompt="1"/>
          </p:nvPr>
        </p:nvSpPr>
        <p:spPr>
          <a:xfrm>
            <a:off x="339725" y="333800"/>
            <a:ext cx="2860675" cy="307777"/>
          </a:xfrm>
          <a:prstGeom prst="rect">
            <a:avLst/>
          </a:prstGeom>
        </p:spPr>
        <p:txBody>
          <a:bodyPr wrap="square" lIns="82296" rIns="0">
            <a:spAutoFit/>
          </a:bodyPr>
          <a:lstStyle>
            <a:lvl1pPr>
              <a:lnSpc>
                <a:spcPct val="100000"/>
              </a:lnSpc>
              <a:buNone/>
              <a:defRPr sz="1400" b="1" i="0" spc="-30">
                <a:solidFill>
                  <a:schemeClr val="bg1"/>
                </a:solidFill>
                <a:latin typeface="Arial" panose="020B0604020202020204" pitchFamily="34" charset="0"/>
                <a:cs typeface="Arial" panose="020B0604020202020204" pitchFamily="34" charset="0"/>
              </a:defRPr>
            </a:lvl1pPr>
          </a:lstStyle>
          <a:p>
            <a:pPr lvl="0"/>
            <a:r>
              <a:rPr lang="en-US" b="1" dirty="0"/>
              <a:t>Section Header</a:t>
            </a:r>
          </a:p>
        </p:txBody>
      </p:sp>
      <p:sp>
        <p:nvSpPr>
          <p:cNvPr id="5" name="2026 Western Digital Corporation All rights reserved">
            <a:extLst>
              <a:ext uri="{FF2B5EF4-FFF2-40B4-BE49-F238E27FC236}">
                <a16:creationId xmlns:a16="http://schemas.microsoft.com/office/drawing/2014/main" id="{8638099B-E3D3-6B61-8A6B-303CA6565DEC}"/>
              </a:ext>
            </a:extLst>
          </p:cNvPr>
          <p:cNvSpPr/>
          <p:nvPr/>
        </p:nvSpPr>
        <p:spPr>
          <a:xfrm>
            <a:off x="419100" y="6638989"/>
            <a:ext cx="2794000" cy="92589"/>
          </a:xfrm>
          <a:prstGeom prst="rect">
            <a:avLst/>
          </a:prstGeom>
          <a:noFill/>
          <a:ln/>
        </p:spPr>
        <p:txBody>
          <a:bodyPr wrap="square" lIns="0" tIns="0" rIns="0" bIns="0" rtlCol="0" anchor="t">
            <a:spAutoFit/>
          </a:bodyPr>
          <a:lstStyle/>
          <a:p>
            <a:pPr>
              <a:lnSpc>
                <a:spcPct val="75000"/>
              </a:lnSpc>
            </a:pPr>
            <a:r>
              <a:rPr lang="en-US" sz="800" b="0" i="0" dirty="0">
                <a:solidFill>
                  <a:schemeClr val="bg1"/>
                </a:solidFill>
                <a:latin typeface="Arial" panose="020B0604020202020204" pitchFamily="34" charset="0"/>
                <a:ea typeface="Arial" pitchFamily="34" charset="-122"/>
                <a:cs typeface="Arial" panose="020B0604020202020204" pitchFamily="34" charset="0"/>
              </a:rPr>
              <a:t>©  2026 Western Digital Corporation. All rights reserved.</a:t>
            </a:r>
            <a:endParaRPr lang="en-US" sz="800" b="0" i="0" dirty="0">
              <a:solidFill>
                <a:schemeClr val="bg1"/>
              </a:solidFill>
              <a:latin typeface="Arial" panose="020B0604020202020204" pitchFamily="34" charset="0"/>
              <a:cs typeface="Arial" panose="020B0604020202020204" pitchFamily="34" charset="0"/>
            </a:endParaRPr>
          </a:p>
        </p:txBody>
      </p:sp>
      <p:sp>
        <p:nvSpPr>
          <p:cNvPr id="6" name="Slide Number Placeholder 1">
            <a:extLst>
              <a:ext uri="{FF2B5EF4-FFF2-40B4-BE49-F238E27FC236}">
                <a16:creationId xmlns:a16="http://schemas.microsoft.com/office/drawing/2014/main" id="{EEF99012-CB8C-2F7F-43FE-C70F0E28E3E1}"/>
              </a:ext>
            </a:extLst>
          </p:cNvPr>
          <p:cNvSpPr>
            <a:spLocks noGrp="1"/>
          </p:cNvSpPr>
          <p:nvPr>
            <p:ph type="sldNum" sz="quarter" idx="4"/>
          </p:nvPr>
        </p:nvSpPr>
        <p:spPr>
          <a:xfrm>
            <a:off x="11215668" y="6562157"/>
            <a:ext cx="658832" cy="215444"/>
          </a:xfrm>
          <a:prstGeom prst="rect">
            <a:avLst/>
          </a:prstGeom>
        </p:spPr>
        <p:txBody>
          <a:bodyPr vert="horz" lIns="91440" tIns="45720" rIns="0" bIns="45720" rtlCol="0" anchor="ctr">
            <a:spAutoFit/>
          </a:bodyPr>
          <a:lstStyle>
            <a:lvl1pPr algn="r">
              <a:defRPr sz="800" b="0" i="0">
                <a:solidFill>
                  <a:schemeClr val="bg1"/>
                </a:solidFill>
                <a:latin typeface="Arial" panose="020B0604020202020204" pitchFamily="34" charset="0"/>
                <a:cs typeface="Arial" panose="020B0604020202020204" pitchFamily="34" charset="0"/>
              </a:defRPr>
            </a:lvl1pPr>
          </a:lstStyle>
          <a:p>
            <a:fld id="{B06B19F4-CF25-446C-B362-D8BB27BE9D9B}" type="slidenum">
              <a:rPr lang="en-US" smtClean="0"/>
              <a:t>‹#›</a:t>
            </a:fld>
            <a:endParaRPr lang="en-US"/>
          </a:p>
        </p:txBody>
      </p:sp>
      <p:sp>
        <p:nvSpPr>
          <p:cNvPr id="7" name="WD Confidential">
            <a:extLst>
              <a:ext uri="{FF2B5EF4-FFF2-40B4-BE49-F238E27FC236}">
                <a16:creationId xmlns:a16="http://schemas.microsoft.com/office/drawing/2014/main" id="{8ACCF60D-6F0F-F771-317A-2FB85FFF752A}"/>
              </a:ext>
            </a:extLst>
          </p:cNvPr>
          <p:cNvSpPr/>
          <p:nvPr/>
        </p:nvSpPr>
        <p:spPr>
          <a:xfrm>
            <a:off x="8991600" y="6638990"/>
            <a:ext cx="1244600" cy="92589"/>
          </a:xfrm>
          <a:prstGeom prst="rect">
            <a:avLst/>
          </a:prstGeom>
          <a:noFill/>
          <a:ln/>
        </p:spPr>
        <p:txBody>
          <a:bodyPr wrap="square" lIns="0" tIns="0" rIns="0" bIns="0" rtlCol="0" anchor="t">
            <a:spAutoFit/>
          </a:bodyPr>
          <a:lstStyle/>
          <a:p>
            <a:pPr>
              <a:lnSpc>
                <a:spcPct val="75000"/>
              </a:lnSpc>
            </a:pPr>
            <a:r>
              <a:rPr lang="en-US" sz="800" b="0" i="0" dirty="0">
                <a:solidFill>
                  <a:schemeClr val="bg1"/>
                </a:solidFill>
                <a:latin typeface="Arial" panose="020B0604020202020204" pitchFamily="34" charset="0"/>
                <a:ea typeface="Arial" pitchFamily="34" charset="-122"/>
                <a:cs typeface="Arial" panose="020B0604020202020204" pitchFamily="34" charset="0"/>
              </a:rPr>
              <a:t>WD CONFIDENTIAL</a:t>
            </a:r>
            <a:endParaRPr lang="en-US" sz="800" b="0" i="0" dirty="0">
              <a:solidFill>
                <a:schemeClr val="bg1"/>
              </a:solidFill>
              <a:latin typeface="Arial" panose="020B0604020202020204" pitchFamily="34" charset="0"/>
              <a:cs typeface="Arial" panose="020B0604020202020204" pitchFamily="34" charset="0"/>
            </a:endParaRPr>
          </a:p>
        </p:txBody>
      </p:sp>
      <p:pic>
        <p:nvPicPr>
          <p:cNvPr id="2" name="Picture 1">
            <a:extLst>
              <a:ext uri="{FF2B5EF4-FFF2-40B4-BE49-F238E27FC236}">
                <a16:creationId xmlns:a16="http://schemas.microsoft.com/office/drawing/2014/main" id="{D424E7A4-9F06-2FC4-53C2-8FD1F4117FFD}"/>
              </a:ext>
            </a:extLst>
          </p:cNvPr>
          <p:cNvPicPr>
            <a:picLocks noChangeAspect="1"/>
          </p:cNvPicPr>
          <p:nvPr/>
        </p:nvPicPr>
        <p:blipFill>
          <a:blip r:embed="rId2"/>
          <a:srcRect/>
          <a:stretch/>
        </p:blipFill>
        <p:spPr>
          <a:xfrm>
            <a:off x="1" y="0"/>
            <a:ext cx="12192000" cy="6858000"/>
          </a:xfrm>
          <a:prstGeom prst="rect">
            <a:avLst/>
          </a:prstGeom>
        </p:spPr>
      </p:pic>
      <p:pic>
        <p:nvPicPr>
          <p:cNvPr id="3" name="Rectangle" descr="preencoded.png">
            <a:extLst>
              <a:ext uri="{FF2B5EF4-FFF2-40B4-BE49-F238E27FC236}">
                <a16:creationId xmlns:a16="http://schemas.microsoft.com/office/drawing/2014/main" id="{0156C217-ED27-1987-3AAF-DCCCED2BA399}"/>
              </a:ext>
            </a:extLst>
          </p:cNvPr>
          <p:cNvPicPr>
            <a:picLocks noChangeAspect="1"/>
          </p:cNvPicPr>
          <p:nvPr/>
        </p:nvPicPr>
        <p:blipFill>
          <a:blip r:embed="rId3">
            <a:alphaModFix amt="50000"/>
          </a:blip>
          <a:srcRect/>
          <a:stretch/>
        </p:blipFill>
        <p:spPr>
          <a:xfrm>
            <a:off x="-1" y="21640"/>
            <a:ext cx="12192000" cy="6858000"/>
          </a:xfrm>
          <a:prstGeom prst="rect">
            <a:avLst/>
          </a:prstGeom>
        </p:spPr>
      </p:pic>
      <p:pic>
        <p:nvPicPr>
          <p:cNvPr id="4" name="Logo" descr="preencoded.png">
            <a:extLst>
              <a:ext uri="{FF2B5EF4-FFF2-40B4-BE49-F238E27FC236}">
                <a16:creationId xmlns:a16="http://schemas.microsoft.com/office/drawing/2014/main" id="{4513BAE6-9B84-829F-360C-ED3D4CF96D5D}"/>
              </a:ext>
            </a:extLst>
          </p:cNvPr>
          <p:cNvPicPr>
            <a:picLocks noChangeAspect="1"/>
          </p:cNvPicPr>
          <p:nvPr/>
        </p:nvPicPr>
        <p:blipFill>
          <a:blip>
            <a:extLst>
              <a:ext uri="{96DAC541-7B7A-43D3-8B79-37D633B846F1}">
                <asvg:svgBlip xmlns:asvg="http://schemas.microsoft.com/office/drawing/2016/SVG/main" r:embed="rId4"/>
              </a:ext>
            </a:extLst>
          </a:blip>
          <a:srcRect/>
          <a:stretch/>
        </p:blipFill>
        <p:spPr>
          <a:xfrm>
            <a:off x="10902950" y="419100"/>
            <a:ext cx="869950" cy="222250"/>
          </a:xfrm>
          <a:prstGeom prst="rect">
            <a:avLst/>
          </a:prstGeom>
        </p:spPr>
      </p:pic>
      <p:sp>
        <p:nvSpPr>
          <p:cNvPr id="8" name="2026 Western Digital Corporation All rights reserved">
            <a:extLst>
              <a:ext uri="{FF2B5EF4-FFF2-40B4-BE49-F238E27FC236}">
                <a16:creationId xmlns:a16="http://schemas.microsoft.com/office/drawing/2014/main" id="{5BDE3458-FB1F-9B12-CBDE-37288940397F}"/>
              </a:ext>
            </a:extLst>
          </p:cNvPr>
          <p:cNvSpPr/>
          <p:nvPr/>
        </p:nvSpPr>
        <p:spPr>
          <a:xfrm>
            <a:off x="419100" y="6638989"/>
            <a:ext cx="2794000" cy="92589"/>
          </a:xfrm>
          <a:prstGeom prst="rect">
            <a:avLst/>
          </a:prstGeom>
          <a:noFill/>
          <a:ln/>
        </p:spPr>
        <p:txBody>
          <a:bodyPr wrap="square" lIns="0" tIns="0" rIns="0" bIns="0" rtlCol="0" anchor="t">
            <a:spAutoFit/>
          </a:bodyPr>
          <a:lstStyle/>
          <a:p>
            <a:pPr>
              <a:lnSpc>
                <a:spcPct val="75000"/>
              </a:lnSpc>
            </a:pPr>
            <a:r>
              <a:rPr lang="en-US" sz="800" b="0" i="0" dirty="0">
                <a:solidFill>
                  <a:schemeClr val="bg1"/>
                </a:solidFill>
                <a:latin typeface="Arial" panose="020B0604020202020204" pitchFamily="34" charset="0"/>
                <a:ea typeface="Arial" pitchFamily="34" charset="-122"/>
                <a:cs typeface="Arial" panose="020B0604020202020204" pitchFamily="34" charset="0"/>
              </a:rPr>
              <a:t>©  2026 Western Digital Corporation. All rights reserved.</a:t>
            </a:r>
            <a:endParaRPr lang="en-US" sz="800" b="0" i="0" dirty="0">
              <a:solidFill>
                <a:schemeClr val="bg1"/>
              </a:solidFill>
              <a:latin typeface="Arial" panose="020B0604020202020204" pitchFamily="34" charset="0"/>
              <a:cs typeface="Arial" panose="020B0604020202020204" pitchFamily="34" charset="0"/>
            </a:endParaRPr>
          </a:p>
        </p:txBody>
      </p:sp>
      <p:sp>
        <p:nvSpPr>
          <p:cNvPr id="9" name="WD Confidential">
            <a:extLst>
              <a:ext uri="{FF2B5EF4-FFF2-40B4-BE49-F238E27FC236}">
                <a16:creationId xmlns:a16="http://schemas.microsoft.com/office/drawing/2014/main" id="{E5EDD19B-0B4C-B918-350E-613B80C3E33D}"/>
              </a:ext>
            </a:extLst>
          </p:cNvPr>
          <p:cNvSpPr/>
          <p:nvPr/>
        </p:nvSpPr>
        <p:spPr>
          <a:xfrm>
            <a:off x="8991600" y="6638990"/>
            <a:ext cx="1244600" cy="92589"/>
          </a:xfrm>
          <a:prstGeom prst="rect">
            <a:avLst/>
          </a:prstGeom>
          <a:noFill/>
          <a:ln/>
        </p:spPr>
        <p:txBody>
          <a:bodyPr wrap="square" lIns="0" tIns="0" rIns="0" bIns="0" rtlCol="0" anchor="t">
            <a:spAutoFit/>
          </a:bodyPr>
          <a:lstStyle/>
          <a:p>
            <a:pPr>
              <a:lnSpc>
                <a:spcPct val="75000"/>
              </a:lnSpc>
            </a:pPr>
            <a:r>
              <a:rPr lang="en-US" sz="800" b="0" i="0" dirty="0">
                <a:solidFill>
                  <a:schemeClr val="bg1"/>
                </a:solidFill>
                <a:latin typeface="Arial" panose="020B0604020202020204" pitchFamily="34" charset="0"/>
                <a:ea typeface="Arial" pitchFamily="34" charset="-122"/>
                <a:cs typeface="Arial" panose="020B0604020202020204" pitchFamily="34" charset="0"/>
              </a:rPr>
              <a:t>WD CONFIDENTIAL</a:t>
            </a:r>
            <a:endParaRPr lang="en-US" sz="800" b="0" i="0" dirty="0">
              <a:solidFill>
                <a:schemeClr val="bg1"/>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02652531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Quote Gradient">
    <p:spTree>
      <p:nvGrpSpPr>
        <p:cNvPr id="1" name=""/>
        <p:cNvGrpSpPr/>
        <p:nvPr/>
      </p:nvGrpSpPr>
      <p:grpSpPr>
        <a:xfrm>
          <a:off x="0" y="0"/>
          <a:ext cx="0" cy="0"/>
          <a:chOff x="0" y="0"/>
          <a:chExt cx="0" cy="0"/>
        </a:xfrm>
      </p:grpSpPr>
      <p:pic>
        <p:nvPicPr>
          <p:cNvPr id="8" name="Graphic 7">
            <a:extLst>
              <a:ext uri="{FF2B5EF4-FFF2-40B4-BE49-F238E27FC236}">
                <a16:creationId xmlns:a16="http://schemas.microsoft.com/office/drawing/2014/main" id="{B5245493-1A64-E190-69B8-E76153C231B5}"/>
              </a:ext>
            </a:extLst>
          </p:cNvPr>
          <p:cNvPicPr>
            <a:picLocks noChangeAspect="1"/>
          </p:cNvPicPr>
          <p:nvPr/>
        </p:nvPicPr>
        <p:blipFill>
          <a:blip>
            <a:extLst>
              <a:ext uri="{96DAC541-7B7A-43D3-8B79-37D633B846F1}">
                <asvg:svgBlip xmlns:asvg="http://schemas.microsoft.com/office/drawing/2016/SVG/main" r:embed="rId2"/>
              </a:ext>
            </a:extLst>
          </a:blip>
          <a:srcRect t="7770" b="7770"/>
          <a:stretch>
            <a:fillRect/>
          </a:stretch>
        </p:blipFill>
        <p:spPr>
          <a:xfrm>
            <a:off x="0" y="0"/>
            <a:ext cx="12192000" cy="6858000"/>
          </a:xfrm>
          <a:prstGeom prst="rect">
            <a:avLst/>
          </a:prstGeom>
        </p:spPr>
      </p:pic>
      <p:sp>
        <p:nvSpPr>
          <p:cNvPr id="3" name="Text Placeholder 14">
            <a:extLst>
              <a:ext uri="{FF2B5EF4-FFF2-40B4-BE49-F238E27FC236}">
                <a16:creationId xmlns:a16="http://schemas.microsoft.com/office/drawing/2014/main" id="{84968157-8C77-7C15-F9B5-A4CC28683439}"/>
              </a:ext>
            </a:extLst>
          </p:cNvPr>
          <p:cNvSpPr>
            <a:spLocks noGrp="1"/>
          </p:cNvSpPr>
          <p:nvPr>
            <p:ph type="body" sz="quarter" idx="11" hasCustomPrompt="1"/>
          </p:nvPr>
        </p:nvSpPr>
        <p:spPr>
          <a:xfrm>
            <a:off x="339725" y="5305900"/>
            <a:ext cx="7623175" cy="461665"/>
          </a:xfrm>
          <a:prstGeom prst="rect">
            <a:avLst/>
          </a:prstGeom>
        </p:spPr>
        <p:txBody>
          <a:bodyPr wrap="square" lIns="64008" rIns="0">
            <a:spAutoFit/>
          </a:bodyPr>
          <a:lstStyle>
            <a:lvl1pPr>
              <a:lnSpc>
                <a:spcPct val="100000"/>
              </a:lnSpc>
              <a:buNone/>
              <a:defRPr sz="2400" b="1" i="0" spc="-80">
                <a:solidFill>
                  <a:schemeClr val="bg1"/>
                </a:solidFill>
                <a:latin typeface="Arial" panose="020B0604020202020204" pitchFamily="34" charset="0"/>
                <a:cs typeface="Arial" panose="020B0604020202020204" pitchFamily="34" charset="0"/>
              </a:defRPr>
            </a:lvl1pPr>
          </a:lstStyle>
          <a:p>
            <a:pPr lvl="0"/>
            <a:r>
              <a:rPr lang="en-US" dirty="0"/>
              <a:t>FirstName LastName</a:t>
            </a:r>
          </a:p>
        </p:txBody>
      </p:sp>
      <p:sp>
        <p:nvSpPr>
          <p:cNvPr id="4" name="Text Placeholder 14">
            <a:extLst>
              <a:ext uri="{FF2B5EF4-FFF2-40B4-BE49-F238E27FC236}">
                <a16:creationId xmlns:a16="http://schemas.microsoft.com/office/drawing/2014/main" id="{6852C012-816F-EC03-EDBA-71402F036E59}"/>
              </a:ext>
            </a:extLst>
          </p:cNvPr>
          <p:cNvSpPr>
            <a:spLocks noGrp="1"/>
          </p:cNvSpPr>
          <p:nvPr>
            <p:ph type="body" sz="quarter" idx="12" hasCustomPrompt="1"/>
          </p:nvPr>
        </p:nvSpPr>
        <p:spPr>
          <a:xfrm>
            <a:off x="339726" y="5824740"/>
            <a:ext cx="7641272" cy="307777"/>
          </a:xfrm>
          <a:prstGeom prst="rect">
            <a:avLst/>
          </a:prstGeom>
        </p:spPr>
        <p:txBody>
          <a:bodyPr wrap="square" lIns="82296" rIns="0">
            <a:spAutoFit/>
          </a:bodyPr>
          <a:lstStyle>
            <a:lvl1pPr>
              <a:lnSpc>
                <a:spcPct val="100000"/>
              </a:lnSpc>
              <a:buNone/>
              <a:defRPr sz="1400" b="0" i="0" spc="-30">
                <a:solidFill>
                  <a:schemeClr val="bg1"/>
                </a:solidFill>
                <a:latin typeface="Arial" panose="020B0604020202020204" pitchFamily="34" charset="0"/>
                <a:cs typeface="Arial" panose="020B0604020202020204" pitchFamily="34" charset="0"/>
              </a:defRPr>
            </a:lvl1pPr>
          </a:lstStyle>
          <a:p>
            <a:pPr lvl="0"/>
            <a:r>
              <a:rPr lang="en-US" dirty="0"/>
              <a:t>Title goes here</a:t>
            </a:r>
          </a:p>
        </p:txBody>
      </p:sp>
      <p:sp>
        <p:nvSpPr>
          <p:cNvPr id="5" name="Text Placeholder 14">
            <a:extLst>
              <a:ext uri="{FF2B5EF4-FFF2-40B4-BE49-F238E27FC236}">
                <a16:creationId xmlns:a16="http://schemas.microsoft.com/office/drawing/2014/main" id="{340C4934-5AC0-53B7-44F3-9390018CF5C7}"/>
              </a:ext>
            </a:extLst>
          </p:cNvPr>
          <p:cNvSpPr>
            <a:spLocks noGrp="1"/>
          </p:cNvSpPr>
          <p:nvPr>
            <p:ph type="body" sz="quarter" idx="13" hasCustomPrompt="1"/>
          </p:nvPr>
        </p:nvSpPr>
        <p:spPr>
          <a:xfrm>
            <a:off x="339725" y="333800"/>
            <a:ext cx="2860675" cy="307777"/>
          </a:xfrm>
          <a:prstGeom prst="rect">
            <a:avLst/>
          </a:prstGeom>
        </p:spPr>
        <p:txBody>
          <a:bodyPr wrap="square" lIns="82296" rIns="0">
            <a:spAutoFit/>
          </a:bodyPr>
          <a:lstStyle>
            <a:lvl1pPr>
              <a:lnSpc>
                <a:spcPct val="100000"/>
              </a:lnSpc>
              <a:buNone/>
              <a:defRPr sz="1400" b="1" i="0" spc="-30">
                <a:solidFill>
                  <a:schemeClr val="bg1"/>
                </a:solidFill>
                <a:latin typeface="Arial" panose="020B0604020202020204" pitchFamily="34" charset="0"/>
                <a:cs typeface="Arial" panose="020B0604020202020204" pitchFamily="34" charset="0"/>
              </a:defRPr>
            </a:lvl1pPr>
          </a:lstStyle>
          <a:p>
            <a:pPr lvl="0"/>
            <a:r>
              <a:rPr lang="en-US" b="1" dirty="0"/>
              <a:t>Section Header</a:t>
            </a:r>
          </a:p>
        </p:txBody>
      </p:sp>
      <p:sp>
        <p:nvSpPr>
          <p:cNvPr id="7" name="Text Placeholder 11">
            <a:extLst>
              <a:ext uri="{FF2B5EF4-FFF2-40B4-BE49-F238E27FC236}">
                <a16:creationId xmlns:a16="http://schemas.microsoft.com/office/drawing/2014/main" id="{7186C779-C1CA-D8EE-397A-BC47222544D9}"/>
              </a:ext>
            </a:extLst>
          </p:cNvPr>
          <p:cNvSpPr>
            <a:spLocks noGrp="1"/>
          </p:cNvSpPr>
          <p:nvPr>
            <p:ph type="body" sz="quarter" idx="14" hasCustomPrompt="1"/>
          </p:nvPr>
        </p:nvSpPr>
        <p:spPr>
          <a:xfrm>
            <a:off x="339725" y="1623008"/>
            <a:ext cx="9528175" cy="2920030"/>
          </a:xfrm>
          <a:prstGeom prst="rect">
            <a:avLst/>
          </a:prstGeom>
        </p:spPr>
        <p:txBody>
          <a:bodyPr wrap="square" lIns="27432" rIns="0">
            <a:spAutoFit/>
          </a:bodyPr>
          <a:lstStyle>
            <a:lvl1pPr marL="0" indent="0">
              <a:lnSpc>
                <a:spcPct val="75000"/>
              </a:lnSpc>
              <a:buNone/>
              <a:tabLst/>
              <a:defRPr sz="6000" b="0" i="0" spc="-170">
                <a:solidFill>
                  <a:schemeClr val="bg1"/>
                </a:solidFill>
                <a:latin typeface="Arial" panose="020B0604020202020204" pitchFamily="34" charset="0"/>
                <a:cs typeface="Arial" panose="020B0604020202020204" pitchFamily="34" charset="0"/>
              </a:defRPr>
            </a:lvl1pPr>
            <a:lvl2pPr marL="12700" indent="0">
              <a:buNone/>
              <a:tabLst/>
              <a:defRPr/>
            </a:lvl2pPr>
          </a:lstStyle>
          <a:p>
            <a:pPr lvl="0"/>
            <a:r>
              <a:rPr lang="en-US" dirty="0"/>
              <a:t>“</a:t>
            </a:r>
            <a:r>
              <a:rPr lang="en-US" dirty="0" err="1"/>
              <a:t>Neque</a:t>
            </a:r>
            <a:r>
              <a:rPr lang="en-US" dirty="0"/>
              <a:t> porro </a:t>
            </a:r>
            <a:r>
              <a:rPr lang="en-US" dirty="0" err="1"/>
              <a:t>quisquam</a:t>
            </a:r>
            <a:r>
              <a:rPr lang="en-US" dirty="0"/>
              <a:t>  lest, qui </a:t>
            </a:r>
            <a:r>
              <a:rPr lang="en-US" dirty="0" err="1"/>
              <a:t>dolorem</a:t>
            </a:r>
            <a:r>
              <a:rPr lang="en-US" dirty="0"/>
              <a:t> ipsum quia dolor sit </a:t>
            </a:r>
            <a:r>
              <a:rPr lang="en-US" dirty="0" err="1"/>
              <a:t>amet</a:t>
            </a:r>
            <a:r>
              <a:rPr lang="en-US" dirty="0"/>
              <a:t>, porro </a:t>
            </a:r>
            <a:r>
              <a:rPr lang="en-US" dirty="0" err="1"/>
              <a:t>quisquam</a:t>
            </a:r>
            <a:r>
              <a:rPr lang="en-US" dirty="0"/>
              <a:t> </a:t>
            </a:r>
            <a:r>
              <a:rPr lang="en-US" dirty="0" err="1"/>
              <a:t>consectetur</a:t>
            </a:r>
            <a:r>
              <a:rPr lang="en-US" dirty="0"/>
              <a:t>.”</a:t>
            </a:r>
          </a:p>
        </p:txBody>
      </p:sp>
      <p:pic>
        <p:nvPicPr>
          <p:cNvPr id="9" name="Logo" descr="preencoded.png">
            <a:extLst>
              <a:ext uri="{FF2B5EF4-FFF2-40B4-BE49-F238E27FC236}">
                <a16:creationId xmlns:a16="http://schemas.microsoft.com/office/drawing/2014/main" id="{04C03AE5-8148-BDEF-B92D-5D12D598A042}"/>
              </a:ext>
            </a:extLst>
          </p:cNvPr>
          <p:cNvPicPr>
            <a:picLocks noChangeAspect="1"/>
          </p:cNvPicPr>
          <p:nvPr/>
        </p:nvPicPr>
        <p:blipFill>
          <a:blip>
            <a:extLst>
              <a:ext uri="{96DAC541-7B7A-43D3-8B79-37D633B846F1}">
                <asvg:svgBlip xmlns:asvg="http://schemas.microsoft.com/office/drawing/2016/SVG/main" r:embed="rId3"/>
              </a:ext>
            </a:extLst>
          </a:blip>
          <a:srcRect/>
          <a:stretch/>
        </p:blipFill>
        <p:spPr>
          <a:xfrm>
            <a:off x="10902950" y="419100"/>
            <a:ext cx="869950" cy="222250"/>
          </a:xfrm>
          <a:prstGeom prst="rect">
            <a:avLst/>
          </a:prstGeom>
        </p:spPr>
      </p:pic>
      <p:sp>
        <p:nvSpPr>
          <p:cNvPr id="6" name="2026 Western Digital Corporation All rights reserved">
            <a:extLst>
              <a:ext uri="{FF2B5EF4-FFF2-40B4-BE49-F238E27FC236}">
                <a16:creationId xmlns:a16="http://schemas.microsoft.com/office/drawing/2014/main" id="{F50FBA37-7A2D-7DD6-6C01-859714C8BC1D}"/>
              </a:ext>
            </a:extLst>
          </p:cNvPr>
          <p:cNvSpPr/>
          <p:nvPr/>
        </p:nvSpPr>
        <p:spPr>
          <a:xfrm>
            <a:off x="419100" y="6638989"/>
            <a:ext cx="2794000" cy="92589"/>
          </a:xfrm>
          <a:prstGeom prst="rect">
            <a:avLst/>
          </a:prstGeom>
          <a:noFill/>
          <a:ln/>
        </p:spPr>
        <p:txBody>
          <a:bodyPr wrap="square" lIns="0" tIns="0" rIns="0" bIns="0" rtlCol="0" anchor="t">
            <a:spAutoFit/>
          </a:bodyPr>
          <a:lstStyle/>
          <a:p>
            <a:pPr>
              <a:lnSpc>
                <a:spcPct val="75000"/>
              </a:lnSpc>
            </a:pPr>
            <a:r>
              <a:rPr lang="en-US" sz="800" b="0" i="0" dirty="0">
                <a:solidFill>
                  <a:schemeClr val="bg1"/>
                </a:solidFill>
                <a:latin typeface="Arial" panose="020B0604020202020204" pitchFamily="34" charset="0"/>
                <a:ea typeface="Arial" pitchFamily="34" charset="-122"/>
                <a:cs typeface="Arial" panose="020B0604020202020204" pitchFamily="34" charset="0"/>
              </a:rPr>
              <a:t>©  2026 Western Digital Corporation. All rights reserved.</a:t>
            </a:r>
            <a:endParaRPr lang="en-US" sz="800" b="0" i="0" dirty="0">
              <a:solidFill>
                <a:schemeClr val="bg1"/>
              </a:solidFill>
              <a:latin typeface="Arial" panose="020B0604020202020204" pitchFamily="34" charset="0"/>
              <a:cs typeface="Arial" panose="020B0604020202020204" pitchFamily="34" charset="0"/>
            </a:endParaRPr>
          </a:p>
        </p:txBody>
      </p:sp>
      <p:sp>
        <p:nvSpPr>
          <p:cNvPr id="10" name="Slide Number Placeholder 1">
            <a:extLst>
              <a:ext uri="{FF2B5EF4-FFF2-40B4-BE49-F238E27FC236}">
                <a16:creationId xmlns:a16="http://schemas.microsoft.com/office/drawing/2014/main" id="{14F2F370-3FC8-55F0-1609-A5AB3B82F68C}"/>
              </a:ext>
            </a:extLst>
          </p:cNvPr>
          <p:cNvSpPr>
            <a:spLocks noGrp="1"/>
          </p:cNvSpPr>
          <p:nvPr>
            <p:ph type="sldNum" sz="quarter" idx="4"/>
          </p:nvPr>
        </p:nvSpPr>
        <p:spPr>
          <a:xfrm>
            <a:off x="11215668" y="6562157"/>
            <a:ext cx="658832" cy="215444"/>
          </a:xfrm>
          <a:prstGeom prst="rect">
            <a:avLst/>
          </a:prstGeom>
        </p:spPr>
        <p:txBody>
          <a:bodyPr vert="horz" lIns="91440" tIns="45720" rIns="0" bIns="45720" rtlCol="0" anchor="ctr">
            <a:spAutoFit/>
          </a:bodyPr>
          <a:lstStyle>
            <a:lvl1pPr algn="r">
              <a:defRPr sz="800" b="0" i="0">
                <a:solidFill>
                  <a:schemeClr val="bg1"/>
                </a:solidFill>
                <a:latin typeface="Arial" panose="020B0604020202020204" pitchFamily="34" charset="0"/>
                <a:cs typeface="Arial" panose="020B0604020202020204" pitchFamily="34" charset="0"/>
              </a:defRPr>
            </a:lvl1pPr>
          </a:lstStyle>
          <a:p>
            <a:fld id="{B06B19F4-CF25-446C-B362-D8BB27BE9D9B}" type="slidenum">
              <a:rPr lang="en-US" smtClean="0"/>
              <a:t>‹#›</a:t>
            </a:fld>
            <a:endParaRPr lang="en-US"/>
          </a:p>
        </p:txBody>
      </p:sp>
      <p:sp>
        <p:nvSpPr>
          <p:cNvPr id="13" name="WD Confidential">
            <a:extLst>
              <a:ext uri="{FF2B5EF4-FFF2-40B4-BE49-F238E27FC236}">
                <a16:creationId xmlns:a16="http://schemas.microsoft.com/office/drawing/2014/main" id="{E025AB58-C3AC-1C01-4DA3-22703B37449B}"/>
              </a:ext>
            </a:extLst>
          </p:cNvPr>
          <p:cNvSpPr/>
          <p:nvPr/>
        </p:nvSpPr>
        <p:spPr>
          <a:xfrm>
            <a:off x="8991600" y="6638990"/>
            <a:ext cx="1244600" cy="92589"/>
          </a:xfrm>
          <a:prstGeom prst="rect">
            <a:avLst/>
          </a:prstGeom>
          <a:noFill/>
          <a:ln/>
        </p:spPr>
        <p:txBody>
          <a:bodyPr wrap="square" lIns="0" tIns="0" rIns="0" bIns="0" rtlCol="0" anchor="t">
            <a:spAutoFit/>
          </a:bodyPr>
          <a:lstStyle/>
          <a:p>
            <a:pPr>
              <a:lnSpc>
                <a:spcPct val="75000"/>
              </a:lnSpc>
            </a:pPr>
            <a:r>
              <a:rPr lang="en-US" sz="800" b="0" i="0" dirty="0">
                <a:solidFill>
                  <a:schemeClr val="bg1"/>
                </a:solidFill>
                <a:latin typeface="Arial" panose="020B0604020202020204" pitchFamily="34" charset="0"/>
                <a:ea typeface="Arial" pitchFamily="34" charset="-122"/>
                <a:cs typeface="Arial" panose="020B0604020202020204" pitchFamily="34" charset="0"/>
              </a:rPr>
              <a:t>WD CONFIDENTIAL</a:t>
            </a:r>
            <a:endParaRPr lang="en-US" sz="800" b="0" i="0" dirty="0">
              <a:solidFill>
                <a:schemeClr val="bg1"/>
              </a:solidFill>
              <a:latin typeface="Arial" panose="020B0604020202020204" pitchFamily="34" charset="0"/>
              <a:cs typeface="Arial" panose="020B0604020202020204" pitchFamily="34" charset="0"/>
            </a:endParaRPr>
          </a:p>
        </p:txBody>
      </p:sp>
      <p:pic>
        <p:nvPicPr>
          <p:cNvPr id="2" name="Graphic 1">
            <a:extLst>
              <a:ext uri="{FF2B5EF4-FFF2-40B4-BE49-F238E27FC236}">
                <a16:creationId xmlns:a16="http://schemas.microsoft.com/office/drawing/2014/main" id="{61DEC582-4D3A-C5C6-7073-835D2B4867C3}"/>
              </a:ext>
            </a:extLst>
          </p:cNvPr>
          <p:cNvPicPr>
            <a:picLocks noChangeAspect="1"/>
          </p:cNvPicPr>
          <p:nvPr/>
        </p:nvPicPr>
        <p:blipFill>
          <a:blip>
            <a:extLst>
              <a:ext uri="{96DAC541-7B7A-43D3-8B79-37D633B846F1}">
                <asvg:svgBlip xmlns:asvg="http://schemas.microsoft.com/office/drawing/2016/SVG/main" r:embed="rId2"/>
              </a:ext>
            </a:extLst>
          </a:blip>
          <a:srcRect t="7770" b="7770"/>
          <a:stretch>
            <a:fillRect/>
          </a:stretch>
        </p:blipFill>
        <p:spPr>
          <a:xfrm>
            <a:off x="0" y="0"/>
            <a:ext cx="12192000" cy="6858000"/>
          </a:xfrm>
          <a:prstGeom prst="rect">
            <a:avLst/>
          </a:prstGeom>
        </p:spPr>
      </p:pic>
      <p:pic>
        <p:nvPicPr>
          <p:cNvPr id="11" name="Logo" descr="preencoded.png">
            <a:extLst>
              <a:ext uri="{FF2B5EF4-FFF2-40B4-BE49-F238E27FC236}">
                <a16:creationId xmlns:a16="http://schemas.microsoft.com/office/drawing/2014/main" id="{86F016A3-A12E-F2C3-BDDC-2BE61BCEAE9E}"/>
              </a:ext>
            </a:extLst>
          </p:cNvPr>
          <p:cNvPicPr>
            <a:picLocks noChangeAspect="1"/>
          </p:cNvPicPr>
          <p:nvPr/>
        </p:nvPicPr>
        <p:blipFill>
          <a:blip>
            <a:extLst>
              <a:ext uri="{96DAC541-7B7A-43D3-8B79-37D633B846F1}">
                <asvg:svgBlip xmlns:asvg="http://schemas.microsoft.com/office/drawing/2016/SVG/main" r:embed="rId3"/>
              </a:ext>
            </a:extLst>
          </a:blip>
          <a:srcRect/>
          <a:stretch/>
        </p:blipFill>
        <p:spPr>
          <a:xfrm>
            <a:off x="10902950" y="419100"/>
            <a:ext cx="869950" cy="222250"/>
          </a:xfrm>
          <a:prstGeom prst="rect">
            <a:avLst/>
          </a:prstGeom>
        </p:spPr>
      </p:pic>
      <p:sp>
        <p:nvSpPr>
          <p:cNvPr id="12" name="2026 Western Digital Corporation All rights reserved">
            <a:extLst>
              <a:ext uri="{FF2B5EF4-FFF2-40B4-BE49-F238E27FC236}">
                <a16:creationId xmlns:a16="http://schemas.microsoft.com/office/drawing/2014/main" id="{295767F6-1E66-CD1E-FF6D-A5AE18401522}"/>
              </a:ext>
            </a:extLst>
          </p:cNvPr>
          <p:cNvSpPr/>
          <p:nvPr/>
        </p:nvSpPr>
        <p:spPr>
          <a:xfrm>
            <a:off x="419100" y="6638989"/>
            <a:ext cx="2794000" cy="92589"/>
          </a:xfrm>
          <a:prstGeom prst="rect">
            <a:avLst/>
          </a:prstGeom>
          <a:noFill/>
          <a:ln/>
        </p:spPr>
        <p:txBody>
          <a:bodyPr wrap="square" lIns="0" tIns="0" rIns="0" bIns="0" rtlCol="0" anchor="t">
            <a:spAutoFit/>
          </a:bodyPr>
          <a:lstStyle/>
          <a:p>
            <a:pPr>
              <a:lnSpc>
                <a:spcPct val="75000"/>
              </a:lnSpc>
            </a:pPr>
            <a:r>
              <a:rPr lang="en-US" sz="800" b="0" i="0" dirty="0">
                <a:solidFill>
                  <a:schemeClr val="bg1"/>
                </a:solidFill>
                <a:latin typeface="Arial" panose="020B0604020202020204" pitchFamily="34" charset="0"/>
                <a:ea typeface="Arial" pitchFamily="34" charset="-122"/>
                <a:cs typeface="Arial" panose="020B0604020202020204" pitchFamily="34" charset="0"/>
              </a:rPr>
              <a:t>©  2026 Western Digital Corporation. All rights reserved.</a:t>
            </a:r>
            <a:endParaRPr lang="en-US" sz="800" b="0" i="0" dirty="0">
              <a:solidFill>
                <a:schemeClr val="bg1"/>
              </a:solidFill>
              <a:latin typeface="Arial" panose="020B0604020202020204" pitchFamily="34" charset="0"/>
              <a:cs typeface="Arial" panose="020B0604020202020204" pitchFamily="34" charset="0"/>
            </a:endParaRPr>
          </a:p>
        </p:txBody>
      </p:sp>
      <p:sp>
        <p:nvSpPr>
          <p:cNvPr id="14" name="WD Confidential">
            <a:extLst>
              <a:ext uri="{FF2B5EF4-FFF2-40B4-BE49-F238E27FC236}">
                <a16:creationId xmlns:a16="http://schemas.microsoft.com/office/drawing/2014/main" id="{07DADA49-B525-57A6-91BE-2DC7CB8B5815}"/>
              </a:ext>
            </a:extLst>
          </p:cNvPr>
          <p:cNvSpPr/>
          <p:nvPr/>
        </p:nvSpPr>
        <p:spPr>
          <a:xfrm>
            <a:off x="8991600" y="6638990"/>
            <a:ext cx="1244600" cy="92589"/>
          </a:xfrm>
          <a:prstGeom prst="rect">
            <a:avLst/>
          </a:prstGeom>
          <a:noFill/>
          <a:ln/>
        </p:spPr>
        <p:txBody>
          <a:bodyPr wrap="square" lIns="0" tIns="0" rIns="0" bIns="0" rtlCol="0" anchor="t">
            <a:spAutoFit/>
          </a:bodyPr>
          <a:lstStyle/>
          <a:p>
            <a:pPr>
              <a:lnSpc>
                <a:spcPct val="75000"/>
              </a:lnSpc>
            </a:pPr>
            <a:r>
              <a:rPr lang="en-US" sz="800" b="0" i="0" dirty="0">
                <a:solidFill>
                  <a:schemeClr val="bg1"/>
                </a:solidFill>
                <a:latin typeface="Arial" panose="020B0604020202020204" pitchFamily="34" charset="0"/>
                <a:ea typeface="Arial" pitchFamily="34" charset="-122"/>
                <a:cs typeface="Arial" panose="020B0604020202020204" pitchFamily="34" charset="0"/>
              </a:rPr>
              <a:t>WD CONFIDENTIAL</a:t>
            </a:r>
            <a:endParaRPr lang="en-US" sz="800" b="0" i="0" dirty="0">
              <a:solidFill>
                <a:schemeClr val="bg1"/>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63018822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Headshot">
    <p:spTree>
      <p:nvGrpSpPr>
        <p:cNvPr id="1" name=""/>
        <p:cNvGrpSpPr/>
        <p:nvPr/>
      </p:nvGrpSpPr>
      <p:grpSpPr>
        <a:xfrm>
          <a:off x="0" y="0"/>
          <a:ext cx="0" cy="0"/>
          <a:chOff x="0" y="0"/>
          <a:chExt cx="0" cy="0"/>
        </a:xfrm>
      </p:grpSpPr>
      <p:sp>
        <p:nvSpPr>
          <p:cNvPr id="2" name="Picture Placeholder 8">
            <a:extLst>
              <a:ext uri="{FF2B5EF4-FFF2-40B4-BE49-F238E27FC236}">
                <a16:creationId xmlns:a16="http://schemas.microsoft.com/office/drawing/2014/main" id="{A3A4BF43-FA17-1E78-9155-FF2170E2D983}"/>
              </a:ext>
            </a:extLst>
          </p:cNvPr>
          <p:cNvSpPr>
            <a:spLocks noGrp="1"/>
          </p:cNvSpPr>
          <p:nvPr>
            <p:ph type="pic" sz="quarter" idx="15"/>
          </p:nvPr>
        </p:nvSpPr>
        <p:spPr>
          <a:xfrm>
            <a:off x="419100" y="4312598"/>
            <a:ext cx="1421916" cy="1428525"/>
          </a:xfrm>
          <a:prstGeom prst="ellipse">
            <a:avLst/>
          </a:prstGeom>
        </p:spPr>
        <p:txBody>
          <a:bodyPr rIns="0"/>
          <a:lstStyle>
            <a:lvl1pPr>
              <a:buNone/>
              <a:defRPr b="0" i="0">
                <a:latin typeface="Arial" panose="020B0604020202020204" pitchFamily="34" charset="0"/>
                <a:cs typeface="Arial" panose="020B0604020202020204" pitchFamily="34" charset="0"/>
              </a:defRPr>
            </a:lvl1pPr>
          </a:lstStyle>
          <a:p>
            <a:r>
              <a:rPr lang="en-US"/>
              <a:t>Click icon to add picture</a:t>
            </a:r>
            <a:endParaRPr lang="en-US" dirty="0"/>
          </a:p>
        </p:txBody>
      </p:sp>
      <p:sp>
        <p:nvSpPr>
          <p:cNvPr id="18" name="Text Placeholder 14">
            <a:extLst>
              <a:ext uri="{FF2B5EF4-FFF2-40B4-BE49-F238E27FC236}">
                <a16:creationId xmlns:a16="http://schemas.microsoft.com/office/drawing/2014/main" id="{1496A2C0-A45A-F093-4D48-BA745EAF700E}"/>
              </a:ext>
            </a:extLst>
          </p:cNvPr>
          <p:cNvSpPr>
            <a:spLocks noGrp="1"/>
          </p:cNvSpPr>
          <p:nvPr>
            <p:ph type="body" sz="quarter" idx="11" hasCustomPrompt="1"/>
          </p:nvPr>
        </p:nvSpPr>
        <p:spPr>
          <a:xfrm>
            <a:off x="2247900" y="4566878"/>
            <a:ext cx="6667500" cy="461665"/>
          </a:xfrm>
          <a:prstGeom prst="rect">
            <a:avLst/>
          </a:prstGeom>
        </p:spPr>
        <p:txBody>
          <a:bodyPr wrap="square" lIns="64008" rIns="0">
            <a:spAutoFit/>
          </a:bodyPr>
          <a:lstStyle>
            <a:lvl1pPr>
              <a:lnSpc>
                <a:spcPct val="100000"/>
              </a:lnSpc>
              <a:buNone/>
              <a:defRPr sz="2400" b="1" i="0" spc="-80">
                <a:solidFill>
                  <a:schemeClr val="tx2"/>
                </a:solidFill>
                <a:latin typeface="Arial" panose="020B0604020202020204" pitchFamily="34" charset="0"/>
                <a:cs typeface="Arial" panose="020B0604020202020204" pitchFamily="34" charset="0"/>
              </a:defRPr>
            </a:lvl1pPr>
          </a:lstStyle>
          <a:p>
            <a:pPr lvl="0"/>
            <a:r>
              <a:rPr lang="en-US" dirty="0"/>
              <a:t>FirstName LastName</a:t>
            </a:r>
          </a:p>
        </p:txBody>
      </p:sp>
      <p:sp>
        <p:nvSpPr>
          <p:cNvPr id="19" name="Text Placeholder 14">
            <a:extLst>
              <a:ext uri="{FF2B5EF4-FFF2-40B4-BE49-F238E27FC236}">
                <a16:creationId xmlns:a16="http://schemas.microsoft.com/office/drawing/2014/main" id="{5267AF25-EB0A-171B-BF9C-CF4006993E85}"/>
              </a:ext>
            </a:extLst>
          </p:cNvPr>
          <p:cNvSpPr>
            <a:spLocks noGrp="1"/>
          </p:cNvSpPr>
          <p:nvPr>
            <p:ph type="body" sz="quarter" idx="12" hasCustomPrompt="1"/>
          </p:nvPr>
        </p:nvSpPr>
        <p:spPr>
          <a:xfrm>
            <a:off x="2247900" y="5033095"/>
            <a:ext cx="6667500" cy="307777"/>
          </a:xfrm>
          <a:prstGeom prst="rect">
            <a:avLst/>
          </a:prstGeom>
        </p:spPr>
        <p:txBody>
          <a:bodyPr wrap="square" lIns="82296" rIns="0">
            <a:spAutoFit/>
          </a:bodyPr>
          <a:lstStyle>
            <a:lvl1pPr>
              <a:lnSpc>
                <a:spcPct val="100000"/>
              </a:lnSpc>
              <a:buNone/>
              <a:defRPr sz="1400" b="0" i="0" spc="-30">
                <a:solidFill>
                  <a:schemeClr val="tx2"/>
                </a:solidFill>
                <a:latin typeface="Arial" panose="020B0604020202020204" pitchFamily="34" charset="0"/>
                <a:cs typeface="Arial" panose="020B0604020202020204" pitchFamily="34" charset="0"/>
              </a:defRPr>
            </a:lvl1pPr>
          </a:lstStyle>
          <a:p>
            <a:pPr lvl="0"/>
            <a:r>
              <a:rPr lang="en-US" dirty="0"/>
              <a:t>Title goes here</a:t>
            </a:r>
          </a:p>
        </p:txBody>
      </p:sp>
      <p:pic>
        <p:nvPicPr>
          <p:cNvPr id="4" name="Logo" descr="preencoded.png">
            <a:extLst>
              <a:ext uri="{FF2B5EF4-FFF2-40B4-BE49-F238E27FC236}">
                <a16:creationId xmlns:a16="http://schemas.microsoft.com/office/drawing/2014/main" id="{74D4219E-9330-ADE5-EFCC-3658425C6A00}"/>
              </a:ext>
            </a:extLst>
          </p:cNvPr>
          <p:cNvPicPr>
            <a:picLocks noChangeAspect="1"/>
          </p:cNvPicPr>
          <p:nvPr/>
        </p:nvPicPr>
        <p:blipFill>
          <a:blip>
            <a:extLst>
              <a:ext uri="{96DAC541-7B7A-43D3-8B79-37D633B846F1}">
                <asvg:svgBlip xmlns:asvg="http://schemas.microsoft.com/office/drawing/2016/SVG/main" r:embed="rId2"/>
              </a:ext>
            </a:extLst>
          </a:blip>
          <a:srcRect/>
          <a:stretch/>
        </p:blipFill>
        <p:spPr>
          <a:xfrm>
            <a:off x="10902950" y="419100"/>
            <a:ext cx="869950" cy="222250"/>
          </a:xfrm>
          <a:prstGeom prst="rect">
            <a:avLst/>
          </a:prstGeom>
        </p:spPr>
      </p:pic>
      <p:sp>
        <p:nvSpPr>
          <p:cNvPr id="3" name="Text Placeholder 11">
            <a:extLst>
              <a:ext uri="{FF2B5EF4-FFF2-40B4-BE49-F238E27FC236}">
                <a16:creationId xmlns:a16="http://schemas.microsoft.com/office/drawing/2014/main" id="{70720526-CAB2-3861-B8E1-2D8E2AB19183}"/>
              </a:ext>
            </a:extLst>
          </p:cNvPr>
          <p:cNvSpPr>
            <a:spLocks noGrp="1"/>
          </p:cNvSpPr>
          <p:nvPr>
            <p:ph type="body" sz="quarter" idx="14" hasCustomPrompt="1"/>
          </p:nvPr>
        </p:nvSpPr>
        <p:spPr>
          <a:xfrm>
            <a:off x="339725" y="1517128"/>
            <a:ext cx="8575675" cy="1764714"/>
          </a:xfrm>
          <a:prstGeom prst="rect">
            <a:avLst/>
          </a:prstGeom>
        </p:spPr>
        <p:txBody>
          <a:bodyPr wrap="square" lIns="45720" rIns="0">
            <a:spAutoFit/>
          </a:bodyPr>
          <a:lstStyle>
            <a:lvl1pPr marL="0" indent="0">
              <a:lnSpc>
                <a:spcPct val="85000"/>
              </a:lnSpc>
              <a:buNone/>
              <a:tabLst/>
              <a:defRPr sz="4200" b="0" i="0" spc="-130">
                <a:solidFill>
                  <a:schemeClr val="tx2"/>
                </a:solidFill>
                <a:latin typeface="Arial" panose="020B0604020202020204" pitchFamily="34" charset="0"/>
                <a:cs typeface="Arial" panose="020B0604020202020204" pitchFamily="34" charset="0"/>
              </a:defRPr>
            </a:lvl1pPr>
            <a:lvl2pPr marL="12700" indent="0">
              <a:buNone/>
              <a:tabLst/>
              <a:defRPr/>
            </a:lvl2pPr>
          </a:lstStyle>
          <a:p>
            <a:pPr lvl="0"/>
            <a:r>
              <a:rPr lang="en-US" dirty="0"/>
              <a:t>“</a:t>
            </a:r>
            <a:r>
              <a:rPr lang="en-US" dirty="0" err="1"/>
              <a:t>Neque</a:t>
            </a:r>
            <a:r>
              <a:rPr lang="en-US" dirty="0"/>
              <a:t> porro </a:t>
            </a:r>
            <a:r>
              <a:rPr lang="en-US" dirty="0" err="1"/>
              <a:t>quisquam</a:t>
            </a:r>
            <a:r>
              <a:rPr lang="en-US" dirty="0"/>
              <a:t> lest, qui </a:t>
            </a:r>
            <a:r>
              <a:rPr lang="en-US" dirty="0" err="1"/>
              <a:t>dolorem</a:t>
            </a:r>
            <a:r>
              <a:rPr lang="en-US" dirty="0"/>
              <a:t> ipsum quia dolor sit </a:t>
            </a:r>
            <a:r>
              <a:rPr lang="en-US" dirty="0" err="1"/>
              <a:t>amet</a:t>
            </a:r>
            <a:r>
              <a:rPr lang="en-US" dirty="0"/>
              <a:t>, porro </a:t>
            </a:r>
            <a:r>
              <a:rPr lang="en-US" dirty="0" err="1"/>
              <a:t>quisquam</a:t>
            </a:r>
            <a:r>
              <a:rPr lang="en-US" dirty="0"/>
              <a:t> </a:t>
            </a:r>
            <a:r>
              <a:rPr lang="en-US" dirty="0" err="1"/>
              <a:t>consectetur</a:t>
            </a:r>
            <a:r>
              <a:rPr lang="en-US" dirty="0"/>
              <a:t>.”</a:t>
            </a:r>
          </a:p>
        </p:txBody>
      </p:sp>
      <p:sp>
        <p:nvSpPr>
          <p:cNvPr id="5" name="Text Placeholder 14">
            <a:extLst>
              <a:ext uri="{FF2B5EF4-FFF2-40B4-BE49-F238E27FC236}">
                <a16:creationId xmlns:a16="http://schemas.microsoft.com/office/drawing/2014/main" id="{AAEF6174-DF81-F83B-C9AA-28AD5F9BAF38}"/>
              </a:ext>
            </a:extLst>
          </p:cNvPr>
          <p:cNvSpPr>
            <a:spLocks noGrp="1"/>
          </p:cNvSpPr>
          <p:nvPr>
            <p:ph type="body" sz="quarter" idx="13" hasCustomPrompt="1"/>
          </p:nvPr>
        </p:nvSpPr>
        <p:spPr>
          <a:xfrm>
            <a:off x="339725" y="333800"/>
            <a:ext cx="2860675" cy="307777"/>
          </a:xfrm>
          <a:prstGeom prst="rect">
            <a:avLst/>
          </a:prstGeom>
        </p:spPr>
        <p:txBody>
          <a:bodyPr wrap="square" lIns="82296" rIns="0">
            <a:spAutoFit/>
          </a:bodyPr>
          <a:lstStyle>
            <a:lvl1pPr>
              <a:lnSpc>
                <a:spcPct val="100000"/>
              </a:lnSpc>
              <a:buNone/>
              <a:defRPr sz="1400" b="1" i="0" spc="-30">
                <a:solidFill>
                  <a:schemeClr val="tx2"/>
                </a:solidFill>
                <a:latin typeface="Arial" panose="020B0604020202020204" pitchFamily="34" charset="0"/>
                <a:cs typeface="Arial" panose="020B0604020202020204" pitchFamily="34" charset="0"/>
              </a:defRPr>
            </a:lvl1pPr>
          </a:lstStyle>
          <a:p>
            <a:pPr lvl="0"/>
            <a:r>
              <a:rPr lang="en-US" b="1" dirty="0"/>
              <a:t>Section Header</a:t>
            </a:r>
          </a:p>
        </p:txBody>
      </p:sp>
      <p:sp>
        <p:nvSpPr>
          <p:cNvPr id="8" name="2026 Western Digital Corporation All rights reserved">
            <a:extLst>
              <a:ext uri="{FF2B5EF4-FFF2-40B4-BE49-F238E27FC236}">
                <a16:creationId xmlns:a16="http://schemas.microsoft.com/office/drawing/2014/main" id="{2E0086C7-2F0C-FD95-D8E2-6226CA777A5B}"/>
              </a:ext>
            </a:extLst>
          </p:cNvPr>
          <p:cNvSpPr/>
          <p:nvPr/>
        </p:nvSpPr>
        <p:spPr>
          <a:xfrm>
            <a:off x="419100" y="6638989"/>
            <a:ext cx="2794000" cy="92589"/>
          </a:xfrm>
          <a:prstGeom prst="rect">
            <a:avLst/>
          </a:prstGeom>
          <a:noFill/>
          <a:ln/>
        </p:spPr>
        <p:txBody>
          <a:bodyPr wrap="square" lIns="0" tIns="0" rIns="0" bIns="0" rtlCol="0" anchor="t">
            <a:spAutoFit/>
          </a:bodyPr>
          <a:lstStyle/>
          <a:p>
            <a:pPr>
              <a:lnSpc>
                <a:spcPct val="75000"/>
              </a:lnSpc>
            </a:pPr>
            <a:r>
              <a:rPr lang="en-US" sz="800" b="0" i="0" dirty="0">
                <a:solidFill>
                  <a:schemeClr val="tx1"/>
                </a:solidFill>
                <a:latin typeface="Arial" panose="020B0604020202020204" pitchFamily="34" charset="0"/>
                <a:ea typeface="Arial" pitchFamily="34" charset="-122"/>
                <a:cs typeface="Arial" panose="020B0604020202020204" pitchFamily="34" charset="0"/>
              </a:rPr>
              <a:t>©  2026 Western Digital Corporation. All rights reserved.</a:t>
            </a:r>
            <a:endParaRPr lang="en-US" sz="800" b="0" i="0" dirty="0">
              <a:solidFill>
                <a:schemeClr val="tx1"/>
              </a:solidFill>
              <a:latin typeface="Arial" panose="020B0604020202020204" pitchFamily="34" charset="0"/>
              <a:cs typeface="Arial" panose="020B0604020202020204" pitchFamily="34" charset="0"/>
            </a:endParaRPr>
          </a:p>
        </p:txBody>
      </p:sp>
      <p:sp>
        <p:nvSpPr>
          <p:cNvPr id="9" name="Slide Number Placeholder 1">
            <a:extLst>
              <a:ext uri="{FF2B5EF4-FFF2-40B4-BE49-F238E27FC236}">
                <a16:creationId xmlns:a16="http://schemas.microsoft.com/office/drawing/2014/main" id="{E07FA23C-0F4B-8A50-6D21-74042CAC01B5}"/>
              </a:ext>
            </a:extLst>
          </p:cNvPr>
          <p:cNvSpPr>
            <a:spLocks noGrp="1"/>
          </p:cNvSpPr>
          <p:nvPr>
            <p:ph type="sldNum" sz="quarter" idx="4"/>
          </p:nvPr>
        </p:nvSpPr>
        <p:spPr>
          <a:xfrm>
            <a:off x="11215668" y="6562157"/>
            <a:ext cx="658832" cy="215444"/>
          </a:xfrm>
          <a:prstGeom prst="rect">
            <a:avLst/>
          </a:prstGeom>
        </p:spPr>
        <p:txBody>
          <a:bodyPr vert="horz" lIns="91440" tIns="45720" rIns="0" bIns="45720" rtlCol="0" anchor="ctr">
            <a:spAutoFit/>
          </a:bodyPr>
          <a:lstStyle>
            <a:lvl1pPr algn="r">
              <a:defRPr sz="800" b="0" i="0">
                <a:solidFill>
                  <a:schemeClr val="tx1"/>
                </a:solidFill>
                <a:latin typeface="Arial" panose="020B0604020202020204" pitchFamily="34" charset="0"/>
                <a:cs typeface="Arial" panose="020B0604020202020204" pitchFamily="34" charset="0"/>
              </a:defRPr>
            </a:lvl1pPr>
          </a:lstStyle>
          <a:p>
            <a:fld id="{B06B19F4-CF25-446C-B362-D8BB27BE9D9B}" type="slidenum">
              <a:rPr lang="en-US" smtClean="0"/>
              <a:t>‹#›</a:t>
            </a:fld>
            <a:endParaRPr lang="en-US"/>
          </a:p>
        </p:txBody>
      </p:sp>
      <p:sp>
        <p:nvSpPr>
          <p:cNvPr id="10" name="WD Confidential">
            <a:extLst>
              <a:ext uri="{FF2B5EF4-FFF2-40B4-BE49-F238E27FC236}">
                <a16:creationId xmlns:a16="http://schemas.microsoft.com/office/drawing/2014/main" id="{AD6554B1-AE61-D38C-BD62-C218B50E3996}"/>
              </a:ext>
            </a:extLst>
          </p:cNvPr>
          <p:cNvSpPr/>
          <p:nvPr/>
        </p:nvSpPr>
        <p:spPr>
          <a:xfrm>
            <a:off x="8991600" y="6638990"/>
            <a:ext cx="1244600" cy="92589"/>
          </a:xfrm>
          <a:prstGeom prst="rect">
            <a:avLst/>
          </a:prstGeom>
          <a:noFill/>
          <a:ln/>
        </p:spPr>
        <p:txBody>
          <a:bodyPr wrap="square" lIns="0" tIns="0" rIns="0" bIns="0" rtlCol="0" anchor="t">
            <a:spAutoFit/>
          </a:bodyPr>
          <a:lstStyle/>
          <a:p>
            <a:pPr>
              <a:lnSpc>
                <a:spcPct val="75000"/>
              </a:lnSpc>
            </a:pPr>
            <a:r>
              <a:rPr lang="en-US" sz="800" b="0" i="0" dirty="0">
                <a:solidFill>
                  <a:schemeClr val="tx1"/>
                </a:solidFill>
                <a:latin typeface="Arial" panose="020B0604020202020204" pitchFamily="34" charset="0"/>
                <a:ea typeface="Arial" pitchFamily="34" charset="-122"/>
                <a:cs typeface="Arial" panose="020B0604020202020204" pitchFamily="34" charset="0"/>
              </a:rPr>
              <a:t>WD CONFIDENTIAL</a:t>
            </a:r>
            <a:endParaRPr lang="en-US" sz="800" b="0" i="0" dirty="0">
              <a:solidFill>
                <a:schemeClr val="tx1"/>
              </a:solidFill>
              <a:latin typeface="Arial" panose="020B0604020202020204" pitchFamily="34" charset="0"/>
              <a:cs typeface="Arial" panose="020B0604020202020204" pitchFamily="34" charset="0"/>
            </a:endParaRPr>
          </a:p>
        </p:txBody>
      </p:sp>
      <p:pic>
        <p:nvPicPr>
          <p:cNvPr id="6" name="Logo" descr="preencoded.png">
            <a:extLst>
              <a:ext uri="{FF2B5EF4-FFF2-40B4-BE49-F238E27FC236}">
                <a16:creationId xmlns:a16="http://schemas.microsoft.com/office/drawing/2014/main" id="{239A6917-4E30-B879-02B5-AEEFBA02429B}"/>
              </a:ext>
            </a:extLst>
          </p:cNvPr>
          <p:cNvPicPr>
            <a:picLocks noChangeAspect="1"/>
          </p:cNvPicPr>
          <p:nvPr/>
        </p:nvPicPr>
        <p:blipFill>
          <a:blip>
            <a:extLst>
              <a:ext uri="{96DAC541-7B7A-43D3-8B79-37D633B846F1}">
                <asvg:svgBlip xmlns:asvg="http://schemas.microsoft.com/office/drawing/2016/SVG/main" r:embed="rId2"/>
              </a:ext>
            </a:extLst>
          </a:blip>
          <a:srcRect/>
          <a:stretch/>
        </p:blipFill>
        <p:spPr>
          <a:xfrm>
            <a:off x="10902950" y="419100"/>
            <a:ext cx="869950" cy="222250"/>
          </a:xfrm>
          <a:prstGeom prst="rect">
            <a:avLst/>
          </a:prstGeom>
        </p:spPr>
      </p:pic>
      <p:sp>
        <p:nvSpPr>
          <p:cNvPr id="7" name="2026 Western Digital Corporation All rights reserved">
            <a:extLst>
              <a:ext uri="{FF2B5EF4-FFF2-40B4-BE49-F238E27FC236}">
                <a16:creationId xmlns:a16="http://schemas.microsoft.com/office/drawing/2014/main" id="{C0524158-9B67-8AD0-F8E0-97BD2414D34E}"/>
              </a:ext>
            </a:extLst>
          </p:cNvPr>
          <p:cNvSpPr/>
          <p:nvPr/>
        </p:nvSpPr>
        <p:spPr>
          <a:xfrm>
            <a:off x="419100" y="6638989"/>
            <a:ext cx="2794000" cy="92589"/>
          </a:xfrm>
          <a:prstGeom prst="rect">
            <a:avLst/>
          </a:prstGeom>
          <a:noFill/>
          <a:ln/>
        </p:spPr>
        <p:txBody>
          <a:bodyPr wrap="square" lIns="0" tIns="0" rIns="0" bIns="0" rtlCol="0" anchor="t">
            <a:spAutoFit/>
          </a:bodyPr>
          <a:lstStyle/>
          <a:p>
            <a:pPr>
              <a:lnSpc>
                <a:spcPct val="75000"/>
              </a:lnSpc>
            </a:pPr>
            <a:r>
              <a:rPr lang="en-US" sz="800" b="0" i="0" dirty="0">
                <a:solidFill>
                  <a:schemeClr val="tx1"/>
                </a:solidFill>
                <a:latin typeface="Arial" panose="020B0604020202020204" pitchFamily="34" charset="0"/>
                <a:ea typeface="Arial" pitchFamily="34" charset="-122"/>
                <a:cs typeface="Arial" panose="020B0604020202020204" pitchFamily="34" charset="0"/>
              </a:rPr>
              <a:t>©  2026 Western Digital Corporation. All rights reserved.</a:t>
            </a:r>
            <a:endParaRPr lang="en-US" sz="800" b="0" i="0" dirty="0">
              <a:solidFill>
                <a:schemeClr val="tx1"/>
              </a:solidFill>
              <a:latin typeface="Arial" panose="020B0604020202020204" pitchFamily="34" charset="0"/>
              <a:cs typeface="Arial" panose="020B0604020202020204" pitchFamily="34" charset="0"/>
            </a:endParaRPr>
          </a:p>
        </p:txBody>
      </p:sp>
      <p:sp>
        <p:nvSpPr>
          <p:cNvPr id="11" name="WD Confidential">
            <a:extLst>
              <a:ext uri="{FF2B5EF4-FFF2-40B4-BE49-F238E27FC236}">
                <a16:creationId xmlns:a16="http://schemas.microsoft.com/office/drawing/2014/main" id="{1AB934B2-E209-40BE-E632-D5145F1B624D}"/>
              </a:ext>
            </a:extLst>
          </p:cNvPr>
          <p:cNvSpPr/>
          <p:nvPr/>
        </p:nvSpPr>
        <p:spPr>
          <a:xfrm>
            <a:off x="8991600" y="6638990"/>
            <a:ext cx="1244600" cy="92589"/>
          </a:xfrm>
          <a:prstGeom prst="rect">
            <a:avLst/>
          </a:prstGeom>
          <a:noFill/>
          <a:ln/>
        </p:spPr>
        <p:txBody>
          <a:bodyPr wrap="square" lIns="0" tIns="0" rIns="0" bIns="0" rtlCol="0" anchor="t">
            <a:spAutoFit/>
          </a:bodyPr>
          <a:lstStyle/>
          <a:p>
            <a:pPr>
              <a:lnSpc>
                <a:spcPct val="75000"/>
              </a:lnSpc>
            </a:pPr>
            <a:r>
              <a:rPr lang="en-US" sz="800" b="0" i="0" dirty="0">
                <a:solidFill>
                  <a:schemeClr val="tx1"/>
                </a:solidFill>
                <a:latin typeface="Arial" panose="020B0604020202020204" pitchFamily="34" charset="0"/>
                <a:ea typeface="Arial" pitchFamily="34" charset="-122"/>
                <a:cs typeface="Arial" panose="020B0604020202020204" pitchFamily="34" charset="0"/>
              </a:rPr>
              <a:t>WD CONFIDENTIAL</a:t>
            </a:r>
            <a:endParaRPr lang="en-US" sz="800" b="0" i="0" dirty="0">
              <a:solidFill>
                <a:schemeClr val="tx1"/>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28844214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Elevator Pitch">
    <p:bg>
      <p:bgRef idx="1001">
        <a:schemeClr val="bg2"/>
      </p:bgRef>
    </p:bg>
    <p:spTree>
      <p:nvGrpSpPr>
        <p:cNvPr id="1" name=""/>
        <p:cNvGrpSpPr/>
        <p:nvPr/>
      </p:nvGrpSpPr>
      <p:grpSpPr>
        <a:xfrm>
          <a:off x="0" y="0"/>
          <a:ext cx="0" cy="0"/>
          <a:chOff x="0" y="0"/>
          <a:chExt cx="0" cy="0"/>
        </a:xfrm>
      </p:grpSpPr>
      <p:sp>
        <p:nvSpPr>
          <p:cNvPr id="6" name="Text Placeholder 14">
            <a:extLst>
              <a:ext uri="{FF2B5EF4-FFF2-40B4-BE49-F238E27FC236}">
                <a16:creationId xmlns:a16="http://schemas.microsoft.com/office/drawing/2014/main" id="{0CB210FC-3307-99B1-72CD-8010E835D93D}"/>
              </a:ext>
            </a:extLst>
          </p:cNvPr>
          <p:cNvSpPr>
            <a:spLocks noGrp="1"/>
          </p:cNvSpPr>
          <p:nvPr>
            <p:ph type="body" sz="quarter" idx="13" hasCustomPrompt="1"/>
          </p:nvPr>
        </p:nvSpPr>
        <p:spPr>
          <a:xfrm>
            <a:off x="339725" y="333800"/>
            <a:ext cx="2860675" cy="307777"/>
          </a:xfrm>
          <a:prstGeom prst="rect">
            <a:avLst/>
          </a:prstGeom>
        </p:spPr>
        <p:txBody>
          <a:bodyPr wrap="square" lIns="82296" rIns="0">
            <a:spAutoFit/>
          </a:bodyPr>
          <a:lstStyle>
            <a:lvl1pPr>
              <a:lnSpc>
                <a:spcPct val="100000"/>
              </a:lnSpc>
              <a:buNone/>
              <a:defRPr sz="1400" b="1" i="0" spc="-30">
                <a:solidFill>
                  <a:schemeClr val="tx1"/>
                </a:solidFill>
                <a:latin typeface="Arial" panose="020B0604020202020204" pitchFamily="34" charset="0"/>
                <a:cs typeface="Arial" panose="020B0604020202020204" pitchFamily="34" charset="0"/>
              </a:defRPr>
            </a:lvl1pPr>
          </a:lstStyle>
          <a:p>
            <a:pPr lvl="0"/>
            <a:r>
              <a:rPr lang="en-US" dirty="0"/>
              <a:t>Elevator Pitch</a:t>
            </a:r>
          </a:p>
        </p:txBody>
      </p:sp>
      <p:sp>
        <p:nvSpPr>
          <p:cNvPr id="11" name="Text Placeholder 11">
            <a:extLst>
              <a:ext uri="{FF2B5EF4-FFF2-40B4-BE49-F238E27FC236}">
                <a16:creationId xmlns:a16="http://schemas.microsoft.com/office/drawing/2014/main" id="{1F03B5D0-B758-47A1-3768-821FE2623B05}"/>
              </a:ext>
            </a:extLst>
          </p:cNvPr>
          <p:cNvSpPr>
            <a:spLocks noGrp="1"/>
          </p:cNvSpPr>
          <p:nvPr>
            <p:ph type="body" sz="quarter" idx="14" hasCustomPrompt="1"/>
          </p:nvPr>
        </p:nvSpPr>
        <p:spPr>
          <a:xfrm>
            <a:off x="339725" y="1576161"/>
            <a:ext cx="10480675" cy="3938001"/>
          </a:xfrm>
          <a:prstGeom prst="rect">
            <a:avLst/>
          </a:prstGeom>
        </p:spPr>
        <p:txBody>
          <a:bodyPr wrap="square" lIns="45720" rIns="0" anchor="ctr">
            <a:spAutoFit/>
          </a:bodyPr>
          <a:lstStyle>
            <a:lvl1pPr marL="0" indent="0">
              <a:lnSpc>
                <a:spcPct val="85000"/>
              </a:lnSpc>
              <a:buNone/>
              <a:tabLst/>
              <a:defRPr sz="4200" b="0" i="0" spc="-130">
                <a:solidFill>
                  <a:schemeClr val="accent4"/>
                </a:solidFill>
                <a:latin typeface="Arial" panose="020B0604020202020204" pitchFamily="34" charset="0"/>
                <a:cs typeface="Arial" panose="020B0604020202020204" pitchFamily="34" charset="0"/>
              </a:defRPr>
            </a:lvl1pPr>
            <a:lvl2pPr marL="12700" indent="0">
              <a:buNone/>
              <a:tabLst/>
              <a:defRPr/>
            </a:lvl2pPr>
          </a:lstStyle>
          <a:p>
            <a:pPr lvl="0"/>
            <a:r>
              <a:rPr lang="en-US" dirty="0"/>
              <a:t>WD is the storage foundation for everyone from consumers to cloud, AI, and OEM innovators operating at massive scale.</a:t>
            </a:r>
            <a:br>
              <a:rPr lang="en-US" dirty="0"/>
            </a:br>
            <a:br>
              <a:rPr lang="en-US" dirty="0"/>
            </a:br>
            <a:r>
              <a:rPr lang="en-US" dirty="0"/>
              <a:t>We drive certainty in the AI era by delivering purpose-built technology across all storage tiers from the data center to the home.</a:t>
            </a:r>
          </a:p>
        </p:txBody>
      </p:sp>
      <p:pic>
        <p:nvPicPr>
          <p:cNvPr id="4" name="Logo" descr="preencoded.png">
            <a:extLst>
              <a:ext uri="{FF2B5EF4-FFF2-40B4-BE49-F238E27FC236}">
                <a16:creationId xmlns:a16="http://schemas.microsoft.com/office/drawing/2014/main" id="{5B205C2D-29C3-59B4-D732-CF6763F75DA1}"/>
              </a:ext>
            </a:extLst>
          </p:cNvPr>
          <p:cNvPicPr>
            <a:picLocks noChangeAspect="1"/>
          </p:cNvPicPr>
          <p:nvPr/>
        </p:nvPicPr>
        <p:blipFill>
          <a:blip>
            <a:extLst>
              <a:ext uri="{96DAC541-7B7A-43D3-8B79-37D633B846F1}">
                <asvg:svgBlip xmlns:asvg="http://schemas.microsoft.com/office/drawing/2016/SVG/main" r:embed="rId2"/>
              </a:ext>
            </a:extLst>
          </a:blip>
          <a:srcRect/>
          <a:stretch/>
        </p:blipFill>
        <p:spPr>
          <a:xfrm>
            <a:off x="10902950" y="419100"/>
            <a:ext cx="869950" cy="222250"/>
          </a:xfrm>
          <a:prstGeom prst="rect">
            <a:avLst/>
          </a:prstGeom>
        </p:spPr>
      </p:pic>
      <p:sp>
        <p:nvSpPr>
          <p:cNvPr id="3" name="2026 Western Digital Corporation All rights reserved">
            <a:extLst>
              <a:ext uri="{FF2B5EF4-FFF2-40B4-BE49-F238E27FC236}">
                <a16:creationId xmlns:a16="http://schemas.microsoft.com/office/drawing/2014/main" id="{0C65699B-675C-A6DA-6834-E149883EE87A}"/>
              </a:ext>
            </a:extLst>
          </p:cNvPr>
          <p:cNvSpPr/>
          <p:nvPr/>
        </p:nvSpPr>
        <p:spPr>
          <a:xfrm>
            <a:off x="419100" y="6638989"/>
            <a:ext cx="2794000" cy="92589"/>
          </a:xfrm>
          <a:prstGeom prst="rect">
            <a:avLst/>
          </a:prstGeom>
          <a:noFill/>
          <a:ln/>
        </p:spPr>
        <p:txBody>
          <a:bodyPr wrap="square" lIns="0" tIns="0" rIns="0" bIns="0" rtlCol="0" anchor="t">
            <a:spAutoFit/>
          </a:bodyPr>
          <a:lstStyle/>
          <a:p>
            <a:pPr>
              <a:lnSpc>
                <a:spcPct val="75000"/>
              </a:lnSpc>
            </a:pPr>
            <a:r>
              <a:rPr lang="en-US" sz="800" b="0" i="0" dirty="0">
                <a:solidFill>
                  <a:schemeClr val="tx1"/>
                </a:solidFill>
                <a:latin typeface="Arial" panose="020B0604020202020204" pitchFamily="34" charset="0"/>
                <a:ea typeface="Arial" pitchFamily="34" charset="-122"/>
                <a:cs typeface="Arial" panose="020B0604020202020204" pitchFamily="34" charset="0"/>
              </a:rPr>
              <a:t>©  2026 Western Digital Corporation. All rights reserved.</a:t>
            </a:r>
            <a:endParaRPr lang="en-US" sz="800" b="0" i="0" dirty="0">
              <a:solidFill>
                <a:schemeClr val="tx1"/>
              </a:solidFill>
              <a:latin typeface="Arial" panose="020B0604020202020204" pitchFamily="34" charset="0"/>
              <a:cs typeface="Arial" panose="020B0604020202020204" pitchFamily="34" charset="0"/>
            </a:endParaRPr>
          </a:p>
        </p:txBody>
      </p:sp>
      <p:sp>
        <p:nvSpPr>
          <p:cNvPr id="5" name="Slide Number Placeholder 1">
            <a:extLst>
              <a:ext uri="{FF2B5EF4-FFF2-40B4-BE49-F238E27FC236}">
                <a16:creationId xmlns:a16="http://schemas.microsoft.com/office/drawing/2014/main" id="{F30AB2D4-9E35-4760-0BDD-94E36B9B84EB}"/>
              </a:ext>
            </a:extLst>
          </p:cNvPr>
          <p:cNvSpPr>
            <a:spLocks noGrp="1"/>
          </p:cNvSpPr>
          <p:nvPr>
            <p:ph type="sldNum" sz="quarter" idx="4"/>
          </p:nvPr>
        </p:nvSpPr>
        <p:spPr>
          <a:xfrm>
            <a:off x="11215668" y="6562157"/>
            <a:ext cx="658832" cy="215444"/>
          </a:xfrm>
          <a:prstGeom prst="rect">
            <a:avLst/>
          </a:prstGeom>
        </p:spPr>
        <p:txBody>
          <a:bodyPr vert="horz" lIns="91440" tIns="45720" rIns="0" bIns="45720" rtlCol="0" anchor="ctr">
            <a:spAutoFit/>
          </a:bodyPr>
          <a:lstStyle>
            <a:lvl1pPr algn="r">
              <a:defRPr sz="800" b="0" i="0">
                <a:solidFill>
                  <a:schemeClr val="tx1"/>
                </a:solidFill>
                <a:latin typeface="Arial" panose="020B0604020202020204" pitchFamily="34" charset="0"/>
                <a:cs typeface="Arial" panose="020B0604020202020204" pitchFamily="34" charset="0"/>
              </a:defRPr>
            </a:lvl1pPr>
          </a:lstStyle>
          <a:p>
            <a:fld id="{B06B19F4-CF25-446C-B362-D8BB27BE9D9B}" type="slidenum">
              <a:rPr lang="en-US" smtClean="0"/>
              <a:t>‹#›</a:t>
            </a:fld>
            <a:endParaRPr lang="en-US"/>
          </a:p>
        </p:txBody>
      </p:sp>
      <p:sp>
        <p:nvSpPr>
          <p:cNvPr id="7" name="WD Confidential">
            <a:extLst>
              <a:ext uri="{FF2B5EF4-FFF2-40B4-BE49-F238E27FC236}">
                <a16:creationId xmlns:a16="http://schemas.microsoft.com/office/drawing/2014/main" id="{9CDEB3D1-E656-5D25-5029-59CABDA2239E}"/>
              </a:ext>
            </a:extLst>
          </p:cNvPr>
          <p:cNvSpPr/>
          <p:nvPr/>
        </p:nvSpPr>
        <p:spPr>
          <a:xfrm>
            <a:off x="8991600" y="6638990"/>
            <a:ext cx="1244600" cy="92589"/>
          </a:xfrm>
          <a:prstGeom prst="rect">
            <a:avLst/>
          </a:prstGeom>
          <a:noFill/>
          <a:ln/>
        </p:spPr>
        <p:txBody>
          <a:bodyPr wrap="square" lIns="0" tIns="0" rIns="0" bIns="0" rtlCol="0" anchor="t">
            <a:spAutoFit/>
          </a:bodyPr>
          <a:lstStyle/>
          <a:p>
            <a:pPr>
              <a:lnSpc>
                <a:spcPct val="75000"/>
              </a:lnSpc>
            </a:pPr>
            <a:r>
              <a:rPr lang="en-US" sz="800" b="0" i="0" dirty="0">
                <a:solidFill>
                  <a:schemeClr val="tx1"/>
                </a:solidFill>
                <a:latin typeface="Arial" panose="020B0604020202020204" pitchFamily="34" charset="0"/>
                <a:ea typeface="Arial" pitchFamily="34" charset="-122"/>
                <a:cs typeface="Arial" panose="020B0604020202020204" pitchFamily="34" charset="0"/>
              </a:rPr>
              <a:t>WD CONFIDENTIAL</a:t>
            </a:r>
            <a:endParaRPr lang="en-US" sz="800" b="0" i="0" dirty="0">
              <a:solidFill>
                <a:schemeClr val="tx1"/>
              </a:solidFill>
              <a:latin typeface="Arial" panose="020B0604020202020204" pitchFamily="34" charset="0"/>
              <a:cs typeface="Arial" panose="020B0604020202020204" pitchFamily="34" charset="0"/>
            </a:endParaRPr>
          </a:p>
        </p:txBody>
      </p:sp>
      <p:pic>
        <p:nvPicPr>
          <p:cNvPr id="2" name="Logo" descr="preencoded.png">
            <a:extLst>
              <a:ext uri="{FF2B5EF4-FFF2-40B4-BE49-F238E27FC236}">
                <a16:creationId xmlns:a16="http://schemas.microsoft.com/office/drawing/2014/main" id="{82161E95-137C-762B-5401-06854DB244D9}"/>
              </a:ext>
            </a:extLst>
          </p:cNvPr>
          <p:cNvPicPr>
            <a:picLocks noChangeAspect="1"/>
          </p:cNvPicPr>
          <p:nvPr/>
        </p:nvPicPr>
        <p:blipFill>
          <a:blip>
            <a:extLst>
              <a:ext uri="{96DAC541-7B7A-43D3-8B79-37D633B846F1}">
                <asvg:svgBlip xmlns:asvg="http://schemas.microsoft.com/office/drawing/2016/SVG/main" r:embed="rId3"/>
              </a:ext>
            </a:extLst>
          </a:blip>
          <a:srcRect/>
          <a:stretch/>
        </p:blipFill>
        <p:spPr>
          <a:xfrm>
            <a:off x="10902950" y="419100"/>
            <a:ext cx="869950" cy="222250"/>
          </a:xfrm>
          <a:prstGeom prst="rect">
            <a:avLst/>
          </a:prstGeom>
        </p:spPr>
      </p:pic>
      <p:sp>
        <p:nvSpPr>
          <p:cNvPr id="8" name="2026 Western Digital Corporation All rights reserved">
            <a:extLst>
              <a:ext uri="{FF2B5EF4-FFF2-40B4-BE49-F238E27FC236}">
                <a16:creationId xmlns:a16="http://schemas.microsoft.com/office/drawing/2014/main" id="{E1340E75-D038-C64C-8C5B-2A1770AF9CB7}"/>
              </a:ext>
            </a:extLst>
          </p:cNvPr>
          <p:cNvSpPr/>
          <p:nvPr/>
        </p:nvSpPr>
        <p:spPr>
          <a:xfrm>
            <a:off x="419100" y="6638989"/>
            <a:ext cx="2794000" cy="92589"/>
          </a:xfrm>
          <a:prstGeom prst="rect">
            <a:avLst/>
          </a:prstGeom>
          <a:noFill/>
          <a:ln/>
        </p:spPr>
        <p:txBody>
          <a:bodyPr wrap="square" lIns="0" tIns="0" rIns="0" bIns="0" rtlCol="0" anchor="t">
            <a:spAutoFit/>
          </a:bodyPr>
          <a:lstStyle/>
          <a:p>
            <a:pPr>
              <a:lnSpc>
                <a:spcPct val="75000"/>
              </a:lnSpc>
            </a:pPr>
            <a:r>
              <a:rPr lang="en-US" sz="800" b="0" i="0" dirty="0">
                <a:solidFill>
                  <a:schemeClr val="tx1"/>
                </a:solidFill>
                <a:latin typeface="Arial" panose="020B0604020202020204" pitchFamily="34" charset="0"/>
                <a:ea typeface="Arial" pitchFamily="34" charset="-122"/>
                <a:cs typeface="Arial" panose="020B0604020202020204" pitchFamily="34" charset="0"/>
              </a:rPr>
              <a:t>©  2026 Western Digital Corporation. All rights reserved.</a:t>
            </a:r>
            <a:endParaRPr lang="en-US" sz="800" b="0" i="0" dirty="0">
              <a:solidFill>
                <a:schemeClr val="tx1"/>
              </a:solidFill>
              <a:latin typeface="Arial" panose="020B0604020202020204" pitchFamily="34" charset="0"/>
              <a:cs typeface="Arial" panose="020B0604020202020204" pitchFamily="34" charset="0"/>
            </a:endParaRPr>
          </a:p>
        </p:txBody>
      </p:sp>
      <p:sp>
        <p:nvSpPr>
          <p:cNvPr id="9" name="WD Confidential">
            <a:extLst>
              <a:ext uri="{FF2B5EF4-FFF2-40B4-BE49-F238E27FC236}">
                <a16:creationId xmlns:a16="http://schemas.microsoft.com/office/drawing/2014/main" id="{3D5FA6A9-756D-3BA7-7893-77FF13863011}"/>
              </a:ext>
            </a:extLst>
          </p:cNvPr>
          <p:cNvSpPr/>
          <p:nvPr/>
        </p:nvSpPr>
        <p:spPr>
          <a:xfrm>
            <a:off x="8991600" y="6638990"/>
            <a:ext cx="1244600" cy="92589"/>
          </a:xfrm>
          <a:prstGeom prst="rect">
            <a:avLst/>
          </a:prstGeom>
          <a:noFill/>
          <a:ln/>
        </p:spPr>
        <p:txBody>
          <a:bodyPr wrap="square" lIns="0" tIns="0" rIns="0" bIns="0" rtlCol="0" anchor="t">
            <a:spAutoFit/>
          </a:bodyPr>
          <a:lstStyle/>
          <a:p>
            <a:pPr>
              <a:lnSpc>
                <a:spcPct val="75000"/>
              </a:lnSpc>
            </a:pPr>
            <a:r>
              <a:rPr lang="en-US" sz="800" b="0" i="0" dirty="0">
                <a:solidFill>
                  <a:schemeClr val="tx1"/>
                </a:solidFill>
                <a:latin typeface="Arial" panose="020B0604020202020204" pitchFamily="34" charset="0"/>
                <a:ea typeface="Arial" pitchFamily="34" charset="-122"/>
                <a:cs typeface="Arial" panose="020B0604020202020204" pitchFamily="34" charset="0"/>
              </a:rPr>
              <a:t>WD CONFIDENTIAL</a:t>
            </a:r>
            <a:endParaRPr lang="en-US" sz="800" b="0" i="0" dirty="0">
              <a:solidFill>
                <a:schemeClr val="tx1"/>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008832185"/>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Manifesto">
    <p:bg>
      <p:bgRef idx="1001">
        <a:schemeClr val="bg2"/>
      </p:bgRef>
    </p:bg>
    <p:spTree>
      <p:nvGrpSpPr>
        <p:cNvPr id="1" name=""/>
        <p:cNvGrpSpPr/>
        <p:nvPr/>
      </p:nvGrpSpPr>
      <p:grpSpPr>
        <a:xfrm>
          <a:off x="0" y="0"/>
          <a:ext cx="0" cy="0"/>
          <a:chOff x="0" y="0"/>
          <a:chExt cx="0" cy="0"/>
        </a:xfrm>
      </p:grpSpPr>
      <p:pic>
        <p:nvPicPr>
          <p:cNvPr id="4" name="Logo" descr="preencoded.png">
            <a:extLst>
              <a:ext uri="{FF2B5EF4-FFF2-40B4-BE49-F238E27FC236}">
                <a16:creationId xmlns:a16="http://schemas.microsoft.com/office/drawing/2014/main" id="{3DC0599E-ABE3-1DBC-6207-01260A8C27CD}"/>
              </a:ext>
            </a:extLst>
          </p:cNvPr>
          <p:cNvPicPr>
            <a:picLocks noChangeAspect="1"/>
          </p:cNvPicPr>
          <p:nvPr/>
        </p:nvPicPr>
        <p:blipFill>
          <a:blip>
            <a:extLst>
              <a:ext uri="{96DAC541-7B7A-43D3-8B79-37D633B846F1}">
                <asvg:svgBlip xmlns:asvg="http://schemas.microsoft.com/office/drawing/2016/SVG/main" r:embed="rId2"/>
              </a:ext>
            </a:extLst>
          </a:blip>
          <a:srcRect/>
          <a:stretch/>
        </p:blipFill>
        <p:spPr>
          <a:xfrm>
            <a:off x="10902950" y="419100"/>
            <a:ext cx="869950" cy="222250"/>
          </a:xfrm>
          <a:prstGeom prst="rect">
            <a:avLst/>
          </a:prstGeom>
        </p:spPr>
      </p:pic>
      <p:sp>
        <p:nvSpPr>
          <p:cNvPr id="3" name="Text Placeholder 14">
            <a:extLst>
              <a:ext uri="{FF2B5EF4-FFF2-40B4-BE49-F238E27FC236}">
                <a16:creationId xmlns:a16="http://schemas.microsoft.com/office/drawing/2014/main" id="{BCCFE563-A70F-E61A-800A-421C1912BED0}"/>
              </a:ext>
            </a:extLst>
          </p:cNvPr>
          <p:cNvSpPr>
            <a:spLocks noGrp="1"/>
          </p:cNvSpPr>
          <p:nvPr>
            <p:ph type="body" sz="quarter" idx="14" hasCustomPrompt="1"/>
          </p:nvPr>
        </p:nvSpPr>
        <p:spPr>
          <a:xfrm>
            <a:off x="339725" y="333800"/>
            <a:ext cx="2860675" cy="307777"/>
          </a:xfrm>
          <a:prstGeom prst="rect">
            <a:avLst/>
          </a:prstGeom>
        </p:spPr>
        <p:txBody>
          <a:bodyPr wrap="square" lIns="82296" rIns="0">
            <a:spAutoFit/>
          </a:bodyPr>
          <a:lstStyle>
            <a:lvl1pPr>
              <a:lnSpc>
                <a:spcPct val="100000"/>
              </a:lnSpc>
              <a:buNone/>
              <a:defRPr sz="1400" b="1" i="0" spc="-30">
                <a:solidFill>
                  <a:schemeClr val="tx1"/>
                </a:solidFill>
                <a:latin typeface="Arial" panose="020B0604020202020204" pitchFamily="34" charset="0"/>
                <a:cs typeface="Arial" panose="020B0604020202020204" pitchFamily="34" charset="0"/>
              </a:defRPr>
            </a:lvl1pPr>
          </a:lstStyle>
          <a:p>
            <a:pPr lvl="0"/>
            <a:r>
              <a:rPr lang="en-US" dirty="0"/>
              <a:t>Manifesto</a:t>
            </a:r>
          </a:p>
        </p:txBody>
      </p:sp>
      <p:sp>
        <p:nvSpPr>
          <p:cNvPr id="5" name="Title 2">
            <a:extLst>
              <a:ext uri="{FF2B5EF4-FFF2-40B4-BE49-F238E27FC236}">
                <a16:creationId xmlns:a16="http://schemas.microsoft.com/office/drawing/2014/main" id="{0B1CE00F-0D9C-63DD-95F2-77D1F4063379}"/>
              </a:ext>
            </a:extLst>
          </p:cNvPr>
          <p:cNvSpPr>
            <a:spLocks noGrp="1"/>
          </p:cNvSpPr>
          <p:nvPr>
            <p:ph type="title" hasCustomPrompt="1"/>
          </p:nvPr>
        </p:nvSpPr>
        <p:spPr>
          <a:xfrm>
            <a:off x="339633" y="1223646"/>
            <a:ext cx="8575767" cy="1696618"/>
          </a:xfrm>
          <a:prstGeom prst="rect">
            <a:avLst/>
          </a:prstGeom>
        </p:spPr>
        <p:txBody>
          <a:bodyPr wrap="square" lIns="27432" rIns="0">
            <a:spAutoFit/>
          </a:bodyPr>
          <a:lstStyle>
            <a:lvl1pPr>
              <a:lnSpc>
                <a:spcPct val="85000"/>
              </a:lnSpc>
              <a:defRPr sz="6000" b="0" i="0" spc="-170">
                <a:solidFill>
                  <a:schemeClr val="accent4"/>
                </a:solidFill>
                <a:latin typeface="Arial" panose="020B0604020202020204" pitchFamily="34" charset="0"/>
                <a:cs typeface="Arial" panose="020B0604020202020204" pitchFamily="34" charset="0"/>
              </a:defRPr>
            </a:lvl1pPr>
          </a:lstStyle>
          <a:p>
            <a:r>
              <a:rPr lang="en-US" dirty="0"/>
              <a:t>WD drives certainty in the AI era.</a:t>
            </a:r>
          </a:p>
        </p:txBody>
      </p:sp>
      <p:sp>
        <p:nvSpPr>
          <p:cNvPr id="10" name="Text Placeholder 9">
            <a:extLst>
              <a:ext uri="{FF2B5EF4-FFF2-40B4-BE49-F238E27FC236}">
                <a16:creationId xmlns:a16="http://schemas.microsoft.com/office/drawing/2014/main" id="{56077F82-363E-A58F-19D4-34D42BB84FE2}"/>
              </a:ext>
            </a:extLst>
          </p:cNvPr>
          <p:cNvSpPr>
            <a:spLocks noGrp="1"/>
          </p:cNvSpPr>
          <p:nvPr>
            <p:ph type="body" sz="quarter" idx="15" hasCustomPrompt="1"/>
          </p:nvPr>
        </p:nvSpPr>
        <p:spPr>
          <a:xfrm>
            <a:off x="339632" y="3148174"/>
            <a:ext cx="8575768" cy="1600438"/>
          </a:xfrm>
          <a:prstGeom prst="rect">
            <a:avLst/>
          </a:prstGeom>
        </p:spPr>
        <p:txBody>
          <a:bodyPr wrap="square" lIns="82296" rIns="0">
            <a:spAutoFit/>
          </a:bodyPr>
          <a:lstStyle>
            <a:lvl1pPr marL="12700" indent="-12700">
              <a:lnSpc>
                <a:spcPct val="100000"/>
              </a:lnSpc>
              <a:buNone/>
              <a:tabLst/>
              <a:defRPr sz="1400" b="0" i="0" spc="-30">
                <a:solidFill>
                  <a:schemeClr val="tx1"/>
                </a:solidFill>
                <a:latin typeface="Arial" panose="020B0604020202020204" pitchFamily="34" charset="0"/>
                <a:cs typeface="Arial" panose="020B0604020202020204" pitchFamily="34" charset="0"/>
              </a:defRPr>
            </a:lvl1pPr>
            <a:lvl2pPr>
              <a:lnSpc>
                <a:spcPct val="100000"/>
              </a:lnSpc>
              <a:defRPr sz="1400" spc="-30">
                <a:solidFill>
                  <a:schemeClr val="tx2"/>
                </a:solidFill>
              </a:defRPr>
            </a:lvl2pPr>
            <a:lvl3pPr>
              <a:lnSpc>
                <a:spcPct val="100000"/>
              </a:lnSpc>
              <a:defRPr sz="1400" spc="-30">
                <a:solidFill>
                  <a:schemeClr val="tx2"/>
                </a:solidFill>
              </a:defRPr>
            </a:lvl3pPr>
            <a:lvl4pPr>
              <a:lnSpc>
                <a:spcPct val="100000"/>
              </a:lnSpc>
              <a:defRPr sz="1400" spc="-30">
                <a:solidFill>
                  <a:schemeClr val="tx2"/>
                </a:solidFill>
              </a:defRPr>
            </a:lvl4pPr>
            <a:lvl5pPr>
              <a:lnSpc>
                <a:spcPct val="100000"/>
              </a:lnSpc>
              <a:defRPr sz="1400" spc="-30">
                <a:solidFill>
                  <a:schemeClr val="tx2"/>
                </a:solidFill>
              </a:defRPr>
            </a:lvl5pPr>
          </a:lstStyle>
          <a:p>
            <a:pPr lvl="0"/>
            <a:r>
              <a:rPr lang="en-US" dirty="0"/>
              <a:t>We deliver performance without a premium. Infrastructure to keep pace with your AI models. And purpose-built storage designed for proven capacity, reliability, power-efficiency, and superior TCO.</a:t>
            </a:r>
            <a:br>
              <a:rPr lang="en-US" dirty="0"/>
            </a:br>
            <a:r>
              <a:rPr lang="en-US" dirty="0"/>
              <a:t>Developed through decades of engineering excellence, built on expertise from 40,000+ passionate individuals, and field-validated with customers at hyperscale, our storage technology evolves as your data demands grow.</a:t>
            </a:r>
            <a:br>
              <a:rPr lang="en-US" dirty="0"/>
            </a:br>
            <a:r>
              <a:rPr lang="en-US" dirty="0"/>
              <a:t>Always on. Always ready. Across the world’s largest data centers, at home, and everywhere in-between.</a:t>
            </a:r>
            <a:br>
              <a:rPr lang="en-US" dirty="0"/>
            </a:br>
            <a:r>
              <a:rPr lang="en-US" dirty="0"/>
              <a:t>Innovate with confidence. Scale with certainty.</a:t>
            </a:r>
            <a:br>
              <a:rPr lang="en-US" dirty="0"/>
            </a:br>
            <a:r>
              <a:rPr lang="en-US" dirty="0"/>
              <a:t>Only with WD.</a:t>
            </a:r>
          </a:p>
        </p:txBody>
      </p:sp>
      <p:sp>
        <p:nvSpPr>
          <p:cNvPr id="6" name="2026 Western Digital Corporation All rights reserved">
            <a:extLst>
              <a:ext uri="{FF2B5EF4-FFF2-40B4-BE49-F238E27FC236}">
                <a16:creationId xmlns:a16="http://schemas.microsoft.com/office/drawing/2014/main" id="{99315058-3B5A-8A91-EE93-D7AC56C885E2}"/>
              </a:ext>
            </a:extLst>
          </p:cNvPr>
          <p:cNvSpPr/>
          <p:nvPr/>
        </p:nvSpPr>
        <p:spPr>
          <a:xfrm>
            <a:off x="419100" y="6638989"/>
            <a:ext cx="2794000" cy="92589"/>
          </a:xfrm>
          <a:prstGeom prst="rect">
            <a:avLst/>
          </a:prstGeom>
          <a:noFill/>
          <a:ln/>
        </p:spPr>
        <p:txBody>
          <a:bodyPr wrap="square" lIns="0" tIns="0" rIns="0" bIns="0" rtlCol="0" anchor="t">
            <a:spAutoFit/>
          </a:bodyPr>
          <a:lstStyle/>
          <a:p>
            <a:pPr>
              <a:lnSpc>
                <a:spcPct val="75000"/>
              </a:lnSpc>
            </a:pPr>
            <a:r>
              <a:rPr lang="en-US" sz="800" b="0" i="0" dirty="0">
                <a:solidFill>
                  <a:schemeClr val="tx1"/>
                </a:solidFill>
                <a:latin typeface="Arial" panose="020B0604020202020204" pitchFamily="34" charset="0"/>
                <a:ea typeface="Arial" pitchFamily="34" charset="-122"/>
                <a:cs typeface="Arial" panose="020B0604020202020204" pitchFamily="34" charset="0"/>
              </a:rPr>
              <a:t>©  2026 Western Digital Corporation. All rights reserved.</a:t>
            </a:r>
            <a:endParaRPr lang="en-US" sz="800" b="0" i="0" dirty="0">
              <a:solidFill>
                <a:schemeClr val="tx1"/>
              </a:solidFill>
              <a:latin typeface="Arial" panose="020B0604020202020204" pitchFamily="34" charset="0"/>
              <a:cs typeface="Arial" panose="020B0604020202020204" pitchFamily="34" charset="0"/>
            </a:endParaRPr>
          </a:p>
        </p:txBody>
      </p:sp>
      <p:sp>
        <p:nvSpPr>
          <p:cNvPr id="7" name="Slide Number Placeholder 1">
            <a:extLst>
              <a:ext uri="{FF2B5EF4-FFF2-40B4-BE49-F238E27FC236}">
                <a16:creationId xmlns:a16="http://schemas.microsoft.com/office/drawing/2014/main" id="{B942D230-5F44-4C6A-579D-EB0103DBE012}"/>
              </a:ext>
            </a:extLst>
          </p:cNvPr>
          <p:cNvSpPr>
            <a:spLocks noGrp="1"/>
          </p:cNvSpPr>
          <p:nvPr>
            <p:ph type="sldNum" sz="quarter" idx="4"/>
          </p:nvPr>
        </p:nvSpPr>
        <p:spPr>
          <a:xfrm>
            <a:off x="11215668" y="6562157"/>
            <a:ext cx="658832" cy="215444"/>
          </a:xfrm>
          <a:prstGeom prst="rect">
            <a:avLst/>
          </a:prstGeom>
        </p:spPr>
        <p:txBody>
          <a:bodyPr vert="horz" lIns="91440" tIns="45720" rIns="0" bIns="45720" rtlCol="0" anchor="ctr">
            <a:spAutoFit/>
          </a:bodyPr>
          <a:lstStyle>
            <a:lvl1pPr algn="r">
              <a:defRPr sz="800" b="0" i="0">
                <a:solidFill>
                  <a:schemeClr val="tx1"/>
                </a:solidFill>
                <a:latin typeface="Arial" panose="020B0604020202020204" pitchFamily="34" charset="0"/>
                <a:cs typeface="Arial" panose="020B0604020202020204" pitchFamily="34" charset="0"/>
              </a:defRPr>
            </a:lvl1pPr>
          </a:lstStyle>
          <a:p>
            <a:fld id="{B06B19F4-CF25-446C-B362-D8BB27BE9D9B}" type="slidenum">
              <a:rPr lang="en-US" smtClean="0"/>
              <a:t>‹#›</a:t>
            </a:fld>
            <a:endParaRPr lang="en-US"/>
          </a:p>
        </p:txBody>
      </p:sp>
      <p:sp>
        <p:nvSpPr>
          <p:cNvPr id="8" name="WD Confidential">
            <a:extLst>
              <a:ext uri="{FF2B5EF4-FFF2-40B4-BE49-F238E27FC236}">
                <a16:creationId xmlns:a16="http://schemas.microsoft.com/office/drawing/2014/main" id="{8ED3B323-AA46-23F8-C142-6D014DD162B1}"/>
              </a:ext>
            </a:extLst>
          </p:cNvPr>
          <p:cNvSpPr/>
          <p:nvPr/>
        </p:nvSpPr>
        <p:spPr>
          <a:xfrm>
            <a:off x="8991600" y="6638990"/>
            <a:ext cx="1244600" cy="92589"/>
          </a:xfrm>
          <a:prstGeom prst="rect">
            <a:avLst/>
          </a:prstGeom>
          <a:noFill/>
          <a:ln/>
        </p:spPr>
        <p:txBody>
          <a:bodyPr wrap="square" lIns="0" tIns="0" rIns="0" bIns="0" rtlCol="0" anchor="t">
            <a:spAutoFit/>
          </a:bodyPr>
          <a:lstStyle/>
          <a:p>
            <a:pPr>
              <a:lnSpc>
                <a:spcPct val="75000"/>
              </a:lnSpc>
            </a:pPr>
            <a:r>
              <a:rPr lang="en-US" sz="800" b="0" i="0" dirty="0">
                <a:solidFill>
                  <a:schemeClr val="tx1"/>
                </a:solidFill>
                <a:latin typeface="Arial" panose="020B0604020202020204" pitchFamily="34" charset="0"/>
                <a:ea typeface="Arial" pitchFamily="34" charset="-122"/>
                <a:cs typeface="Arial" panose="020B0604020202020204" pitchFamily="34" charset="0"/>
              </a:rPr>
              <a:t>WD CONFIDENTIAL</a:t>
            </a:r>
            <a:endParaRPr lang="en-US" sz="800" b="0" i="0" dirty="0">
              <a:solidFill>
                <a:schemeClr val="tx1"/>
              </a:solidFill>
              <a:latin typeface="Arial" panose="020B0604020202020204" pitchFamily="34" charset="0"/>
              <a:cs typeface="Arial" panose="020B0604020202020204" pitchFamily="34" charset="0"/>
            </a:endParaRPr>
          </a:p>
        </p:txBody>
      </p:sp>
      <p:pic>
        <p:nvPicPr>
          <p:cNvPr id="2" name="Logo" descr="preencoded.png">
            <a:extLst>
              <a:ext uri="{FF2B5EF4-FFF2-40B4-BE49-F238E27FC236}">
                <a16:creationId xmlns:a16="http://schemas.microsoft.com/office/drawing/2014/main" id="{181FEDD9-F1FD-572D-9F17-F350B3EBD571}"/>
              </a:ext>
            </a:extLst>
          </p:cNvPr>
          <p:cNvPicPr>
            <a:picLocks noChangeAspect="1"/>
          </p:cNvPicPr>
          <p:nvPr/>
        </p:nvPicPr>
        <p:blipFill>
          <a:blip>
            <a:extLst>
              <a:ext uri="{96DAC541-7B7A-43D3-8B79-37D633B846F1}">
                <asvg:svgBlip xmlns:asvg="http://schemas.microsoft.com/office/drawing/2016/SVG/main" r:embed="rId3"/>
              </a:ext>
            </a:extLst>
          </a:blip>
          <a:srcRect/>
          <a:stretch/>
        </p:blipFill>
        <p:spPr>
          <a:xfrm>
            <a:off x="10902950" y="419100"/>
            <a:ext cx="869950" cy="222250"/>
          </a:xfrm>
          <a:prstGeom prst="rect">
            <a:avLst/>
          </a:prstGeom>
        </p:spPr>
      </p:pic>
      <p:sp>
        <p:nvSpPr>
          <p:cNvPr id="9" name="2026 Western Digital Corporation All rights reserved">
            <a:extLst>
              <a:ext uri="{FF2B5EF4-FFF2-40B4-BE49-F238E27FC236}">
                <a16:creationId xmlns:a16="http://schemas.microsoft.com/office/drawing/2014/main" id="{1F8B124D-8828-84D4-5D9B-69C9442BD2B3}"/>
              </a:ext>
            </a:extLst>
          </p:cNvPr>
          <p:cNvSpPr/>
          <p:nvPr/>
        </p:nvSpPr>
        <p:spPr>
          <a:xfrm>
            <a:off x="419100" y="6638989"/>
            <a:ext cx="2794000" cy="92589"/>
          </a:xfrm>
          <a:prstGeom prst="rect">
            <a:avLst/>
          </a:prstGeom>
          <a:noFill/>
          <a:ln/>
        </p:spPr>
        <p:txBody>
          <a:bodyPr wrap="square" lIns="0" tIns="0" rIns="0" bIns="0" rtlCol="0" anchor="t">
            <a:spAutoFit/>
          </a:bodyPr>
          <a:lstStyle/>
          <a:p>
            <a:pPr>
              <a:lnSpc>
                <a:spcPct val="75000"/>
              </a:lnSpc>
            </a:pPr>
            <a:r>
              <a:rPr lang="en-US" sz="800" b="0" i="0" dirty="0">
                <a:solidFill>
                  <a:schemeClr val="tx1"/>
                </a:solidFill>
                <a:latin typeface="Arial" panose="020B0604020202020204" pitchFamily="34" charset="0"/>
                <a:ea typeface="Arial" pitchFamily="34" charset="-122"/>
                <a:cs typeface="Arial" panose="020B0604020202020204" pitchFamily="34" charset="0"/>
              </a:rPr>
              <a:t>©  2026 Western Digital Corporation. All rights reserved.</a:t>
            </a:r>
            <a:endParaRPr lang="en-US" sz="800" b="0" i="0" dirty="0">
              <a:solidFill>
                <a:schemeClr val="tx1"/>
              </a:solidFill>
              <a:latin typeface="Arial" panose="020B0604020202020204" pitchFamily="34" charset="0"/>
              <a:cs typeface="Arial" panose="020B0604020202020204" pitchFamily="34" charset="0"/>
            </a:endParaRPr>
          </a:p>
        </p:txBody>
      </p:sp>
      <p:sp>
        <p:nvSpPr>
          <p:cNvPr id="11" name="WD Confidential">
            <a:extLst>
              <a:ext uri="{FF2B5EF4-FFF2-40B4-BE49-F238E27FC236}">
                <a16:creationId xmlns:a16="http://schemas.microsoft.com/office/drawing/2014/main" id="{51F4AFAF-74BC-A3A1-D4C6-0F585EC0C73A}"/>
              </a:ext>
            </a:extLst>
          </p:cNvPr>
          <p:cNvSpPr/>
          <p:nvPr/>
        </p:nvSpPr>
        <p:spPr>
          <a:xfrm>
            <a:off x="8991600" y="6638990"/>
            <a:ext cx="1244600" cy="92589"/>
          </a:xfrm>
          <a:prstGeom prst="rect">
            <a:avLst/>
          </a:prstGeom>
          <a:noFill/>
          <a:ln/>
        </p:spPr>
        <p:txBody>
          <a:bodyPr wrap="square" lIns="0" tIns="0" rIns="0" bIns="0" rtlCol="0" anchor="t">
            <a:spAutoFit/>
          </a:bodyPr>
          <a:lstStyle/>
          <a:p>
            <a:pPr>
              <a:lnSpc>
                <a:spcPct val="75000"/>
              </a:lnSpc>
            </a:pPr>
            <a:r>
              <a:rPr lang="en-US" sz="800" b="0" i="0" dirty="0">
                <a:solidFill>
                  <a:schemeClr val="tx1"/>
                </a:solidFill>
                <a:latin typeface="Arial" panose="020B0604020202020204" pitchFamily="34" charset="0"/>
                <a:ea typeface="Arial" pitchFamily="34" charset="-122"/>
                <a:cs typeface="Arial" panose="020B0604020202020204" pitchFamily="34" charset="0"/>
              </a:rPr>
              <a:t>WD CONFIDENTIAL</a:t>
            </a:r>
            <a:endParaRPr lang="en-US" sz="800" b="0" i="0" dirty="0">
              <a:solidFill>
                <a:schemeClr val="tx1"/>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344693216"/>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showMasterSp="0">
  <p:cSld name="Title, Subtitle and Content White">
    <p:bg>
      <p:bgPr>
        <a:solidFill>
          <a:schemeClr val="bg1"/>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64580535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itle, Subtitle and Content Vault Navy">
    <p:bg>
      <p:bgRef idx="1001">
        <a:schemeClr val="bg2"/>
      </p:bgRef>
    </p:bg>
    <p:spTree>
      <p:nvGrpSpPr>
        <p:cNvPr id="1" name=""/>
        <p:cNvGrpSpPr/>
        <p:nvPr/>
      </p:nvGrpSpPr>
      <p:grpSpPr>
        <a:xfrm>
          <a:off x="0" y="0"/>
          <a:ext cx="0" cy="0"/>
          <a:chOff x="0" y="0"/>
          <a:chExt cx="0" cy="0"/>
        </a:xfrm>
      </p:grpSpPr>
      <p:sp>
        <p:nvSpPr>
          <p:cNvPr id="3" name="Text Placeholder 14">
            <a:extLst>
              <a:ext uri="{FF2B5EF4-FFF2-40B4-BE49-F238E27FC236}">
                <a16:creationId xmlns:a16="http://schemas.microsoft.com/office/drawing/2014/main" id="{CD24FD7F-7349-F1F5-223D-7F65E42A021E}"/>
              </a:ext>
            </a:extLst>
          </p:cNvPr>
          <p:cNvSpPr>
            <a:spLocks noGrp="1"/>
          </p:cNvSpPr>
          <p:nvPr>
            <p:ph type="body" sz="quarter" idx="15" hasCustomPrompt="1"/>
          </p:nvPr>
        </p:nvSpPr>
        <p:spPr>
          <a:xfrm>
            <a:off x="339633" y="1954332"/>
            <a:ext cx="4765767" cy="338554"/>
          </a:xfrm>
          <a:prstGeom prst="rect">
            <a:avLst/>
          </a:prstGeom>
        </p:spPr>
        <p:txBody>
          <a:bodyPr wrap="square" lIns="73152" rIns="0">
            <a:spAutoFit/>
          </a:bodyPr>
          <a:lstStyle>
            <a:lvl1pPr>
              <a:lnSpc>
                <a:spcPct val="100000"/>
              </a:lnSpc>
              <a:buNone/>
              <a:defRPr sz="1600" b="1" i="0" spc="-40">
                <a:solidFill>
                  <a:schemeClr val="tx1"/>
                </a:solidFill>
                <a:latin typeface="Arial" panose="020B0604020202020204" pitchFamily="34" charset="0"/>
                <a:cs typeface="Arial" panose="020B0604020202020204" pitchFamily="34" charset="0"/>
              </a:defRPr>
            </a:lvl1pPr>
          </a:lstStyle>
          <a:p>
            <a:pPr lvl="0"/>
            <a:r>
              <a:rPr lang="en-US" b="1" dirty="0"/>
              <a:t>Subhead goes here</a:t>
            </a:r>
          </a:p>
        </p:txBody>
      </p:sp>
      <p:pic>
        <p:nvPicPr>
          <p:cNvPr id="4" name="Logo" descr="preencoded.png">
            <a:extLst>
              <a:ext uri="{FF2B5EF4-FFF2-40B4-BE49-F238E27FC236}">
                <a16:creationId xmlns:a16="http://schemas.microsoft.com/office/drawing/2014/main" id="{1BFF3DBF-B6EF-B5B6-80ED-BD1700741144}"/>
              </a:ext>
            </a:extLst>
          </p:cNvPr>
          <p:cNvPicPr>
            <a:picLocks noChangeAspect="1"/>
          </p:cNvPicPr>
          <p:nvPr/>
        </p:nvPicPr>
        <p:blipFill>
          <a:blip>
            <a:extLst>
              <a:ext uri="{96DAC541-7B7A-43D3-8B79-37D633B846F1}">
                <asvg:svgBlip xmlns:asvg="http://schemas.microsoft.com/office/drawing/2016/SVG/main" r:embed="rId2"/>
              </a:ext>
            </a:extLst>
          </a:blip>
          <a:srcRect/>
          <a:stretch/>
        </p:blipFill>
        <p:spPr>
          <a:xfrm>
            <a:off x="10902950" y="419100"/>
            <a:ext cx="869950" cy="222250"/>
          </a:xfrm>
          <a:prstGeom prst="rect">
            <a:avLst/>
          </a:prstGeom>
        </p:spPr>
      </p:pic>
      <p:sp>
        <p:nvSpPr>
          <p:cNvPr id="2" name="Text Placeholder 14">
            <a:extLst>
              <a:ext uri="{FF2B5EF4-FFF2-40B4-BE49-F238E27FC236}">
                <a16:creationId xmlns:a16="http://schemas.microsoft.com/office/drawing/2014/main" id="{AF1085EB-B6B3-04CF-7847-B672F38F3F86}"/>
              </a:ext>
            </a:extLst>
          </p:cNvPr>
          <p:cNvSpPr>
            <a:spLocks noGrp="1"/>
          </p:cNvSpPr>
          <p:nvPr>
            <p:ph type="body" sz="quarter" idx="13" hasCustomPrompt="1"/>
          </p:nvPr>
        </p:nvSpPr>
        <p:spPr>
          <a:xfrm>
            <a:off x="339725" y="333800"/>
            <a:ext cx="2860675" cy="307777"/>
          </a:xfrm>
          <a:prstGeom prst="rect">
            <a:avLst/>
          </a:prstGeom>
        </p:spPr>
        <p:txBody>
          <a:bodyPr wrap="square" lIns="82296" rIns="0">
            <a:spAutoFit/>
          </a:bodyPr>
          <a:lstStyle>
            <a:lvl1pPr>
              <a:lnSpc>
                <a:spcPct val="100000"/>
              </a:lnSpc>
              <a:buNone/>
              <a:defRPr sz="1400" b="1" i="0" spc="-30">
                <a:solidFill>
                  <a:schemeClr val="tx1"/>
                </a:solidFill>
                <a:latin typeface="Arial" panose="020B0604020202020204" pitchFamily="34" charset="0"/>
                <a:cs typeface="Arial" panose="020B0604020202020204" pitchFamily="34" charset="0"/>
              </a:defRPr>
            </a:lvl1pPr>
          </a:lstStyle>
          <a:p>
            <a:pPr lvl="0"/>
            <a:r>
              <a:rPr lang="en-US" b="1" dirty="0"/>
              <a:t>Section Header</a:t>
            </a:r>
          </a:p>
        </p:txBody>
      </p:sp>
      <p:sp>
        <p:nvSpPr>
          <p:cNvPr id="6" name="Title 2">
            <a:extLst>
              <a:ext uri="{FF2B5EF4-FFF2-40B4-BE49-F238E27FC236}">
                <a16:creationId xmlns:a16="http://schemas.microsoft.com/office/drawing/2014/main" id="{2AA16F8E-B090-9642-F455-E7BE04B868DB}"/>
              </a:ext>
            </a:extLst>
          </p:cNvPr>
          <p:cNvSpPr>
            <a:spLocks noGrp="1"/>
          </p:cNvSpPr>
          <p:nvPr>
            <p:ph type="title" hasCustomPrompt="1"/>
          </p:nvPr>
        </p:nvSpPr>
        <p:spPr>
          <a:xfrm>
            <a:off x="339633" y="702407"/>
            <a:ext cx="6670767" cy="1215333"/>
          </a:xfrm>
          <a:prstGeom prst="rect">
            <a:avLst/>
          </a:prstGeom>
        </p:spPr>
        <p:txBody>
          <a:bodyPr wrap="square" lIns="45720" rIns="0">
            <a:spAutoFit/>
          </a:bodyPr>
          <a:lstStyle>
            <a:lvl1pPr>
              <a:lnSpc>
                <a:spcPct val="85000"/>
              </a:lnSpc>
              <a:defRPr sz="4200" b="0" i="0" spc="-130">
                <a:solidFill>
                  <a:schemeClr val="tx1"/>
                </a:solidFill>
                <a:latin typeface="Arial" panose="020B0604020202020204" pitchFamily="34" charset="0"/>
                <a:cs typeface="Arial" panose="020B0604020202020204" pitchFamily="34" charset="0"/>
              </a:defRPr>
            </a:lvl1pPr>
          </a:lstStyle>
          <a:p>
            <a:r>
              <a:rPr lang="en-US" dirty="0"/>
              <a:t>Content Slide – Lorem Ipsum Headline</a:t>
            </a:r>
          </a:p>
        </p:txBody>
      </p:sp>
      <p:sp>
        <p:nvSpPr>
          <p:cNvPr id="12" name="Text Placeholder 9">
            <a:extLst>
              <a:ext uri="{FF2B5EF4-FFF2-40B4-BE49-F238E27FC236}">
                <a16:creationId xmlns:a16="http://schemas.microsoft.com/office/drawing/2014/main" id="{590A9618-A5C7-FFFF-717E-ADCB6EA53DAF}"/>
              </a:ext>
            </a:extLst>
          </p:cNvPr>
          <p:cNvSpPr>
            <a:spLocks noGrp="1"/>
          </p:cNvSpPr>
          <p:nvPr>
            <p:ph type="body" sz="quarter" idx="16"/>
          </p:nvPr>
        </p:nvSpPr>
        <p:spPr>
          <a:xfrm>
            <a:off x="339632" y="2559700"/>
            <a:ext cx="6670768" cy="1426031"/>
          </a:xfrm>
          <a:prstGeom prst="rect">
            <a:avLst/>
          </a:prstGeom>
        </p:spPr>
        <p:txBody>
          <a:bodyPr wrap="square" lIns="82296" rIns="0">
            <a:spAutoFit/>
          </a:bodyPr>
          <a:lstStyle>
            <a:lvl1pPr>
              <a:lnSpc>
                <a:spcPct val="100000"/>
              </a:lnSpc>
              <a:defRPr sz="1400" b="0" i="0" spc="-30">
                <a:solidFill>
                  <a:schemeClr val="tx1"/>
                </a:solidFill>
                <a:latin typeface="Arial" panose="020B0604020202020204" pitchFamily="34" charset="0"/>
                <a:cs typeface="Arial" panose="020B0604020202020204" pitchFamily="34" charset="0"/>
              </a:defRPr>
            </a:lvl1pPr>
            <a:lvl2pPr>
              <a:lnSpc>
                <a:spcPct val="100000"/>
              </a:lnSpc>
              <a:defRPr sz="1400" b="0" i="0" spc="-30">
                <a:solidFill>
                  <a:schemeClr val="tx1"/>
                </a:solidFill>
                <a:latin typeface="Arial" panose="020B0604020202020204" pitchFamily="34" charset="0"/>
                <a:cs typeface="Arial" panose="020B0604020202020204" pitchFamily="34" charset="0"/>
              </a:defRPr>
            </a:lvl2pPr>
            <a:lvl3pPr>
              <a:lnSpc>
                <a:spcPct val="100000"/>
              </a:lnSpc>
              <a:defRPr sz="1400" b="0" i="0" spc="-30">
                <a:solidFill>
                  <a:schemeClr val="tx1"/>
                </a:solidFill>
                <a:latin typeface="Arial" panose="020B0604020202020204" pitchFamily="34" charset="0"/>
                <a:cs typeface="Arial" panose="020B0604020202020204" pitchFamily="34" charset="0"/>
              </a:defRPr>
            </a:lvl3pPr>
            <a:lvl4pPr>
              <a:lnSpc>
                <a:spcPct val="100000"/>
              </a:lnSpc>
              <a:defRPr sz="1400" b="0" i="0" spc="-30">
                <a:solidFill>
                  <a:schemeClr val="tx1"/>
                </a:solidFill>
                <a:latin typeface="Arial" panose="020B0604020202020204" pitchFamily="34" charset="0"/>
                <a:cs typeface="Arial" panose="020B0604020202020204" pitchFamily="34" charset="0"/>
              </a:defRPr>
            </a:lvl4pPr>
            <a:lvl5pPr>
              <a:lnSpc>
                <a:spcPct val="100000"/>
              </a:lnSpc>
              <a:defRPr sz="1400" b="0" i="0" spc="-30">
                <a:solidFill>
                  <a:schemeClr val="tx1"/>
                </a:solidFill>
                <a:latin typeface="Arial" panose="020B0604020202020204" pitchFamily="34" charset="0"/>
                <a:cs typeface="Arial" panose="020B0604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2026 Western Digital Corporation All rights reserved">
            <a:extLst>
              <a:ext uri="{FF2B5EF4-FFF2-40B4-BE49-F238E27FC236}">
                <a16:creationId xmlns:a16="http://schemas.microsoft.com/office/drawing/2014/main" id="{1E894E91-1ADF-7A36-EBEA-795B7EF9CAF1}"/>
              </a:ext>
            </a:extLst>
          </p:cNvPr>
          <p:cNvSpPr/>
          <p:nvPr/>
        </p:nvSpPr>
        <p:spPr>
          <a:xfrm>
            <a:off x="419100" y="6638989"/>
            <a:ext cx="2794000" cy="92589"/>
          </a:xfrm>
          <a:prstGeom prst="rect">
            <a:avLst/>
          </a:prstGeom>
          <a:noFill/>
          <a:ln/>
        </p:spPr>
        <p:txBody>
          <a:bodyPr wrap="square" lIns="0" tIns="0" rIns="0" bIns="0" rtlCol="0" anchor="t">
            <a:spAutoFit/>
          </a:bodyPr>
          <a:lstStyle/>
          <a:p>
            <a:pPr>
              <a:lnSpc>
                <a:spcPct val="75000"/>
              </a:lnSpc>
            </a:pPr>
            <a:r>
              <a:rPr lang="en-US" sz="800" b="0" i="0" dirty="0">
                <a:solidFill>
                  <a:schemeClr val="tx1"/>
                </a:solidFill>
                <a:latin typeface="Arial" panose="020B0604020202020204" pitchFamily="34" charset="0"/>
                <a:ea typeface="Arial" pitchFamily="34" charset="-122"/>
                <a:cs typeface="Arial" panose="020B0604020202020204" pitchFamily="34" charset="0"/>
              </a:rPr>
              <a:t>©  2026 Western Digital Corporation. All rights reserved.</a:t>
            </a:r>
            <a:endParaRPr lang="en-US" sz="800" b="0" i="0" dirty="0">
              <a:solidFill>
                <a:schemeClr val="tx1"/>
              </a:solidFill>
              <a:latin typeface="Arial" panose="020B0604020202020204" pitchFamily="34" charset="0"/>
              <a:cs typeface="Arial" panose="020B0604020202020204" pitchFamily="34" charset="0"/>
            </a:endParaRPr>
          </a:p>
        </p:txBody>
      </p:sp>
      <p:sp>
        <p:nvSpPr>
          <p:cNvPr id="9" name="Slide Number Placeholder 1">
            <a:extLst>
              <a:ext uri="{FF2B5EF4-FFF2-40B4-BE49-F238E27FC236}">
                <a16:creationId xmlns:a16="http://schemas.microsoft.com/office/drawing/2014/main" id="{EF431CF9-6649-9BA9-2E27-DEF006649F35}"/>
              </a:ext>
            </a:extLst>
          </p:cNvPr>
          <p:cNvSpPr>
            <a:spLocks noGrp="1"/>
          </p:cNvSpPr>
          <p:nvPr>
            <p:ph type="sldNum" sz="quarter" idx="4"/>
          </p:nvPr>
        </p:nvSpPr>
        <p:spPr>
          <a:xfrm>
            <a:off x="11215668" y="6562157"/>
            <a:ext cx="658832" cy="215444"/>
          </a:xfrm>
          <a:prstGeom prst="rect">
            <a:avLst/>
          </a:prstGeom>
        </p:spPr>
        <p:txBody>
          <a:bodyPr vert="horz" lIns="91440" tIns="45720" rIns="0" bIns="45720" rtlCol="0" anchor="ctr">
            <a:spAutoFit/>
          </a:bodyPr>
          <a:lstStyle>
            <a:lvl1pPr algn="r">
              <a:defRPr sz="800" b="0" i="0">
                <a:solidFill>
                  <a:schemeClr val="tx1"/>
                </a:solidFill>
                <a:latin typeface="Arial" panose="020B0604020202020204" pitchFamily="34" charset="0"/>
                <a:cs typeface="Arial" panose="020B0604020202020204" pitchFamily="34" charset="0"/>
              </a:defRPr>
            </a:lvl1pPr>
          </a:lstStyle>
          <a:p>
            <a:fld id="{B06B19F4-CF25-446C-B362-D8BB27BE9D9B}" type="slidenum">
              <a:rPr lang="en-US" smtClean="0"/>
              <a:t>‹#›</a:t>
            </a:fld>
            <a:endParaRPr lang="en-US"/>
          </a:p>
        </p:txBody>
      </p:sp>
      <p:sp>
        <p:nvSpPr>
          <p:cNvPr id="10" name="WD Confidential">
            <a:extLst>
              <a:ext uri="{FF2B5EF4-FFF2-40B4-BE49-F238E27FC236}">
                <a16:creationId xmlns:a16="http://schemas.microsoft.com/office/drawing/2014/main" id="{7AA75334-B0E2-9798-0EAA-428DA461AE37}"/>
              </a:ext>
            </a:extLst>
          </p:cNvPr>
          <p:cNvSpPr/>
          <p:nvPr/>
        </p:nvSpPr>
        <p:spPr>
          <a:xfrm>
            <a:off x="8991600" y="6638990"/>
            <a:ext cx="1244600" cy="92589"/>
          </a:xfrm>
          <a:prstGeom prst="rect">
            <a:avLst/>
          </a:prstGeom>
          <a:noFill/>
          <a:ln/>
        </p:spPr>
        <p:txBody>
          <a:bodyPr wrap="square" lIns="0" tIns="0" rIns="0" bIns="0" rtlCol="0" anchor="t">
            <a:spAutoFit/>
          </a:bodyPr>
          <a:lstStyle/>
          <a:p>
            <a:pPr>
              <a:lnSpc>
                <a:spcPct val="75000"/>
              </a:lnSpc>
            </a:pPr>
            <a:r>
              <a:rPr lang="en-US" sz="800" b="0" i="0" dirty="0">
                <a:solidFill>
                  <a:schemeClr val="tx1"/>
                </a:solidFill>
                <a:latin typeface="Arial" panose="020B0604020202020204" pitchFamily="34" charset="0"/>
                <a:ea typeface="Arial" pitchFamily="34" charset="-122"/>
                <a:cs typeface="Arial" panose="020B0604020202020204" pitchFamily="34" charset="0"/>
              </a:rPr>
              <a:t>WD CONFIDENTIAL</a:t>
            </a:r>
            <a:endParaRPr lang="en-US" sz="800" b="0" i="0" dirty="0">
              <a:solidFill>
                <a:schemeClr val="tx1"/>
              </a:solidFill>
              <a:latin typeface="Arial" panose="020B0604020202020204" pitchFamily="34" charset="0"/>
              <a:cs typeface="Arial" panose="020B0604020202020204" pitchFamily="34" charset="0"/>
            </a:endParaRPr>
          </a:p>
        </p:txBody>
      </p:sp>
      <p:pic>
        <p:nvPicPr>
          <p:cNvPr id="7" name="Logo" descr="preencoded.png">
            <a:extLst>
              <a:ext uri="{FF2B5EF4-FFF2-40B4-BE49-F238E27FC236}">
                <a16:creationId xmlns:a16="http://schemas.microsoft.com/office/drawing/2014/main" id="{8A439952-8DC5-BBFA-6602-D37B431580AE}"/>
              </a:ext>
            </a:extLst>
          </p:cNvPr>
          <p:cNvPicPr>
            <a:picLocks noChangeAspect="1"/>
          </p:cNvPicPr>
          <p:nvPr/>
        </p:nvPicPr>
        <p:blipFill>
          <a:blip>
            <a:extLst>
              <a:ext uri="{96DAC541-7B7A-43D3-8B79-37D633B846F1}">
                <asvg:svgBlip xmlns:asvg="http://schemas.microsoft.com/office/drawing/2016/SVG/main" r:embed="rId3"/>
              </a:ext>
            </a:extLst>
          </a:blip>
          <a:srcRect/>
          <a:stretch/>
        </p:blipFill>
        <p:spPr>
          <a:xfrm>
            <a:off x="10902950" y="419100"/>
            <a:ext cx="869950" cy="222250"/>
          </a:xfrm>
          <a:prstGeom prst="rect">
            <a:avLst/>
          </a:prstGeom>
        </p:spPr>
      </p:pic>
      <p:sp>
        <p:nvSpPr>
          <p:cNvPr id="8" name="2026 Western Digital Corporation All rights reserved">
            <a:extLst>
              <a:ext uri="{FF2B5EF4-FFF2-40B4-BE49-F238E27FC236}">
                <a16:creationId xmlns:a16="http://schemas.microsoft.com/office/drawing/2014/main" id="{064F8ECB-E27D-88ED-802A-BCAC3DD945D1}"/>
              </a:ext>
            </a:extLst>
          </p:cNvPr>
          <p:cNvSpPr/>
          <p:nvPr/>
        </p:nvSpPr>
        <p:spPr>
          <a:xfrm>
            <a:off x="419100" y="6638989"/>
            <a:ext cx="2794000" cy="92589"/>
          </a:xfrm>
          <a:prstGeom prst="rect">
            <a:avLst/>
          </a:prstGeom>
          <a:noFill/>
          <a:ln/>
        </p:spPr>
        <p:txBody>
          <a:bodyPr wrap="square" lIns="0" tIns="0" rIns="0" bIns="0" rtlCol="0" anchor="t">
            <a:spAutoFit/>
          </a:bodyPr>
          <a:lstStyle/>
          <a:p>
            <a:pPr>
              <a:lnSpc>
                <a:spcPct val="75000"/>
              </a:lnSpc>
            </a:pPr>
            <a:r>
              <a:rPr lang="en-US" sz="800" b="0" i="0" dirty="0">
                <a:solidFill>
                  <a:schemeClr val="tx1"/>
                </a:solidFill>
                <a:latin typeface="Arial" panose="020B0604020202020204" pitchFamily="34" charset="0"/>
                <a:ea typeface="Arial" pitchFamily="34" charset="-122"/>
                <a:cs typeface="Arial" panose="020B0604020202020204" pitchFamily="34" charset="0"/>
              </a:rPr>
              <a:t>©  2026 Western Digital Corporation. All rights reserved.</a:t>
            </a:r>
            <a:endParaRPr lang="en-US" sz="800" b="0" i="0" dirty="0">
              <a:solidFill>
                <a:schemeClr val="tx1"/>
              </a:solidFill>
              <a:latin typeface="Arial" panose="020B0604020202020204" pitchFamily="34" charset="0"/>
              <a:cs typeface="Arial" panose="020B0604020202020204" pitchFamily="34" charset="0"/>
            </a:endParaRPr>
          </a:p>
        </p:txBody>
      </p:sp>
      <p:sp>
        <p:nvSpPr>
          <p:cNvPr id="11" name="WD Confidential">
            <a:extLst>
              <a:ext uri="{FF2B5EF4-FFF2-40B4-BE49-F238E27FC236}">
                <a16:creationId xmlns:a16="http://schemas.microsoft.com/office/drawing/2014/main" id="{04194E36-DFE9-A075-0C80-FE6E903F6B9C}"/>
              </a:ext>
            </a:extLst>
          </p:cNvPr>
          <p:cNvSpPr/>
          <p:nvPr/>
        </p:nvSpPr>
        <p:spPr>
          <a:xfrm>
            <a:off x="8991600" y="6638990"/>
            <a:ext cx="1244600" cy="92589"/>
          </a:xfrm>
          <a:prstGeom prst="rect">
            <a:avLst/>
          </a:prstGeom>
          <a:noFill/>
          <a:ln/>
        </p:spPr>
        <p:txBody>
          <a:bodyPr wrap="square" lIns="0" tIns="0" rIns="0" bIns="0" rtlCol="0" anchor="t">
            <a:spAutoFit/>
          </a:bodyPr>
          <a:lstStyle/>
          <a:p>
            <a:pPr>
              <a:lnSpc>
                <a:spcPct val="75000"/>
              </a:lnSpc>
            </a:pPr>
            <a:r>
              <a:rPr lang="en-US" sz="800" b="0" i="0" dirty="0">
                <a:solidFill>
                  <a:schemeClr val="tx1"/>
                </a:solidFill>
                <a:latin typeface="Arial" panose="020B0604020202020204" pitchFamily="34" charset="0"/>
                <a:ea typeface="Arial" pitchFamily="34" charset="-122"/>
                <a:cs typeface="Arial" panose="020B0604020202020204" pitchFamily="34" charset="0"/>
              </a:rPr>
              <a:t>WD CONFIDENTIAL</a:t>
            </a:r>
            <a:endParaRPr lang="en-US" sz="800" b="0" i="0" dirty="0">
              <a:solidFill>
                <a:schemeClr val="tx1"/>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624694442"/>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Title and Content White">
    <p:bg>
      <p:bgPr>
        <a:solidFill>
          <a:schemeClr val="bg1"/>
        </a:solidFill>
        <a:effectLst/>
      </p:bgPr>
    </p:bg>
    <p:spTree>
      <p:nvGrpSpPr>
        <p:cNvPr id="1" name=""/>
        <p:cNvGrpSpPr/>
        <p:nvPr/>
      </p:nvGrpSpPr>
      <p:grpSpPr>
        <a:xfrm>
          <a:off x="0" y="0"/>
          <a:ext cx="0" cy="0"/>
          <a:chOff x="0" y="0"/>
          <a:chExt cx="0" cy="0"/>
        </a:xfrm>
      </p:grpSpPr>
      <p:pic>
        <p:nvPicPr>
          <p:cNvPr id="4" name="Logo" descr="preencoded.png">
            <a:extLst>
              <a:ext uri="{FF2B5EF4-FFF2-40B4-BE49-F238E27FC236}">
                <a16:creationId xmlns:a16="http://schemas.microsoft.com/office/drawing/2014/main" id="{3DC0599E-ABE3-1DBC-6207-01260A8C27CD}"/>
              </a:ext>
            </a:extLst>
          </p:cNvPr>
          <p:cNvPicPr>
            <a:picLocks noChangeAspect="1"/>
          </p:cNvPicPr>
          <p:nvPr/>
        </p:nvPicPr>
        <p:blipFill>
          <a:blip>
            <a:extLst>
              <a:ext uri="{96DAC541-7B7A-43D3-8B79-37D633B846F1}">
                <asvg:svgBlip xmlns:asvg="http://schemas.microsoft.com/office/drawing/2016/SVG/main" r:embed="rId2"/>
              </a:ext>
            </a:extLst>
          </a:blip>
          <a:srcRect/>
          <a:stretch/>
        </p:blipFill>
        <p:spPr>
          <a:xfrm>
            <a:off x="10902950" y="419100"/>
            <a:ext cx="869950" cy="222250"/>
          </a:xfrm>
          <a:prstGeom prst="rect">
            <a:avLst/>
          </a:prstGeom>
        </p:spPr>
      </p:pic>
      <p:sp>
        <p:nvSpPr>
          <p:cNvPr id="2" name="Text Placeholder 14">
            <a:extLst>
              <a:ext uri="{FF2B5EF4-FFF2-40B4-BE49-F238E27FC236}">
                <a16:creationId xmlns:a16="http://schemas.microsoft.com/office/drawing/2014/main" id="{612F7BBF-9C82-9666-15BB-66D848FA0F87}"/>
              </a:ext>
            </a:extLst>
          </p:cNvPr>
          <p:cNvSpPr>
            <a:spLocks noGrp="1"/>
          </p:cNvSpPr>
          <p:nvPr>
            <p:ph type="body" sz="quarter" idx="13" hasCustomPrompt="1"/>
          </p:nvPr>
        </p:nvSpPr>
        <p:spPr>
          <a:xfrm>
            <a:off x="339725" y="333800"/>
            <a:ext cx="2860675" cy="307777"/>
          </a:xfrm>
          <a:prstGeom prst="rect">
            <a:avLst/>
          </a:prstGeom>
        </p:spPr>
        <p:txBody>
          <a:bodyPr wrap="square" lIns="82296" rIns="0">
            <a:spAutoFit/>
          </a:bodyPr>
          <a:lstStyle>
            <a:lvl1pPr>
              <a:lnSpc>
                <a:spcPct val="100000"/>
              </a:lnSpc>
              <a:buNone/>
              <a:defRPr sz="1400" b="1" i="0" spc="-30">
                <a:solidFill>
                  <a:schemeClr val="tx2"/>
                </a:solidFill>
                <a:latin typeface="Arial" panose="020B0604020202020204" pitchFamily="34" charset="0"/>
                <a:cs typeface="Arial" panose="020B0604020202020204" pitchFamily="34" charset="0"/>
              </a:defRPr>
            </a:lvl1pPr>
          </a:lstStyle>
          <a:p>
            <a:pPr lvl="0"/>
            <a:r>
              <a:rPr lang="en-US" b="1" dirty="0"/>
              <a:t>Section Header</a:t>
            </a:r>
          </a:p>
        </p:txBody>
      </p:sp>
      <p:sp>
        <p:nvSpPr>
          <p:cNvPr id="3" name="Title 2">
            <a:extLst>
              <a:ext uri="{FF2B5EF4-FFF2-40B4-BE49-F238E27FC236}">
                <a16:creationId xmlns:a16="http://schemas.microsoft.com/office/drawing/2014/main" id="{2D0A2714-C0DF-0C80-9966-02DC68D5F681}"/>
              </a:ext>
            </a:extLst>
          </p:cNvPr>
          <p:cNvSpPr>
            <a:spLocks noGrp="1"/>
          </p:cNvSpPr>
          <p:nvPr>
            <p:ph type="title" hasCustomPrompt="1"/>
          </p:nvPr>
        </p:nvSpPr>
        <p:spPr>
          <a:xfrm>
            <a:off x="339633" y="702407"/>
            <a:ext cx="6670767" cy="1215333"/>
          </a:xfrm>
          <a:prstGeom prst="rect">
            <a:avLst/>
          </a:prstGeom>
        </p:spPr>
        <p:txBody>
          <a:bodyPr wrap="square" lIns="45720" rIns="0">
            <a:spAutoFit/>
          </a:bodyPr>
          <a:lstStyle>
            <a:lvl1pPr>
              <a:lnSpc>
                <a:spcPct val="85000"/>
              </a:lnSpc>
              <a:defRPr sz="4200" b="0" i="0" spc="-130">
                <a:solidFill>
                  <a:schemeClr val="tx2"/>
                </a:solidFill>
                <a:latin typeface="Arial" panose="020B0604020202020204" pitchFamily="34" charset="0"/>
                <a:cs typeface="Arial" panose="020B0604020202020204" pitchFamily="34" charset="0"/>
              </a:defRPr>
            </a:lvl1pPr>
          </a:lstStyle>
          <a:p>
            <a:r>
              <a:rPr lang="en-US" dirty="0"/>
              <a:t>Content Slide – Smaller, Longer Headline</a:t>
            </a:r>
          </a:p>
        </p:txBody>
      </p:sp>
      <p:sp>
        <p:nvSpPr>
          <p:cNvPr id="9" name="Text Placeholder 9">
            <a:extLst>
              <a:ext uri="{FF2B5EF4-FFF2-40B4-BE49-F238E27FC236}">
                <a16:creationId xmlns:a16="http://schemas.microsoft.com/office/drawing/2014/main" id="{1CE56D40-6ADB-3A0A-0BDC-D6D00D929BE5}"/>
              </a:ext>
            </a:extLst>
          </p:cNvPr>
          <p:cNvSpPr>
            <a:spLocks noGrp="1"/>
          </p:cNvSpPr>
          <p:nvPr>
            <p:ph type="body" sz="quarter" idx="15"/>
          </p:nvPr>
        </p:nvSpPr>
        <p:spPr>
          <a:xfrm>
            <a:off x="339632" y="2156037"/>
            <a:ext cx="6670768" cy="1426031"/>
          </a:xfrm>
          <a:prstGeom prst="rect">
            <a:avLst/>
          </a:prstGeom>
        </p:spPr>
        <p:txBody>
          <a:bodyPr wrap="square" lIns="82296" rIns="0">
            <a:spAutoFit/>
          </a:bodyPr>
          <a:lstStyle>
            <a:lvl1pPr>
              <a:lnSpc>
                <a:spcPct val="100000"/>
              </a:lnSpc>
              <a:defRPr sz="1400" b="0" i="0" spc="-30">
                <a:solidFill>
                  <a:schemeClr val="tx2"/>
                </a:solidFill>
                <a:latin typeface="Arial" panose="020B0604020202020204" pitchFamily="34" charset="0"/>
                <a:cs typeface="Arial" panose="020B0604020202020204" pitchFamily="34" charset="0"/>
              </a:defRPr>
            </a:lvl1pPr>
            <a:lvl2pPr>
              <a:lnSpc>
                <a:spcPct val="100000"/>
              </a:lnSpc>
              <a:defRPr sz="1400" b="0" i="0" spc="-30">
                <a:solidFill>
                  <a:schemeClr val="tx2"/>
                </a:solidFill>
                <a:latin typeface="Arial" panose="020B0604020202020204" pitchFamily="34" charset="0"/>
                <a:cs typeface="Arial" panose="020B0604020202020204" pitchFamily="34" charset="0"/>
              </a:defRPr>
            </a:lvl2pPr>
            <a:lvl3pPr>
              <a:lnSpc>
                <a:spcPct val="100000"/>
              </a:lnSpc>
              <a:defRPr sz="1400" b="0" i="0" spc="-30">
                <a:solidFill>
                  <a:schemeClr val="tx2"/>
                </a:solidFill>
                <a:latin typeface="Arial" panose="020B0604020202020204" pitchFamily="34" charset="0"/>
                <a:cs typeface="Arial" panose="020B0604020202020204" pitchFamily="34" charset="0"/>
              </a:defRPr>
            </a:lvl3pPr>
            <a:lvl4pPr>
              <a:lnSpc>
                <a:spcPct val="100000"/>
              </a:lnSpc>
              <a:defRPr sz="1400" b="0" i="0" spc="-30">
                <a:solidFill>
                  <a:schemeClr val="tx2"/>
                </a:solidFill>
                <a:latin typeface="Arial" panose="020B0604020202020204" pitchFamily="34" charset="0"/>
                <a:cs typeface="Arial" panose="020B0604020202020204" pitchFamily="34" charset="0"/>
              </a:defRPr>
            </a:lvl4pPr>
            <a:lvl5pPr>
              <a:lnSpc>
                <a:spcPct val="100000"/>
              </a:lnSpc>
              <a:defRPr sz="1400" b="0" i="0" spc="-30">
                <a:solidFill>
                  <a:schemeClr val="tx2"/>
                </a:solidFill>
                <a:latin typeface="Arial" panose="020B0604020202020204" pitchFamily="34" charset="0"/>
                <a:cs typeface="Arial" panose="020B0604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2026 Western Digital Corporation All rights reserved">
            <a:extLst>
              <a:ext uri="{FF2B5EF4-FFF2-40B4-BE49-F238E27FC236}">
                <a16:creationId xmlns:a16="http://schemas.microsoft.com/office/drawing/2014/main" id="{0050841B-5735-F2D5-0A78-51AD08F2F75B}"/>
              </a:ext>
            </a:extLst>
          </p:cNvPr>
          <p:cNvSpPr/>
          <p:nvPr/>
        </p:nvSpPr>
        <p:spPr>
          <a:xfrm>
            <a:off x="419100" y="6638989"/>
            <a:ext cx="2794000" cy="92589"/>
          </a:xfrm>
          <a:prstGeom prst="rect">
            <a:avLst/>
          </a:prstGeom>
          <a:noFill/>
          <a:ln/>
        </p:spPr>
        <p:txBody>
          <a:bodyPr wrap="square" lIns="0" tIns="0" rIns="0" bIns="0" rtlCol="0" anchor="t">
            <a:spAutoFit/>
          </a:bodyPr>
          <a:lstStyle/>
          <a:p>
            <a:pPr>
              <a:lnSpc>
                <a:spcPct val="75000"/>
              </a:lnSpc>
            </a:pPr>
            <a:r>
              <a:rPr lang="en-US" sz="800" b="0" i="0" dirty="0">
                <a:solidFill>
                  <a:schemeClr val="tx1"/>
                </a:solidFill>
                <a:latin typeface="Arial" panose="020B0604020202020204" pitchFamily="34" charset="0"/>
                <a:ea typeface="Arial" pitchFamily="34" charset="-122"/>
                <a:cs typeface="Arial" panose="020B0604020202020204" pitchFamily="34" charset="0"/>
              </a:rPr>
              <a:t>©  2026 Western Digital Corporation. All rights reserved.</a:t>
            </a:r>
            <a:endParaRPr lang="en-US" sz="800" b="0" i="0" dirty="0">
              <a:solidFill>
                <a:schemeClr val="tx1"/>
              </a:solidFill>
              <a:latin typeface="Arial" panose="020B0604020202020204" pitchFamily="34" charset="0"/>
              <a:cs typeface="Arial" panose="020B0604020202020204" pitchFamily="34" charset="0"/>
            </a:endParaRPr>
          </a:p>
        </p:txBody>
      </p:sp>
      <p:sp>
        <p:nvSpPr>
          <p:cNvPr id="7" name="Slide Number Placeholder 1">
            <a:extLst>
              <a:ext uri="{FF2B5EF4-FFF2-40B4-BE49-F238E27FC236}">
                <a16:creationId xmlns:a16="http://schemas.microsoft.com/office/drawing/2014/main" id="{B811A320-08A4-EF41-715C-69759B0C45A0}"/>
              </a:ext>
            </a:extLst>
          </p:cNvPr>
          <p:cNvSpPr>
            <a:spLocks noGrp="1"/>
          </p:cNvSpPr>
          <p:nvPr>
            <p:ph type="sldNum" sz="quarter" idx="4"/>
          </p:nvPr>
        </p:nvSpPr>
        <p:spPr>
          <a:xfrm>
            <a:off x="11215668" y="6562157"/>
            <a:ext cx="658832" cy="215444"/>
          </a:xfrm>
          <a:prstGeom prst="rect">
            <a:avLst/>
          </a:prstGeom>
        </p:spPr>
        <p:txBody>
          <a:bodyPr vert="horz" lIns="91440" tIns="45720" rIns="0" bIns="45720" rtlCol="0" anchor="ctr">
            <a:spAutoFit/>
          </a:bodyPr>
          <a:lstStyle>
            <a:lvl1pPr algn="r">
              <a:defRPr sz="800" b="0" i="0">
                <a:solidFill>
                  <a:schemeClr val="tx1"/>
                </a:solidFill>
                <a:latin typeface="Arial" panose="020B0604020202020204" pitchFamily="34" charset="0"/>
                <a:cs typeface="Arial" panose="020B0604020202020204" pitchFamily="34" charset="0"/>
              </a:defRPr>
            </a:lvl1pPr>
          </a:lstStyle>
          <a:p>
            <a:fld id="{B06B19F4-CF25-446C-B362-D8BB27BE9D9B}" type="slidenum">
              <a:rPr lang="en-US" smtClean="0"/>
              <a:t>‹#›</a:t>
            </a:fld>
            <a:endParaRPr lang="en-US"/>
          </a:p>
        </p:txBody>
      </p:sp>
      <p:sp>
        <p:nvSpPr>
          <p:cNvPr id="8" name="WD Confidential">
            <a:extLst>
              <a:ext uri="{FF2B5EF4-FFF2-40B4-BE49-F238E27FC236}">
                <a16:creationId xmlns:a16="http://schemas.microsoft.com/office/drawing/2014/main" id="{E4D09478-3997-80B6-4C9B-67FA61E8D9B3}"/>
              </a:ext>
            </a:extLst>
          </p:cNvPr>
          <p:cNvSpPr/>
          <p:nvPr/>
        </p:nvSpPr>
        <p:spPr>
          <a:xfrm>
            <a:off x="8991600" y="6638990"/>
            <a:ext cx="1244600" cy="92589"/>
          </a:xfrm>
          <a:prstGeom prst="rect">
            <a:avLst/>
          </a:prstGeom>
          <a:noFill/>
          <a:ln/>
        </p:spPr>
        <p:txBody>
          <a:bodyPr wrap="square" lIns="0" tIns="0" rIns="0" bIns="0" rtlCol="0" anchor="t">
            <a:spAutoFit/>
          </a:bodyPr>
          <a:lstStyle/>
          <a:p>
            <a:pPr>
              <a:lnSpc>
                <a:spcPct val="75000"/>
              </a:lnSpc>
            </a:pPr>
            <a:r>
              <a:rPr lang="en-US" sz="800" b="0" i="0" dirty="0">
                <a:solidFill>
                  <a:schemeClr val="tx1"/>
                </a:solidFill>
                <a:latin typeface="Arial" panose="020B0604020202020204" pitchFamily="34" charset="0"/>
                <a:ea typeface="Arial" pitchFamily="34" charset="-122"/>
                <a:cs typeface="Arial" panose="020B0604020202020204" pitchFamily="34" charset="0"/>
              </a:rPr>
              <a:t>WD CONFIDENTIAL</a:t>
            </a:r>
            <a:endParaRPr lang="en-US" sz="800" b="0" i="0" dirty="0">
              <a:solidFill>
                <a:schemeClr val="tx1"/>
              </a:solidFill>
              <a:latin typeface="Arial" panose="020B0604020202020204" pitchFamily="34" charset="0"/>
              <a:cs typeface="Arial" panose="020B0604020202020204" pitchFamily="34" charset="0"/>
            </a:endParaRPr>
          </a:p>
        </p:txBody>
      </p:sp>
      <p:pic>
        <p:nvPicPr>
          <p:cNvPr id="5" name="Logo" descr="preencoded.png">
            <a:extLst>
              <a:ext uri="{FF2B5EF4-FFF2-40B4-BE49-F238E27FC236}">
                <a16:creationId xmlns:a16="http://schemas.microsoft.com/office/drawing/2014/main" id="{2C7A54E2-B4D1-D66F-983A-A5ACCE2AD47E}"/>
              </a:ext>
            </a:extLst>
          </p:cNvPr>
          <p:cNvPicPr>
            <a:picLocks noChangeAspect="1"/>
          </p:cNvPicPr>
          <p:nvPr/>
        </p:nvPicPr>
        <p:blipFill>
          <a:blip>
            <a:extLst>
              <a:ext uri="{96DAC541-7B7A-43D3-8B79-37D633B846F1}">
                <asvg:svgBlip xmlns:asvg="http://schemas.microsoft.com/office/drawing/2016/SVG/main" r:embed="rId2"/>
              </a:ext>
            </a:extLst>
          </a:blip>
          <a:srcRect/>
          <a:stretch/>
        </p:blipFill>
        <p:spPr>
          <a:xfrm>
            <a:off x="10902950" y="419100"/>
            <a:ext cx="869950" cy="222250"/>
          </a:xfrm>
          <a:prstGeom prst="rect">
            <a:avLst/>
          </a:prstGeom>
        </p:spPr>
      </p:pic>
      <p:sp>
        <p:nvSpPr>
          <p:cNvPr id="10" name="2026 Western Digital Corporation All rights reserved">
            <a:extLst>
              <a:ext uri="{FF2B5EF4-FFF2-40B4-BE49-F238E27FC236}">
                <a16:creationId xmlns:a16="http://schemas.microsoft.com/office/drawing/2014/main" id="{AE5427FE-97B9-3B82-3231-E3AD69E57C13}"/>
              </a:ext>
            </a:extLst>
          </p:cNvPr>
          <p:cNvSpPr/>
          <p:nvPr/>
        </p:nvSpPr>
        <p:spPr>
          <a:xfrm>
            <a:off x="419100" y="6638989"/>
            <a:ext cx="2794000" cy="92589"/>
          </a:xfrm>
          <a:prstGeom prst="rect">
            <a:avLst/>
          </a:prstGeom>
          <a:noFill/>
          <a:ln/>
        </p:spPr>
        <p:txBody>
          <a:bodyPr wrap="square" lIns="0" tIns="0" rIns="0" bIns="0" rtlCol="0" anchor="t">
            <a:spAutoFit/>
          </a:bodyPr>
          <a:lstStyle/>
          <a:p>
            <a:pPr>
              <a:lnSpc>
                <a:spcPct val="75000"/>
              </a:lnSpc>
            </a:pPr>
            <a:r>
              <a:rPr lang="en-US" sz="800" b="0" i="0" dirty="0">
                <a:solidFill>
                  <a:schemeClr val="tx1"/>
                </a:solidFill>
                <a:latin typeface="Arial" panose="020B0604020202020204" pitchFamily="34" charset="0"/>
                <a:ea typeface="Arial" pitchFamily="34" charset="-122"/>
                <a:cs typeface="Arial" panose="020B0604020202020204" pitchFamily="34" charset="0"/>
              </a:rPr>
              <a:t>©  2026 Western Digital Corporation. All rights reserved.</a:t>
            </a:r>
            <a:endParaRPr lang="en-US" sz="800" b="0" i="0" dirty="0">
              <a:solidFill>
                <a:schemeClr val="tx1"/>
              </a:solidFill>
              <a:latin typeface="Arial" panose="020B0604020202020204" pitchFamily="34" charset="0"/>
              <a:cs typeface="Arial" panose="020B0604020202020204" pitchFamily="34" charset="0"/>
            </a:endParaRPr>
          </a:p>
        </p:txBody>
      </p:sp>
      <p:sp>
        <p:nvSpPr>
          <p:cNvPr id="11" name="WD Confidential">
            <a:extLst>
              <a:ext uri="{FF2B5EF4-FFF2-40B4-BE49-F238E27FC236}">
                <a16:creationId xmlns:a16="http://schemas.microsoft.com/office/drawing/2014/main" id="{1CEA0CE0-4606-19F8-44D7-6E7EF0F2BC5E}"/>
              </a:ext>
            </a:extLst>
          </p:cNvPr>
          <p:cNvSpPr/>
          <p:nvPr/>
        </p:nvSpPr>
        <p:spPr>
          <a:xfrm>
            <a:off x="8991600" y="6638990"/>
            <a:ext cx="1244600" cy="92589"/>
          </a:xfrm>
          <a:prstGeom prst="rect">
            <a:avLst/>
          </a:prstGeom>
          <a:noFill/>
          <a:ln/>
        </p:spPr>
        <p:txBody>
          <a:bodyPr wrap="square" lIns="0" tIns="0" rIns="0" bIns="0" rtlCol="0" anchor="t">
            <a:spAutoFit/>
          </a:bodyPr>
          <a:lstStyle/>
          <a:p>
            <a:pPr>
              <a:lnSpc>
                <a:spcPct val="75000"/>
              </a:lnSpc>
            </a:pPr>
            <a:r>
              <a:rPr lang="en-US" sz="800" b="0" i="0" dirty="0">
                <a:solidFill>
                  <a:schemeClr val="tx1"/>
                </a:solidFill>
                <a:latin typeface="Arial" panose="020B0604020202020204" pitchFamily="34" charset="0"/>
                <a:ea typeface="Arial" pitchFamily="34" charset="-122"/>
                <a:cs typeface="Arial" panose="020B0604020202020204" pitchFamily="34" charset="0"/>
              </a:rPr>
              <a:t>WD CONFIDENTIAL</a:t>
            </a:r>
            <a:endParaRPr lang="en-US" sz="800" b="0" i="0" dirty="0">
              <a:solidFill>
                <a:schemeClr val="tx1"/>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24115282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Title and Content Vault Navy">
    <p:bg>
      <p:bgRef idx="1001">
        <a:schemeClr val="bg2"/>
      </p:bgRef>
    </p:bg>
    <p:spTree>
      <p:nvGrpSpPr>
        <p:cNvPr id="1" name=""/>
        <p:cNvGrpSpPr/>
        <p:nvPr/>
      </p:nvGrpSpPr>
      <p:grpSpPr>
        <a:xfrm>
          <a:off x="0" y="0"/>
          <a:ext cx="0" cy="0"/>
          <a:chOff x="0" y="0"/>
          <a:chExt cx="0" cy="0"/>
        </a:xfrm>
      </p:grpSpPr>
      <p:pic>
        <p:nvPicPr>
          <p:cNvPr id="4" name="Logo" descr="preencoded.png">
            <a:extLst>
              <a:ext uri="{FF2B5EF4-FFF2-40B4-BE49-F238E27FC236}">
                <a16:creationId xmlns:a16="http://schemas.microsoft.com/office/drawing/2014/main" id="{3DC0599E-ABE3-1DBC-6207-01260A8C27CD}"/>
              </a:ext>
            </a:extLst>
          </p:cNvPr>
          <p:cNvPicPr>
            <a:picLocks noChangeAspect="1"/>
          </p:cNvPicPr>
          <p:nvPr/>
        </p:nvPicPr>
        <p:blipFill>
          <a:blip>
            <a:extLst>
              <a:ext uri="{96DAC541-7B7A-43D3-8B79-37D633B846F1}">
                <asvg:svgBlip xmlns:asvg="http://schemas.microsoft.com/office/drawing/2016/SVG/main" r:embed="rId2"/>
              </a:ext>
            </a:extLst>
          </a:blip>
          <a:srcRect/>
          <a:stretch/>
        </p:blipFill>
        <p:spPr>
          <a:xfrm>
            <a:off x="10902950" y="419100"/>
            <a:ext cx="869950" cy="222250"/>
          </a:xfrm>
          <a:prstGeom prst="rect">
            <a:avLst/>
          </a:prstGeom>
        </p:spPr>
      </p:pic>
      <p:sp>
        <p:nvSpPr>
          <p:cNvPr id="2" name="Text Placeholder 14">
            <a:extLst>
              <a:ext uri="{FF2B5EF4-FFF2-40B4-BE49-F238E27FC236}">
                <a16:creationId xmlns:a16="http://schemas.microsoft.com/office/drawing/2014/main" id="{612F7BBF-9C82-9666-15BB-66D848FA0F87}"/>
              </a:ext>
            </a:extLst>
          </p:cNvPr>
          <p:cNvSpPr>
            <a:spLocks noGrp="1"/>
          </p:cNvSpPr>
          <p:nvPr>
            <p:ph type="body" sz="quarter" idx="13" hasCustomPrompt="1"/>
          </p:nvPr>
        </p:nvSpPr>
        <p:spPr>
          <a:xfrm>
            <a:off x="339725" y="333800"/>
            <a:ext cx="2860675" cy="307777"/>
          </a:xfrm>
          <a:prstGeom prst="rect">
            <a:avLst/>
          </a:prstGeom>
        </p:spPr>
        <p:txBody>
          <a:bodyPr wrap="square" lIns="82296" rIns="0">
            <a:spAutoFit/>
          </a:bodyPr>
          <a:lstStyle>
            <a:lvl1pPr>
              <a:lnSpc>
                <a:spcPct val="100000"/>
              </a:lnSpc>
              <a:buNone/>
              <a:defRPr sz="1400" b="1" i="0" spc="-30">
                <a:solidFill>
                  <a:schemeClr val="tx1"/>
                </a:solidFill>
                <a:latin typeface="Arial" panose="020B0604020202020204" pitchFamily="34" charset="0"/>
                <a:cs typeface="Arial" panose="020B0604020202020204" pitchFamily="34" charset="0"/>
              </a:defRPr>
            </a:lvl1pPr>
          </a:lstStyle>
          <a:p>
            <a:pPr lvl="0"/>
            <a:r>
              <a:rPr lang="en-US" b="1" dirty="0"/>
              <a:t>Section Header</a:t>
            </a:r>
          </a:p>
        </p:txBody>
      </p:sp>
      <p:sp>
        <p:nvSpPr>
          <p:cNvPr id="3" name="Title 2">
            <a:extLst>
              <a:ext uri="{FF2B5EF4-FFF2-40B4-BE49-F238E27FC236}">
                <a16:creationId xmlns:a16="http://schemas.microsoft.com/office/drawing/2014/main" id="{2D0A2714-C0DF-0C80-9966-02DC68D5F681}"/>
              </a:ext>
            </a:extLst>
          </p:cNvPr>
          <p:cNvSpPr>
            <a:spLocks noGrp="1"/>
          </p:cNvSpPr>
          <p:nvPr>
            <p:ph type="title" hasCustomPrompt="1"/>
          </p:nvPr>
        </p:nvSpPr>
        <p:spPr>
          <a:xfrm>
            <a:off x="339633" y="702407"/>
            <a:ext cx="6670767" cy="1215333"/>
          </a:xfrm>
          <a:prstGeom prst="rect">
            <a:avLst/>
          </a:prstGeom>
        </p:spPr>
        <p:txBody>
          <a:bodyPr wrap="square" lIns="45720" rIns="0">
            <a:spAutoFit/>
          </a:bodyPr>
          <a:lstStyle>
            <a:lvl1pPr>
              <a:lnSpc>
                <a:spcPct val="85000"/>
              </a:lnSpc>
              <a:defRPr sz="4200" b="0" i="0" spc="-130">
                <a:solidFill>
                  <a:schemeClr val="tx1"/>
                </a:solidFill>
                <a:latin typeface="Arial" panose="020B0604020202020204" pitchFamily="34" charset="0"/>
                <a:cs typeface="Arial" panose="020B0604020202020204" pitchFamily="34" charset="0"/>
              </a:defRPr>
            </a:lvl1pPr>
          </a:lstStyle>
          <a:p>
            <a:r>
              <a:rPr lang="en-US" dirty="0"/>
              <a:t>Content Slide – Smaller, Longer Headline</a:t>
            </a:r>
          </a:p>
        </p:txBody>
      </p:sp>
      <p:sp>
        <p:nvSpPr>
          <p:cNvPr id="9" name="Text Placeholder 9">
            <a:extLst>
              <a:ext uri="{FF2B5EF4-FFF2-40B4-BE49-F238E27FC236}">
                <a16:creationId xmlns:a16="http://schemas.microsoft.com/office/drawing/2014/main" id="{1CE56D40-6ADB-3A0A-0BDC-D6D00D929BE5}"/>
              </a:ext>
            </a:extLst>
          </p:cNvPr>
          <p:cNvSpPr>
            <a:spLocks noGrp="1"/>
          </p:cNvSpPr>
          <p:nvPr>
            <p:ph type="body" sz="quarter" idx="15"/>
          </p:nvPr>
        </p:nvSpPr>
        <p:spPr>
          <a:xfrm>
            <a:off x="339632" y="2156037"/>
            <a:ext cx="6670768" cy="1426031"/>
          </a:xfrm>
          <a:prstGeom prst="rect">
            <a:avLst/>
          </a:prstGeom>
        </p:spPr>
        <p:txBody>
          <a:bodyPr wrap="square" lIns="82296" rIns="0">
            <a:spAutoFit/>
          </a:bodyPr>
          <a:lstStyle>
            <a:lvl1pPr>
              <a:lnSpc>
                <a:spcPct val="100000"/>
              </a:lnSpc>
              <a:defRPr sz="1400" b="0" i="0" spc="-30">
                <a:solidFill>
                  <a:schemeClr val="tx1"/>
                </a:solidFill>
                <a:latin typeface="Arial" panose="020B0604020202020204" pitchFamily="34" charset="0"/>
                <a:cs typeface="Arial" panose="020B0604020202020204" pitchFamily="34" charset="0"/>
              </a:defRPr>
            </a:lvl1pPr>
            <a:lvl2pPr>
              <a:lnSpc>
                <a:spcPct val="100000"/>
              </a:lnSpc>
              <a:defRPr sz="1400" b="0" i="0" spc="-30">
                <a:solidFill>
                  <a:schemeClr val="tx1"/>
                </a:solidFill>
                <a:latin typeface="Arial" panose="020B0604020202020204" pitchFamily="34" charset="0"/>
                <a:cs typeface="Arial" panose="020B0604020202020204" pitchFamily="34" charset="0"/>
              </a:defRPr>
            </a:lvl2pPr>
            <a:lvl3pPr>
              <a:lnSpc>
                <a:spcPct val="100000"/>
              </a:lnSpc>
              <a:defRPr sz="1400" b="0" i="0" spc="-30">
                <a:solidFill>
                  <a:schemeClr val="tx1"/>
                </a:solidFill>
                <a:latin typeface="Arial" panose="020B0604020202020204" pitchFamily="34" charset="0"/>
                <a:cs typeface="Arial" panose="020B0604020202020204" pitchFamily="34" charset="0"/>
              </a:defRPr>
            </a:lvl3pPr>
            <a:lvl4pPr>
              <a:lnSpc>
                <a:spcPct val="100000"/>
              </a:lnSpc>
              <a:defRPr sz="1400" b="0" i="0" spc="-30">
                <a:solidFill>
                  <a:schemeClr val="tx1"/>
                </a:solidFill>
                <a:latin typeface="Arial" panose="020B0604020202020204" pitchFamily="34" charset="0"/>
                <a:cs typeface="Arial" panose="020B0604020202020204" pitchFamily="34" charset="0"/>
              </a:defRPr>
            </a:lvl4pPr>
            <a:lvl5pPr>
              <a:lnSpc>
                <a:spcPct val="100000"/>
              </a:lnSpc>
              <a:defRPr sz="1400" b="0" i="0" spc="-30">
                <a:solidFill>
                  <a:schemeClr val="tx1"/>
                </a:solidFill>
                <a:latin typeface="Arial" panose="020B0604020202020204" pitchFamily="34" charset="0"/>
                <a:cs typeface="Arial" panose="020B0604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2026 Western Digital Corporation All rights reserved">
            <a:extLst>
              <a:ext uri="{FF2B5EF4-FFF2-40B4-BE49-F238E27FC236}">
                <a16:creationId xmlns:a16="http://schemas.microsoft.com/office/drawing/2014/main" id="{1CED4B45-D08E-55A5-092B-654720B07F2F}"/>
              </a:ext>
            </a:extLst>
          </p:cNvPr>
          <p:cNvSpPr/>
          <p:nvPr/>
        </p:nvSpPr>
        <p:spPr>
          <a:xfrm>
            <a:off x="419100" y="6638989"/>
            <a:ext cx="2794000" cy="92589"/>
          </a:xfrm>
          <a:prstGeom prst="rect">
            <a:avLst/>
          </a:prstGeom>
          <a:noFill/>
          <a:ln/>
        </p:spPr>
        <p:txBody>
          <a:bodyPr wrap="square" lIns="0" tIns="0" rIns="0" bIns="0" rtlCol="0" anchor="t">
            <a:spAutoFit/>
          </a:bodyPr>
          <a:lstStyle/>
          <a:p>
            <a:pPr>
              <a:lnSpc>
                <a:spcPct val="75000"/>
              </a:lnSpc>
            </a:pPr>
            <a:r>
              <a:rPr lang="en-US" sz="800" b="0" i="0" dirty="0">
                <a:solidFill>
                  <a:schemeClr val="tx1"/>
                </a:solidFill>
                <a:latin typeface="Arial" panose="020B0604020202020204" pitchFamily="34" charset="0"/>
                <a:ea typeface="Arial" pitchFamily="34" charset="-122"/>
                <a:cs typeface="Arial" panose="020B0604020202020204" pitchFamily="34" charset="0"/>
              </a:rPr>
              <a:t>©  2026 Western Digital Corporation. All rights reserved.</a:t>
            </a:r>
            <a:endParaRPr lang="en-US" sz="800" b="0" i="0" dirty="0">
              <a:solidFill>
                <a:schemeClr val="tx1"/>
              </a:solidFill>
              <a:latin typeface="Arial" panose="020B0604020202020204" pitchFamily="34" charset="0"/>
              <a:cs typeface="Arial" panose="020B0604020202020204" pitchFamily="34" charset="0"/>
            </a:endParaRPr>
          </a:p>
        </p:txBody>
      </p:sp>
      <p:sp>
        <p:nvSpPr>
          <p:cNvPr id="7" name="Slide Number Placeholder 1">
            <a:extLst>
              <a:ext uri="{FF2B5EF4-FFF2-40B4-BE49-F238E27FC236}">
                <a16:creationId xmlns:a16="http://schemas.microsoft.com/office/drawing/2014/main" id="{7E404687-BDF0-09F7-7955-7FED5A0663FA}"/>
              </a:ext>
            </a:extLst>
          </p:cNvPr>
          <p:cNvSpPr>
            <a:spLocks noGrp="1"/>
          </p:cNvSpPr>
          <p:nvPr>
            <p:ph type="sldNum" sz="quarter" idx="4"/>
          </p:nvPr>
        </p:nvSpPr>
        <p:spPr>
          <a:xfrm>
            <a:off x="11215668" y="6562157"/>
            <a:ext cx="658832" cy="215444"/>
          </a:xfrm>
          <a:prstGeom prst="rect">
            <a:avLst/>
          </a:prstGeom>
        </p:spPr>
        <p:txBody>
          <a:bodyPr vert="horz" lIns="91440" tIns="45720" rIns="0" bIns="45720" rtlCol="0" anchor="ctr">
            <a:spAutoFit/>
          </a:bodyPr>
          <a:lstStyle>
            <a:lvl1pPr algn="r">
              <a:defRPr sz="800" b="0" i="0">
                <a:solidFill>
                  <a:schemeClr val="tx1"/>
                </a:solidFill>
                <a:latin typeface="Arial" panose="020B0604020202020204" pitchFamily="34" charset="0"/>
                <a:cs typeface="Arial" panose="020B0604020202020204" pitchFamily="34" charset="0"/>
              </a:defRPr>
            </a:lvl1pPr>
          </a:lstStyle>
          <a:p>
            <a:fld id="{B06B19F4-CF25-446C-B362-D8BB27BE9D9B}" type="slidenum">
              <a:rPr lang="en-US" smtClean="0"/>
              <a:t>‹#›</a:t>
            </a:fld>
            <a:endParaRPr lang="en-US"/>
          </a:p>
        </p:txBody>
      </p:sp>
      <p:sp>
        <p:nvSpPr>
          <p:cNvPr id="8" name="WD Confidential">
            <a:extLst>
              <a:ext uri="{FF2B5EF4-FFF2-40B4-BE49-F238E27FC236}">
                <a16:creationId xmlns:a16="http://schemas.microsoft.com/office/drawing/2014/main" id="{8430F890-C0FF-20E6-617A-D6264C712F3D}"/>
              </a:ext>
            </a:extLst>
          </p:cNvPr>
          <p:cNvSpPr/>
          <p:nvPr/>
        </p:nvSpPr>
        <p:spPr>
          <a:xfrm>
            <a:off x="8991600" y="6638990"/>
            <a:ext cx="1244600" cy="92589"/>
          </a:xfrm>
          <a:prstGeom prst="rect">
            <a:avLst/>
          </a:prstGeom>
          <a:noFill/>
          <a:ln/>
        </p:spPr>
        <p:txBody>
          <a:bodyPr wrap="square" lIns="0" tIns="0" rIns="0" bIns="0" rtlCol="0" anchor="t">
            <a:spAutoFit/>
          </a:bodyPr>
          <a:lstStyle/>
          <a:p>
            <a:pPr>
              <a:lnSpc>
                <a:spcPct val="75000"/>
              </a:lnSpc>
            </a:pPr>
            <a:r>
              <a:rPr lang="en-US" sz="800" b="0" i="0" dirty="0">
                <a:solidFill>
                  <a:schemeClr val="tx1"/>
                </a:solidFill>
                <a:latin typeface="Arial" panose="020B0604020202020204" pitchFamily="34" charset="0"/>
                <a:ea typeface="Arial" pitchFamily="34" charset="-122"/>
                <a:cs typeface="Arial" panose="020B0604020202020204" pitchFamily="34" charset="0"/>
              </a:rPr>
              <a:t>WD CONFIDENTIAL</a:t>
            </a:r>
            <a:endParaRPr lang="en-US" sz="800" b="0" i="0" dirty="0">
              <a:solidFill>
                <a:schemeClr val="tx1"/>
              </a:solidFill>
              <a:latin typeface="Arial" panose="020B0604020202020204" pitchFamily="34" charset="0"/>
              <a:cs typeface="Arial" panose="020B0604020202020204" pitchFamily="34" charset="0"/>
            </a:endParaRPr>
          </a:p>
        </p:txBody>
      </p:sp>
      <p:pic>
        <p:nvPicPr>
          <p:cNvPr id="5" name="Logo" descr="preencoded.png">
            <a:extLst>
              <a:ext uri="{FF2B5EF4-FFF2-40B4-BE49-F238E27FC236}">
                <a16:creationId xmlns:a16="http://schemas.microsoft.com/office/drawing/2014/main" id="{C48B190A-417E-2438-D264-54D1C37BE462}"/>
              </a:ext>
            </a:extLst>
          </p:cNvPr>
          <p:cNvPicPr>
            <a:picLocks noChangeAspect="1"/>
          </p:cNvPicPr>
          <p:nvPr/>
        </p:nvPicPr>
        <p:blipFill>
          <a:blip>
            <a:extLst>
              <a:ext uri="{96DAC541-7B7A-43D3-8B79-37D633B846F1}">
                <asvg:svgBlip xmlns:asvg="http://schemas.microsoft.com/office/drawing/2016/SVG/main" r:embed="rId2"/>
              </a:ext>
            </a:extLst>
          </a:blip>
          <a:srcRect/>
          <a:stretch/>
        </p:blipFill>
        <p:spPr>
          <a:xfrm>
            <a:off x="10902950" y="419100"/>
            <a:ext cx="869950" cy="222250"/>
          </a:xfrm>
          <a:prstGeom prst="rect">
            <a:avLst/>
          </a:prstGeom>
        </p:spPr>
      </p:pic>
      <p:sp>
        <p:nvSpPr>
          <p:cNvPr id="10" name="2026 Western Digital Corporation All rights reserved">
            <a:extLst>
              <a:ext uri="{FF2B5EF4-FFF2-40B4-BE49-F238E27FC236}">
                <a16:creationId xmlns:a16="http://schemas.microsoft.com/office/drawing/2014/main" id="{D8ACB0CC-7B7C-BFE3-8EAC-D50C7EFBBD20}"/>
              </a:ext>
            </a:extLst>
          </p:cNvPr>
          <p:cNvSpPr/>
          <p:nvPr/>
        </p:nvSpPr>
        <p:spPr>
          <a:xfrm>
            <a:off x="419100" y="6638989"/>
            <a:ext cx="2794000" cy="92589"/>
          </a:xfrm>
          <a:prstGeom prst="rect">
            <a:avLst/>
          </a:prstGeom>
          <a:noFill/>
          <a:ln/>
        </p:spPr>
        <p:txBody>
          <a:bodyPr wrap="square" lIns="0" tIns="0" rIns="0" bIns="0" rtlCol="0" anchor="t">
            <a:spAutoFit/>
          </a:bodyPr>
          <a:lstStyle/>
          <a:p>
            <a:pPr>
              <a:lnSpc>
                <a:spcPct val="75000"/>
              </a:lnSpc>
            </a:pPr>
            <a:r>
              <a:rPr lang="en-US" sz="800" b="0" i="0" dirty="0">
                <a:solidFill>
                  <a:schemeClr val="tx1"/>
                </a:solidFill>
                <a:latin typeface="Arial" panose="020B0604020202020204" pitchFamily="34" charset="0"/>
                <a:ea typeface="Arial" pitchFamily="34" charset="-122"/>
                <a:cs typeface="Arial" panose="020B0604020202020204" pitchFamily="34" charset="0"/>
              </a:rPr>
              <a:t>©  2026 Western Digital Corporation. All rights reserved.</a:t>
            </a:r>
            <a:endParaRPr lang="en-US" sz="800" b="0" i="0" dirty="0">
              <a:solidFill>
                <a:schemeClr val="tx1"/>
              </a:solidFill>
              <a:latin typeface="Arial" panose="020B0604020202020204" pitchFamily="34" charset="0"/>
              <a:cs typeface="Arial" panose="020B0604020202020204" pitchFamily="34" charset="0"/>
            </a:endParaRPr>
          </a:p>
        </p:txBody>
      </p:sp>
      <p:sp>
        <p:nvSpPr>
          <p:cNvPr id="11" name="WD Confidential">
            <a:extLst>
              <a:ext uri="{FF2B5EF4-FFF2-40B4-BE49-F238E27FC236}">
                <a16:creationId xmlns:a16="http://schemas.microsoft.com/office/drawing/2014/main" id="{DA9AABEF-7A91-F2F3-4E38-0B3FBAB10105}"/>
              </a:ext>
            </a:extLst>
          </p:cNvPr>
          <p:cNvSpPr/>
          <p:nvPr/>
        </p:nvSpPr>
        <p:spPr>
          <a:xfrm>
            <a:off x="8991600" y="6638990"/>
            <a:ext cx="1244600" cy="92589"/>
          </a:xfrm>
          <a:prstGeom prst="rect">
            <a:avLst/>
          </a:prstGeom>
          <a:noFill/>
          <a:ln/>
        </p:spPr>
        <p:txBody>
          <a:bodyPr wrap="square" lIns="0" tIns="0" rIns="0" bIns="0" rtlCol="0" anchor="t">
            <a:spAutoFit/>
          </a:bodyPr>
          <a:lstStyle/>
          <a:p>
            <a:pPr>
              <a:lnSpc>
                <a:spcPct val="75000"/>
              </a:lnSpc>
            </a:pPr>
            <a:r>
              <a:rPr lang="en-US" sz="800" b="0" i="0" dirty="0">
                <a:solidFill>
                  <a:schemeClr val="tx1"/>
                </a:solidFill>
                <a:latin typeface="Arial" panose="020B0604020202020204" pitchFamily="34" charset="0"/>
                <a:ea typeface="Arial" pitchFamily="34" charset="-122"/>
                <a:cs typeface="Arial" panose="020B0604020202020204" pitchFamily="34" charset="0"/>
              </a:rPr>
              <a:t>WD CONFIDENTIAL</a:t>
            </a:r>
            <a:endParaRPr lang="en-US" sz="800" b="0" i="0" dirty="0">
              <a:solidFill>
                <a:schemeClr val="tx1"/>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4042070332"/>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Title, Subtitle and 2-Column Content White">
    <p:bg>
      <p:bgPr>
        <a:solidFill>
          <a:schemeClr val="bg1"/>
        </a:solidFill>
        <a:effectLst/>
      </p:bgPr>
    </p:bg>
    <p:spTree>
      <p:nvGrpSpPr>
        <p:cNvPr id="1" name=""/>
        <p:cNvGrpSpPr/>
        <p:nvPr/>
      </p:nvGrpSpPr>
      <p:grpSpPr>
        <a:xfrm>
          <a:off x="0" y="0"/>
          <a:ext cx="0" cy="0"/>
          <a:chOff x="0" y="0"/>
          <a:chExt cx="0" cy="0"/>
        </a:xfrm>
      </p:grpSpPr>
      <p:pic>
        <p:nvPicPr>
          <p:cNvPr id="4" name="Logo" descr="preencoded.png">
            <a:extLst>
              <a:ext uri="{FF2B5EF4-FFF2-40B4-BE49-F238E27FC236}">
                <a16:creationId xmlns:a16="http://schemas.microsoft.com/office/drawing/2014/main" id="{3DC0599E-ABE3-1DBC-6207-01260A8C27CD}"/>
              </a:ext>
            </a:extLst>
          </p:cNvPr>
          <p:cNvPicPr>
            <a:picLocks noChangeAspect="1"/>
          </p:cNvPicPr>
          <p:nvPr/>
        </p:nvPicPr>
        <p:blipFill>
          <a:blip>
            <a:extLst>
              <a:ext uri="{96DAC541-7B7A-43D3-8B79-37D633B846F1}">
                <asvg:svgBlip xmlns:asvg="http://schemas.microsoft.com/office/drawing/2016/SVG/main" r:embed="rId2"/>
              </a:ext>
            </a:extLst>
          </a:blip>
          <a:srcRect/>
          <a:stretch/>
        </p:blipFill>
        <p:spPr>
          <a:xfrm>
            <a:off x="10902950" y="419100"/>
            <a:ext cx="869950" cy="222250"/>
          </a:xfrm>
          <a:prstGeom prst="rect">
            <a:avLst/>
          </a:prstGeom>
        </p:spPr>
      </p:pic>
      <p:sp>
        <p:nvSpPr>
          <p:cNvPr id="2" name="Text Placeholder 14">
            <a:extLst>
              <a:ext uri="{FF2B5EF4-FFF2-40B4-BE49-F238E27FC236}">
                <a16:creationId xmlns:a16="http://schemas.microsoft.com/office/drawing/2014/main" id="{8BAF2F1F-41B9-6239-FDC5-2EF3FC9C2CE1}"/>
              </a:ext>
            </a:extLst>
          </p:cNvPr>
          <p:cNvSpPr>
            <a:spLocks noGrp="1"/>
          </p:cNvSpPr>
          <p:nvPr>
            <p:ph type="body" sz="quarter" idx="13" hasCustomPrompt="1"/>
          </p:nvPr>
        </p:nvSpPr>
        <p:spPr>
          <a:xfrm>
            <a:off x="339725" y="333800"/>
            <a:ext cx="2860675" cy="307777"/>
          </a:xfrm>
          <a:prstGeom prst="rect">
            <a:avLst/>
          </a:prstGeom>
        </p:spPr>
        <p:txBody>
          <a:bodyPr wrap="square" lIns="82296" rIns="0">
            <a:spAutoFit/>
          </a:bodyPr>
          <a:lstStyle>
            <a:lvl1pPr>
              <a:lnSpc>
                <a:spcPct val="100000"/>
              </a:lnSpc>
              <a:buNone/>
              <a:defRPr sz="1400" b="1" i="0" spc="-30">
                <a:solidFill>
                  <a:schemeClr val="tx2"/>
                </a:solidFill>
                <a:latin typeface="Arial" panose="020B0604020202020204" pitchFamily="34" charset="0"/>
                <a:cs typeface="Arial" panose="020B0604020202020204" pitchFamily="34" charset="0"/>
              </a:defRPr>
            </a:lvl1pPr>
          </a:lstStyle>
          <a:p>
            <a:pPr lvl="0"/>
            <a:r>
              <a:rPr lang="en-US" b="1" dirty="0"/>
              <a:t>Section Header</a:t>
            </a:r>
          </a:p>
        </p:txBody>
      </p:sp>
      <p:sp>
        <p:nvSpPr>
          <p:cNvPr id="3" name="Title 2">
            <a:extLst>
              <a:ext uri="{FF2B5EF4-FFF2-40B4-BE49-F238E27FC236}">
                <a16:creationId xmlns:a16="http://schemas.microsoft.com/office/drawing/2014/main" id="{1627E8F2-579D-4FE7-1AD9-36873A936393}"/>
              </a:ext>
            </a:extLst>
          </p:cNvPr>
          <p:cNvSpPr>
            <a:spLocks noGrp="1"/>
          </p:cNvSpPr>
          <p:nvPr>
            <p:ph type="title" hasCustomPrompt="1"/>
          </p:nvPr>
        </p:nvSpPr>
        <p:spPr>
          <a:xfrm>
            <a:off x="339632" y="702407"/>
            <a:ext cx="6670767" cy="1215333"/>
          </a:xfrm>
          <a:prstGeom prst="rect">
            <a:avLst/>
          </a:prstGeom>
        </p:spPr>
        <p:txBody>
          <a:bodyPr wrap="square" lIns="45720" rIns="0">
            <a:spAutoFit/>
          </a:bodyPr>
          <a:lstStyle>
            <a:lvl1pPr>
              <a:lnSpc>
                <a:spcPct val="85000"/>
              </a:lnSpc>
              <a:defRPr sz="4200" b="0" i="0" spc="-130">
                <a:solidFill>
                  <a:schemeClr val="tx2"/>
                </a:solidFill>
                <a:latin typeface="Arial" panose="020B0604020202020204" pitchFamily="34" charset="0"/>
                <a:cs typeface="Arial" panose="020B0604020202020204" pitchFamily="34" charset="0"/>
              </a:defRPr>
            </a:lvl1pPr>
          </a:lstStyle>
          <a:p>
            <a:r>
              <a:rPr lang="en-US" dirty="0"/>
              <a:t>Content Slide – Smaller, Longer Headline</a:t>
            </a:r>
          </a:p>
        </p:txBody>
      </p:sp>
      <p:sp>
        <p:nvSpPr>
          <p:cNvPr id="5" name="Text Placeholder 14">
            <a:extLst>
              <a:ext uri="{FF2B5EF4-FFF2-40B4-BE49-F238E27FC236}">
                <a16:creationId xmlns:a16="http://schemas.microsoft.com/office/drawing/2014/main" id="{8D582C36-F359-A0D2-C216-FDD6A5565C37}"/>
              </a:ext>
            </a:extLst>
          </p:cNvPr>
          <p:cNvSpPr>
            <a:spLocks noGrp="1"/>
          </p:cNvSpPr>
          <p:nvPr>
            <p:ph type="body" sz="quarter" idx="17" hasCustomPrompt="1"/>
          </p:nvPr>
        </p:nvSpPr>
        <p:spPr>
          <a:xfrm>
            <a:off x="339633" y="1954332"/>
            <a:ext cx="4765767" cy="338554"/>
          </a:xfrm>
          <a:prstGeom prst="rect">
            <a:avLst/>
          </a:prstGeom>
        </p:spPr>
        <p:txBody>
          <a:bodyPr wrap="square" lIns="73152" rIns="0">
            <a:spAutoFit/>
          </a:bodyPr>
          <a:lstStyle>
            <a:lvl1pPr>
              <a:lnSpc>
                <a:spcPct val="100000"/>
              </a:lnSpc>
              <a:buNone/>
              <a:defRPr sz="1600" b="1" i="0" spc="-40">
                <a:solidFill>
                  <a:schemeClr val="tx2"/>
                </a:solidFill>
                <a:latin typeface="Arial" panose="020B0604020202020204" pitchFamily="34" charset="0"/>
                <a:cs typeface="Arial" panose="020B0604020202020204" pitchFamily="34" charset="0"/>
              </a:defRPr>
            </a:lvl1pPr>
          </a:lstStyle>
          <a:p>
            <a:pPr lvl="0"/>
            <a:r>
              <a:rPr lang="en-US" b="1" dirty="0"/>
              <a:t>Subhead goes here</a:t>
            </a:r>
          </a:p>
        </p:txBody>
      </p:sp>
      <p:sp>
        <p:nvSpPr>
          <p:cNvPr id="10" name="Content Placeholder 10">
            <a:extLst>
              <a:ext uri="{FF2B5EF4-FFF2-40B4-BE49-F238E27FC236}">
                <a16:creationId xmlns:a16="http://schemas.microsoft.com/office/drawing/2014/main" id="{AA07F6F7-51BC-E719-98A2-B0A5961040EB}"/>
              </a:ext>
            </a:extLst>
          </p:cNvPr>
          <p:cNvSpPr>
            <a:spLocks noGrp="1"/>
          </p:cNvSpPr>
          <p:nvPr>
            <p:ph sz="quarter" idx="20"/>
          </p:nvPr>
        </p:nvSpPr>
        <p:spPr>
          <a:xfrm>
            <a:off x="6077697" y="2555421"/>
            <a:ext cx="4742703" cy="1426031"/>
          </a:xfrm>
          <a:prstGeom prst="rect">
            <a:avLst/>
          </a:prstGeom>
        </p:spPr>
        <p:txBody>
          <a:bodyPr wrap="square" lIns="82296" rIns="0">
            <a:spAutoFit/>
          </a:bodyPr>
          <a:lstStyle>
            <a:lvl1pPr>
              <a:lnSpc>
                <a:spcPct val="100000"/>
              </a:lnSpc>
              <a:defRPr sz="1400" b="0" i="0" spc="-30">
                <a:solidFill>
                  <a:schemeClr val="tx2"/>
                </a:solidFill>
                <a:latin typeface="Arial" panose="020B0604020202020204" pitchFamily="34" charset="0"/>
                <a:cs typeface="Arial" panose="020B0604020202020204" pitchFamily="34" charset="0"/>
              </a:defRPr>
            </a:lvl1pPr>
            <a:lvl2pPr>
              <a:lnSpc>
                <a:spcPct val="100000"/>
              </a:lnSpc>
              <a:defRPr sz="1400" b="0" i="0" spc="-30">
                <a:solidFill>
                  <a:schemeClr val="tx2"/>
                </a:solidFill>
                <a:latin typeface="Arial" panose="020B0604020202020204" pitchFamily="34" charset="0"/>
                <a:cs typeface="Arial" panose="020B0604020202020204" pitchFamily="34" charset="0"/>
              </a:defRPr>
            </a:lvl2pPr>
            <a:lvl3pPr>
              <a:lnSpc>
                <a:spcPct val="100000"/>
              </a:lnSpc>
              <a:defRPr sz="1400" b="0" i="0" spc="-30">
                <a:solidFill>
                  <a:schemeClr val="tx2"/>
                </a:solidFill>
                <a:latin typeface="Arial" panose="020B0604020202020204" pitchFamily="34" charset="0"/>
                <a:cs typeface="Arial" panose="020B0604020202020204" pitchFamily="34" charset="0"/>
              </a:defRPr>
            </a:lvl3pPr>
            <a:lvl4pPr>
              <a:lnSpc>
                <a:spcPct val="100000"/>
              </a:lnSpc>
              <a:defRPr sz="1400" b="0" i="0" spc="-30">
                <a:solidFill>
                  <a:schemeClr val="tx2"/>
                </a:solidFill>
                <a:latin typeface="Arial" panose="020B0604020202020204" pitchFamily="34" charset="0"/>
                <a:cs typeface="Arial" panose="020B0604020202020204" pitchFamily="34" charset="0"/>
              </a:defRPr>
            </a:lvl4pPr>
            <a:lvl5pPr>
              <a:lnSpc>
                <a:spcPct val="100000"/>
              </a:lnSpc>
              <a:defRPr sz="1400" b="0" i="0" spc="-30">
                <a:solidFill>
                  <a:schemeClr val="tx2"/>
                </a:solidFill>
                <a:latin typeface="Arial" panose="020B0604020202020204" pitchFamily="34" charset="0"/>
                <a:cs typeface="Arial" panose="020B0604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1" name="Content Placeholder 10">
            <a:extLst>
              <a:ext uri="{FF2B5EF4-FFF2-40B4-BE49-F238E27FC236}">
                <a16:creationId xmlns:a16="http://schemas.microsoft.com/office/drawing/2014/main" id="{AA7E657F-2D84-5BAB-3CF6-E00EFFD7002D}"/>
              </a:ext>
            </a:extLst>
          </p:cNvPr>
          <p:cNvSpPr>
            <a:spLocks noGrp="1"/>
          </p:cNvSpPr>
          <p:nvPr>
            <p:ph sz="quarter" idx="19"/>
          </p:nvPr>
        </p:nvSpPr>
        <p:spPr>
          <a:xfrm>
            <a:off x="339633" y="2555421"/>
            <a:ext cx="4765768" cy="1426031"/>
          </a:xfrm>
          <a:prstGeom prst="rect">
            <a:avLst/>
          </a:prstGeom>
        </p:spPr>
        <p:txBody>
          <a:bodyPr wrap="square" lIns="82296" rIns="0">
            <a:spAutoFit/>
          </a:bodyPr>
          <a:lstStyle>
            <a:lvl1pPr>
              <a:lnSpc>
                <a:spcPct val="100000"/>
              </a:lnSpc>
              <a:defRPr sz="1400" b="0" i="0" spc="-30">
                <a:solidFill>
                  <a:schemeClr val="tx2"/>
                </a:solidFill>
                <a:latin typeface="Arial" panose="020B0604020202020204" pitchFamily="34" charset="0"/>
                <a:cs typeface="Arial" panose="020B0604020202020204" pitchFamily="34" charset="0"/>
              </a:defRPr>
            </a:lvl1pPr>
            <a:lvl2pPr>
              <a:lnSpc>
                <a:spcPct val="100000"/>
              </a:lnSpc>
              <a:defRPr sz="1400" b="0" i="0" spc="-30">
                <a:solidFill>
                  <a:schemeClr val="tx2"/>
                </a:solidFill>
                <a:latin typeface="Arial" panose="020B0604020202020204" pitchFamily="34" charset="0"/>
                <a:cs typeface="Arial" panose="020B0604020202020204" pitchFamily="34" charset="0"/>
              </a:defRPr>
            </a:lvl2pPr>
            <a:lvl3pPr>
              <a:lnSpc>
                <a:spcPct val="100000"/>
              </a:lnSpc>
              <a:defRPr sz="1400" b="0" i="0" spc="-30">
                <a:solidFill>
                  <a:schemeClr val="tx2"/>
                </a:solidFill>
                <a:latin typeface="Arial" panose="020B0604020202020204" pitchFamily="34" charset="0"/>
                <a:cs typeface="Arial" panose="020B0604020202020204" pitchFamily="34" charset="0"/>
              </a:defRPr>
            </a:lvl3pPr>
            <a:lvl4pPr>
              <a:lnSpc>
                <a:spcPct val="100000"/>
              </a:lnSpc>
              <a:defRPr sz="1400" b="0" i="0" spc="-30">
                <a:solidFill>
                  <a:schemeClr val="tx2"/>
                </a:solidFill>
                <a:latin typeface="Arial" panose="020B0604020202020204" pitchFamily="34" charset="0"/>
                <a:cs typeface="Arial" panose="020B0604020202020204" pitchFamily="34" charset="0"/>
              </a:defRPr>
            </a:lvl4pPr>
            <a:lvl5pPr>
              <a:lnSpc>
                <a:spcPct val="100000"/>
              </a:lnSpc>
              <a:defRPr sz="1400" b="0" i="0" spc="-30">
                <a:solidFill>
                  <a:schemeClr val="tx2"/>
                </a:solidFill>
                <a:latin typeface="Arial" panose="020B0604020202020204" pitchFamily="34" charset="0"/>
                <a:cs typeface="Arial" panose="020B0604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2026 Western Digital Corporation All rights reserved">
            <a:extLst>
              <a:ext uri="{FF2B5EF4-FFF2-40B4-BE49-F238E27FC236}">
                <a16:creationId xmlns:a16="http://schemas.microsoft.com/office/drawing/2014/main" id="{0583AAAC-E43F-7CB7-FCF3-DC40FBE10141}"/>
              </a:ext>
            </a:extLst>
          </p:cNvPr>
          <p:cNvSpPr/>
          <p:nvPr/>
        </p:nvSpPr>
        <p:spPr>
          <a:xfrm>
            <a:off x="419100" y="6638989"/>
            <a:ext cx="2794000" cy="92589"/>
          </a:xfrm>
          <a:prstGeom prst="rect">
            <a:avLst/>
          </a:prstGeom>
          <a:noFill/>
          <a:ln/>
        </p:spPr>
        <p:txBody>
          <a:bodyPr wrap="square" lIns="0" tIns="0" rIns="0" bIns="0" rtlCol="0" anchor="t">
            <a:spAutoFit/>
          </a:bodyPr>
          <a:lstStyle/>
          <a:p>
            <a:pPr>
              <a:lnSpc>
                <a:spcPct val="75000"/>
              </a:lnSpc>
            </a:pPr>
            <a:r>
              <a:rPr lang="en-US" sz="800" b="0" i="0" dirty="0">
                <a:solidFill>
                  <a:schemeClr val="tx1"/>
                </a:solidFill>
                <a:latin typeface="Arial" panose="020B0604020202020204" pitchFamily="34" charset="0"/>
                <a:ea typeface="Arial" pitchFamily="34" charset="-122"/>
                <a:cs typeface="Arial" panose="020B0604020202020204" pitchFamily="34" charset="0"/>
              </a:rPr>
              <a:t>©  2026 Western Digital Corporation. All rights reserved.</a:t>
            </a:r>
            <a:endParaRPr lang="en-US" sz="800" b="0" i="0" dirty="0">
              <a:solidFill>
                <a:schemeClr val="tx1"/>
              </a:solidFill>
              <a:latin typeface="Arial" panose="020B0604020202020204" pitchFamily="34" charset="0"/>
              <a:cs typeface="Arial" panose="020B0604020202020204" pitchFamily="34" charset="0"/>
            </a:endParaRPr>
          </a:p>
        </p:txBody>
      </p:sp>
      <p:sp>
        <p:nvSpPr>
          <p:cNvPr id="7" name="Slide Number Placeholder 1">
            <a:extLst>
              <a:ext uri="{FF2B5EF4-FFF2-40B4-BE49-F238E27FC236}">
                <a16:creationId xmlns:a16="http://schemas.microsoft.com/office/drawing/2014/main" id="{0DB9BB98-B022-71CA-6E27-0BC0608AEF0B}"/>
              </a:ext>
            </a:extLst>
          </p:cNvPr>
          <p:cNvSpPr>
            <a:spLocks noGrp="1"/>
          </p:cNvSpPr>
          <p:nvPr>
            <p:ph type="sldNum" sz="quarter" idx="4"/>
          </p:nvPr>
        </p:nvSpPr>
        <p:spPr>
          <a:xfrm>
            <a:off x="11215668" y="6562157"/>
            <a:ext cx="658832" cy="215444"/>
          </a:xfrm>
          <a:prstGeom prst="rect">
            <a:avLst/>
          </a:prstGeom>
        </p:spPr>
        <p:txBody>
          <a:bodyPr vert="horz" lIns="91440" tIns="45720" rIns="0" bIns="45720" rtlCol="0" anchor="ctr">
            <a:spAutoFit/>
          </a:bodyPr>
          <a:lstStyle>
            <a:lvl1pPr algn="r">
              <a:defRPr sz="800" b="0" i="0">
                <a:solidFill>
                  <a:schemeClr val="tx1"/>
                </a:solidFill>
                <a:latin typeface="Arial" panose="020B0604020202020204" pitchFamily="34" charset="0"/>
                <a:cs typeface="Arial" panose="020B0604020202020204" pitchFamily="34" charset="0"/>
              </a:defRPr>
            </a:lvl1pPr>
          </a:lstStyle>
          <a:p>
            <a:fld id="{B06B19F4-CF25-446C-B362-D8BB27BE9D9B}" type="slidenum">
              <a:rPr lang="en-US" smtClean="0"/>
              <a:t>‹#›</a:t>
            </a:fld>
            <a:endParaRPr lang="en-US"/>
          </a:p>
        </p:txBody>
      </p:sp>
      <p:sp>
        <p:nvSpPr>
          <p:cNvPr id="8" name="WD Confidential">
            <a:extLst>
              <a:ext uri="{FF2B5EF4-FFF2-40B4-BE49-F238E27FC236}">
                <a16:creationId xmlns:a16="http://schemas.microsoft.com/office/drawing/2014/main" id="{79654493-A604-7DF1-23A3-0683CB24E17A}"/>
              </a:ext>
            </a:extLst>
          </p:cNvPr>
          <p:cNvSpPr/>
          <p:nvPr/>
        </p:nvSpPr>
        <p:spPr>
          <a:xfrm>
            <a:off x="8991600" y="6638990"/>
            <a:ext cx="1244600" cy="92589"/>
          </a:xfrm>
          <a:prstGeom prst="rect">
            <a:avLst/>
          </a:prstGeom>
          <a:noFill/>
          <a:ln/>
        </p:spPr>
        <p:txBody>
          <a:bodyPr wrap="square" lIns="0" tIns="0" rIns="0" bIns="0" rtlCol="0" anchor="t">
            <a:spAutoFit/>
          </a:bodyPr>
          <a:lstStyle/>
          <a:p>
            <a:pPr>
              <a:lnSpc>
                <a:spcPct val="75000"/>
              </a:lnSpc>
            </a:pPr>
            <a:r>
              <a:rPr lang="en-US" sz="800" b="0" i="0" dirty="0">
                <a:solidFill>
                  <a:schemeClr val="tx1"/>
                </a:solidFill>
                <a:latin typeface="Arial" panose="020B0604020202020204" pitchFamily="34" charset="0"/>
                <a:ea typeface="Arial" pitchFamily="34" charset="-122"/>
                <a:cs typeface="Arial" panose="020B0604020202020204" pitchFamily="34" charset="0"/>
              </a:rPr>
              <a:t>WD CONFIDENTIAL</a:t>
            </a:r>
            <a:endParaRPr lang="en-US" sz="800" b="0" i="0" dirty="0">
              <a:solidFill>
                <a:schemeClr val="tx1"/>
              </a:solidFill>
              <a:latin typeface="Arial" panose="020B0604020202020204" pitchFamily="34" charset="0"/>
              <a:cs typeface="Arial" panose="020B0604020202020204" pitchFamily="34" charset="0"/>
            </a:endParaRPr>
          </a:p>
        </p:txBody>
      </p:sp>
      <p:pic>
        <p:nvPicPr>
          <p:cNvPr id="9" name="Logo" descr="preencoded.png">
            <a:extLst>
              <a:ext uri="{FF2B5EF4-FFF2-40B4-BE49-F238E27FC236}">
                <a16:creationId xmlns:a16="http://schemas.microsoft.com/office/drawing/2014/main" id="{FC52305F-34F0-B1D5-DE10-C1B2A0F549D8}"/>
              </a:ext>
            </a:extLst>
          </p:cNvPr>
          <p:cNvPicPr>
            <a:picLocks noChangeAspect="1"/>
          </p:cNvPicPr>
          <p:nvPr/>
        </p:nvPicPr>
        <p:blipFill>
          <a:blip>
            <a:extLst>
              <a:ext uri="{96DAC541-7B7A-43D3-8B79-37D633B846F1}">
                <asvg:svgBlip xmlns:asvg="http://schemas.microsoft.com/office/drawing/2016/SVG/main" r:embed="rId2"/>
              </a:ext>
            </a:extLst>
          </a:blip>
          <a:srcRect/>
          <a:stretch/>
        </p:blipFill>
        <p:spPr>
          <a:xfrm>
            <a:off x="10902950" y="419100"/>
            <a:ext cx="869950" cy="222250"/>
          </a:xfrm>
          <a:prstGeom prst="rect">
            <a:avLst/>
          </a:prstGeom>
        </p:spPr>
      </p:pic>
      <p:sp>
        <p:nvSpPr>
          <p:cNvPr id="12" name="2026 Western Digital Corporation All rights reserved">
            <a:extLst>
              <a:ext uri="{FF2B5EF4-FFF2-40B4-BE49-F238E27FC236}">
                <a16:creationId xmlns:a16="http://schemas.microsoft.com/office/drawing/2014/main" id="{667F37A6-5375-2A26-37E1-EAEA5974FF46}"/>
              </a:ext>
            </a:extLst>
          </p:cNvPr>
          <p:cNvSpPr/>
          <p:nvPr/>
        </p:nvSpPr>
        <p:spPr>
          <a:xfrm>
            <a:off x="419100" y="6638989"/>
            <a:ext cx="2794000" cy="92589"/>
          </a:xfrm>
          <a:prstGeom prst="rect">
            <a:avLst/>
          </a:prstGeom>
          <a:noFill/>
          <a:ln/>
        </p:spPr>
        <p:txBody>
          <a:bodyPr wrap="square" lIns="0" tIns="0" rIns="0" bIns="0" rtlCol="0" anchor="t">
            <a:spAutoFit/>
          </a:bodyPr>
          <a:lstStyle/>
          <a:p>
            <a:pPr>
              <a:lnSpc>
                <a:spcPct val="75000"/>
              </a:lnSpc>
            </a:pPr>
            <a:r>
              <a:rPr lang="en-US" sz="800" b="0" i="0" dirty="0">
                <a:solidFill>
                  <a:schemeClr val="tx1"/>
                </a:solidFill>
                <a:latin typeface="Arial" panose="020B0604020202020204" pitchFamily="34" charset="0"/>
                <a:ea typeface="Arial" pitchFamily="34" charset="-122"/>
                <a:cs typeface="Arial" panose="020B0604020202020204" pitchFamily="34" charset="0"/>
              </a:rPr>
              <a:t>©  2026 Western Digital Corporation. All rights reserved.</a:t>
            </a:r>
            <a:endParaRPr lang="en-US" sz="800" b="0" i="0" dirty="0">
              <a:solidFill>
                <a:schemeClr val="tx1"/>
              </a:solidFill>
              <a:latin typeface="Arial" panose="020B0604020202020204" pitchFamily="34" charset="0"/>
              <a:cs typeface="Arial" panose="020B0604020202020204" pitchFamily="34" charset="0"/>
            </a:endParaRPr>
          </a:p>
        </p:txBody>
      </p:sp>
      <p:sp>
        <p:nvSpPr>
          <p:cNvPr id="13" name="WD Confidential">
            <a:extLst>
              <a:ext uri="{FF2B5EF4-FFF2-40B4-BE49-F238E27FC236}">
                <a16:creationId xmlns:a16="http://schemas.microsoft.com/office/drawing/2014/main" id="{9A5B3A55-416D-1AC4-A8FA-C773B6E56CEB}"/>
              </a:ext>
            </a:extLst>
          </p:cNvPr>
          <p:cNvSpPr/>
          <p:nvPr/>
        </p:nvSpPr>
        <p:spPr>
          <a:xfrm>
            <a:off x="8991600" y="6638990"/>
            <a:ext cx="1244600" cy="92589"/>
          </a:xfrm>
          <a:prstGeom prst="rect">
            <a:avLst/>
          </a:prstGeom>
          <a:noFill/>
          <a:ln/>
        </p:spPr>
        <p:txBody>
          <a:bodyPr wrap="square" lIns="0" tIns="0" rIns="0" bIns="0" rtlCol="0" anchor="t">
            <a:spAutoFit/>
          </a:bodyPr>
          <a:lstStyle/>
          <a:p>
            <a:pPr>
              <a:lnSpc>
                <a:spcPct val="75000"/>
              </a:lnSpc>
            </a:pPr>
            <a:r>
              <a:rPr lang="en-US" sz="800" b="0" i="0" dirty="0">
                <a:solidFill>
                  <a:schemeClr val="tx1"/>
                </a:solidFill>
                <a:latin typeface="Arial" panose="020B0604020202020204" pitchFamily="34" charset="0"/>
                <a:ea typeface="Arial" pitchFamily="34" charset="-122"/>
                <a:cs typeface="Arial" panose="020B0604020202020204" pitchFamily="34" charset="0"/>
              </a:rPr>
              <a:t>WD CONFIDENTIAL</a:t>
            </a:r>
            <a:endParaRPr lang="en-US" sz="800" b="0" i="0" dirty="0">
              <a:solidFill>
                <a:schemeClr val="tx1"/>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33636696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Title, Subtitle and 2-Column Content Vault Navy">
    <p:bg>
      <p:bgRef idx="1001">
        <a:schemeClr val="bg2"/>
      </p:bgRef>
    </p:bg>
    <p:spTree>
      <p:nvGrpSpPr>
        <p:cNvPr id="1" name=""/>
        <p:cNvGrpSpPr/>
        <p:nvPr/>
      </p:nvGrpSpPr>
      <p:grpSpPr>
        <a:xfrm>
          <a:off x="0" y="0"/>
          <a:ext cx="0" cy="0"/>
          <a:chOff x="0" y="0"/>
          <a:chExt cx="0" cy="0"/>
        </a:xfrm>
      </p:grpSpPr>
      <p:pic>
        <p:nvPicPr>
          <p:cNvPr id="4" name="Logo" descr="preencoded.png">
            <a:extLst>
              <a:ext uri="{FF2B5EF4-FFF2-40B4-BE49-F238E27FC236}">
                <a16:creationId xmlns:a16="http://schemas.microsoft.com/office/drawing/2014/main" id="{3DC0599E-ABE3-1DBC-6207-01260A8C27CD}"/>
              </a:ext>
            </a:extLst>
          </p:cNvPr>
          <p:cNvPicPr>
            <a:picLocks noChangeAspect="1"/>
          </p:cNvPicPr>
          <p:nvPr/>
        </p:nvPicPr>
        <p:blipFill>
          <a:blip>
            <a:extLst>
              <a:ext uri="{96DAC541-7B7A-43D3-8B79-37D633B846F1}">
                <asvg:svgBlip xmlns:asvg="http://schemas.microsoft.com/office/drawing/2016/SVG/main" r:embed="rId2"/>
              </a:ext>
            </a:extLst>
          </a:blip>
          <a:srcRect/>
          <a:stretch/>
        </p:blipFill>
        <p:spPr>
          <a:xfrm>
            <a:off x="10902950" y="419100"/>
            <a:ext cx="869950" cy="222250"/>
          </a:xfrm>
          <a:prstGeom prst="rect">
            <a:avLst/>
          </a:prstGeom>
        </p:spPr>
      </p:pic>
      <p:sp>
        <p:nvSpPr>
          <p:cNvPr id="2" name="Text Placeholder 14">
            <a:extLst>
              <a:ext uri="{FF2B5EF4-FFF2-40B4-BE49-F238E27FC236}">
                <a16:creationId xmlns:a16="http://schemas.microsoft.com/office/drawing/2014/main" id="{8BAF2F1F-41B9-6239-FDC5-2EF3FC9C2CE1}"/>
              </a:ext>
            </a:extLst>
          </p:cNvPr>
          <p:cNvSpPr>
            <a:spLocks noGrp="1"/>
          </p:cNvSpPr>
          <p:nvPr>
            <p:ph type="body" sz="quarter" idx="13" hasCustomPrompt="1"/>
          </p:nvPr>
        </p:nvSpPr>
        <p:spPr>
          <a:xfrm>
            <a:off x="339725" y="333800"/>
            <a:ext cx="2860675" cy="307777"/>
          </a:xfrm>
          <a:prstGeom prst="rect">
            <a:avLst/>
          </a:prstGeom>
        </p:spPr>
        <p:txBody>
          <a:bodyPr wrap="square" lIns="82296" rIns="0">
            <a:spAutoFit/>
          </a:bodyPr>
          <a:lstStyle>
            <a:lvl1pPr>
              <a:lnSpc>
                <a:spcPct val="100000"/>
              </a:lnSpc>
              <a:buNone/>
              <a:defRPr sz="1400" b="1" i="0" spc="-30">
                <a:solidFill>
                  <a:schemeClr val="tx1"/>
                </a:solidFill>
                <a:latin typeface="Arial" panose="020B0604020202020204" pitchFamily="34" charset="0"/>
                <a:cs typeface="Arial" panose="020B0604020202020204" pitchFamily="34" charset="0"/>
              </a:defRPr>
            </a:lvl1pPr>
          </a:lstStyle>
          <a:p>
            <a:pPr lvl="0"/>
            <a:r>
              <a:rPr lang="en-US" b="1" dirty="0"/>
              <a:t>Section Header</a:t>
            </a:r>
          </a:p>
        </p:txBody>
      </p:sp>
      <p:sp>
        <p:nvSpPr>
          <p:cNvPr id="3" name="Title 2">
            <a:extLst>
              <a:ext uri="{FF2B5EF4-FFF2-40B4-BE49-F238E27FC236}">
                <a16:creationId xmlns:a16="http://schemas.microsoft.com/office/drawing/2014/main" id="{1627E8F2-579D-4FE7-1AD9-36873A936393}"/>
              </a:ext>
            </a:extLst>
          </p:cNvPr>
          <p:cNvSpPr>
            <a:spLocks noGrp="1"/>
          </p:cNvSpPr>
          <p:nvPr>
            <p:ph type="title" hasCustomPrompt="1"/>
          </p:nvPr>
        </p:nvSpPr>
        <p:spPr>
          <a:xfrm>
            <a:off x="339632" y="702407"/>
            <a:ext cx="6670767" cy="1215333"/>
          </a:xfrm>
          <a:prstGeom prst="rect">
            <a:avLst/>
          </a:prstGeom>
        </p:spPr>
        <p:txBody>
          <a:bodyPr wrap="square" lIns="45720" rIns="0">
            <a:spAutoFit/>
          </a:bodyPr>
          <a:lstStyle>
            <a:lvl1pPr>
              <a:lnSpc>
                <a:spcPct val="85000"/>
              </a:lnSpc>
              <a:defRPr sz="4200" b="0" i="0" spc="-130">
                <a:solidFill>
                  <a:schemeClr val="tx1"/>
                </a:solidFill>
                <a:latin typeface="Arial" panose="020B0604020202020204" pitchFamily="34" charset="0"/>
                <a:cs typeface="Arial" panose="020B0604020202020204" pitchFamily="34" charset="0"/>
              </a:defRPr>
            </a:lvl1pPr>
          </a:lstStyle>
          <a:p>
            <a:r>
              <a:rPr lang="en-US" dirty="0"/>
              <a:t>Content Slide – Smaller, Longer Headline</a:t>
            </a:r>
          </a:p>
        </p:txBody>
      </p:sp>
      <p:sp>
        <p:nvSpPr>
          <p:cNvPr id="5" name="Text Placeholder 14">
            <a:extLst>
              <a:ext uri="{FF2B5EF4-FFF2-40B4-BE49-F238E27FC236}">
                <a16:creationId xmlns:a16="http://schemas.microsoft.com/office/drawing/2014/main" id="{8D582C36-F359-A0D2-C216-FDD6A5565C37}"/>
              </a:ext>
            </a:extLst>
          </p:cNvPr>
          <p:cNvSpPr>
            <a:spLocks noGrp="1"/>
          </p:cNvSpPr>
          <p:nvPr>
            <p:ph type="body" sz="quarter" idx="17" hasCustomPrompt="1"/>
          </p:nvPr>
        </p:nvSpPr>
        <p:spPr>
          <a:xfrm>
            <a:off x="339633" y="1954332"/>
            <a:ext cx="4765767" cy="338554"/>
          </a:xfrm>
          <a:prstGeom prst="rect">
            <a:avLst/>
          </a:prstGeom>
        </p:spPr>
        <p:txBody>
          <a:bodyPr wrap="square" lIns="73152" rIns="0">
            <a:spAutoFit/>
          </a:bodyPr>
          <a:lstStyle>
            <a:lvl1pPr>
              <a:lnSpc>
                <a:spcPct val="100000"/>
              </a:lnSpc>
              <a:buNone/>
              <a:defRPr sz="1600" b="1" i="0" spc="-40">
                <a:solidFill>
                  <a:schemeClr val="tx1"/>
                </a:solidFill>
                <a:latin typeface="Arial" panose="020B0604020202020204" pitchFamily="34" charset="0"/>
                <a:cs typeface="Arial" panose="020B0604020202020204" pitchFamily="34" charset="0"/>
              </a:defRPr>
            </a:lvl1pPr>
          </a:lstStyle>
          <a:p>
            <a:pPr lvl="0"/>
            <a:r>
              <a:rPr lang="en-US" b="1" dirty="0"/>
              <a:t>Subhead goes here</a:t>
            </a:r>
          </a:p>
        </p:txBody>
      </p:sp>
      <p:sp>
        <p:nvSpPr>
          <p:cNvPr id="10" name="Content Placeholder 10">
            <a:extLst>
              <a:ext uri="{FF2B5EF4-FFF2-40B4-BE49-F238E27FC236}">
                <a16:creationId xmlns:a16="http://schemas.microsoft.com/office/drawing/2014/main" id="{AA07F6F7-51BC-E719-98A2-B0A5961040EB}"/>
              </a:ext>
            </a:extLst>
          </p:cNvPr>
          <p:cNvSpPr>
            <a:spLocks noGrp="1"/>
          </p:cNvSpPr>
          <p:nvPr>
            <p:ph sz="quarter" idx="20"/>
          </p:nvPr>
        </p:nvSpPr>
        <p:spPr>
          <a:xfrm>
            <a:off x="6077697" y="2555421"/>
            <a:ext cx="4742703" cy="1426031"/>
          </a:xfrm>
          <a:prstGeom prst="rect">
            <a:avLst/>
          </a:prstGeom>
        </p:spPr>
        <p:txBody>
          <a:bodyPr wrap="square" lIns="82296" rIns="0">
            <a:spAutoFit/>
          </a:bodyPr>
          <a:lstStyle>
            <a:lvl1pPr>
              <a:lnSpc>
                <a:spcPct val="100000"/>
              </a:lnSpc>
              <a:defRPr sz="1400" b="0" i="0" spc="-30">
                <a:solidFill>
                  <a:schemeClr val="tx1"/>
                </a:solidFill>
                <a:latin typeface="Arial" panose="020B0604020202020204" pitchFamily="34" charset="0"/>
                <a:cs typeface="Arial" panose="020B0604020202020204" pitchFamily="34" charset="0"/>
              </a:defRPr>
            </a:lvl1pPr>
            <a:lvl2pPr>
              <a:lnSpc>
                <a:spcPct val="100000"/>
              </a:lnSpc>
              <a:defRPr sz="1400" b="0" i="0" spc="-30">
                <a:solidFill>
                  <a:schemeClr val="tx1"/>
                </a:solidFill>
                <a:latin typeface="Arial" panose="020B0604020202020204" pitchFamily="34" charset="0"/>
                <a:cs typeface="Arial" panose="020B0604020202020204" pitchFamily="34" charset="0"/>
              </a:defRPr>
            </a:lvl2pPr>
            <a:lvl3pPr>
              <a:lnSpc>
                <a:spcPct val="100000"/>
              </a:lnSpc>
              <a:defRPr sz="1400" b="0" i="0" spc="-30">
                <a:solidFill>
                  <a:schemeClr val="tx1"/>
                </a:solidFill>
                <a:latin typeface="Arial" panose="020B0604020202020204" pitchFamily="34" charset="0"/>
                <a:cs typeface="Arial" panose="020B0604020202020204" pitchFamily="34" charset="0"/>
              </a:defRPr>
            </a:lvl3pPr>
            <a:lvl4pPr>
              <a:lnSpc>
                <a:spcPct val="100000"/>
              </a:lnSpc>
              <a:defRPr sz="1400" b="0" i="0" spc="-30">
                <a:solidFill>
                  <a:schemeClr val="tx1"/>
                </a:solidFill>
                <a:latin typeface="Arial" panose="020B0604020202020204" pitchFamily="34" charset="0"/>
                <a:cs typeface="Arial" panose="020B0604020202020204" pitchFamily="34" charset="0"/>
              </a:defRPr>
            </a:lvl4pPr>
            <a:lvl5pPr>
              <a:lnSpc>
                <a:spcPct val="100000"/>
              </a:lnSpc>
              <a:defRPr sz="1400" b="0" i="0" spc="-30">
                <a:solidFill>
                  <a:schemeClr val="tx1"/>
                </a:solidFill>
                <a:latin typeface="Arial" panose="020B0604020202020204" pitchFamily="34" charset="0"/>
                <a:cs typeface="Arial" panose="020B0604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1" name="Content Placeholder 10">
            <a:extLst>
              <a:ext uri="{FF2B5EF4-FFF2-40B4-BE49-F238E27FC236}">
                <a16:creationId xmlns:a16="http://schemas.microsoft.com/office/drawing/2014/main" id="{AA7E657F-2D84-5BAB-3CF6-E00EFFD7002D}"/>
              </a:ext>
            </a:extLst>
          </p:cNvPr>
          <p:cNvSpPr>
            <a:spLocks noGrp="1"/>
          </p:cNvSpPr>
          <p:nvPr>
            <p:ph sz="quarter" idx="19"/>
          </p:nvPr>
        </p:nvSpPr>
        <p:spPr>
          <a:xfrm>
            <a:off x="339633" y="2555421"/>
            <a:ext cx="4765768" cy="1426031"/>
          </a:xfrm>
          <a:prstGeom prst="rect">
            <a:avLst/>
          </a:prstGeom>
        </p:spPr>
        <p:txBody>
          <a:bodyPr wrap="square" lIns="82296" rIns="0">
            <a:spAutoFit/>
          </a:bodyPr>
          <a:lstStyle>
            <a:lvl1pPr>
              <a:lnSpc>
                <a:spcPct val="100000"/>
              </a:lnSpc>
              <a:defRPr sz="1400" b="0" i="0" spc="-30">
                <a:solidFill>
                  <a:schemeClr val="tx1"/>
                </a:solidFill>
                <a:latin typeface="Arial" panose="020B0604020202020204" pitchFamily="34" charset="0"/>
                <a:cs typeface="Arial" panose="020B0604020202020204" pitchFamily="34" charset="0"/>
              </a:defRPr>
            </a:lvl1pPr>
            <a:lvl2pPr>
              <a:lnSpc>
                <a:spcPct val="100000"/>
              </a:lnSpc>
              <a:defRPr sz="1400" b="0" i="0" spc="-30">
                <a:solidFill>
                  <a:schemeClr val="tx1"/>
                </a:solidFill>
                <a:latin typeface="Arial" panose="020B0604020202020204" pitchFamily="34" charset="0"/>
                <a:cs typeface="Arial" panose="020B0604020202020204" pitchFamily="34" charset="0"/>
              </a:defRPr>
            </a:lvl2pPr>
            <a:lvl3pPr>
              <a:lnSpc>
                <a:spcPct val="100000"/>
              </a:lnSpc>
              <a:defRPr sz="1400" b="0" i="0" spc="-30">
                <a:solidFill>
                  <a:schemeClr val="tx1"/>
                </a:solidFill>
                <a:latin typeface="Arial" panose="020B0604020202020204" pitchFamily="34" charset="0"/>
                <a:cs typeface="Arial" panose="020B0604020202020204" pitchFamily="34" charset="0"/>
              </a:defRPr>
            </a:lvl3pPr>
            <a:lvl4pPr>
              <a:lnSpc>
                <a:spcPct val="100000"/>
              </a:lnSpc>
              <a:defRPr sz="1400" b="0" i="0" spc="-30">
                <a:solidFill>
                  <a:schemeClr val="tx1"/>
                </a:solidFill>
                <a:latin typeface="Arial" panose="020B0604020202020204" pitchFamily="34" charset="0"/>
                <a:cs typeface="Arial" panose="020B0604020202020204" pitchFamily="34" charset="0"/>
              </a:defRPr>
            </a:lvl4pPr>
            <a:lvl5pPr>
              <a:lnSpc>
                <a:spcPct val="100000"/>
              </a:lnSpc>
              <a:defRPr sz="1400" b="0" i="0" spc="-30">
                <a:solidFill>
                  <a:schemeClr val="tx1"/>
                </a:solidFill>
                <a:latin typeface="Arial" panose="020B0604020202020204" pitchFamily="34" charset="0"/>
                <a:cs typeface="Arial" panose="020B0604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2026 Western Digital Corporation All rights reserved">
            <a:extLst>
              <a:ext uri="{FF2B5EF4-FFF2-40B4-BE49-F238E27FC236}">
                <a16:creationId xmlns:a16="http://schemas.microsoft.com/office/drawing/2014/main" id="{67323B64-9890-851C-CFCC-80AFAD1995B9}"/>
              </a:ext>
            </a:extLst>
          </p:cNvPr>
          <p:cNvSpPr/>
          <p:nvPr/>
        </p:nvSpPr>
        <p:spPr>
          <a:xfrm>
            <a:off x="419100" y="6638989"/>
            <a:ext cx="2794000" cy="92589"/>
          </a:xfrm>
          <a:prstGeom prst="rect">
            <a:avLst/>
          </a:prstGeom>
          <a:noFill/>
          <a:ln/>
        </p:spPr>
        <p:txBody>
          <a:bodyPr wrap="square" lIns="0" tIns="0" rIns="0" bIns="0" rtlCol="0" anchor="t">
            <a:spAutoFit/>
          </a:bodyPr>
          <a:lstStyle/>
          <a:p>
            <a:pPr>
              <a:lnSpc>
                <a:spcPct val="75000"/>
              </a:lnSpc>
            </a:pPr>
            <a:r>
              <a:rPr lang="en-US" sz="800" b="0" i="0" dirty="0">
                <a:solidFill>
                  <a:schemeClr val="tx1"/>
                </a:solidFill>
                <a:latin typeface="Arial" panose="020B0604020202020204" pitchFamily="34" charset="0"/>
                <a:ea typeface="Arial" pitchFamily="34" charset="-122"/>
                <a:cs typeface="Arial" panose="020B0604020202020204" pitchFamily="34" charset="0"/>
              </a:rPr>
              <a:t>©  2026 Western Digital Corporation. All rights reserved.</a:t>
            </a:r>
            <a:endParaRPr lang="en-US" sz="800" b="0" i="0" dirty="0">
              <a:solidFill>
                <a:schemeClr val="tx1"/>
              </a:solidFill>
              <a:latin typeface="Arial" panose="020B0604020202020204" pitchFamily="34" charset="0"/>
              <a:cs typeface="Arial" panose="020B0604020202020204" pitchFamily="34" charset="0"/>
            </a:endParaRPr>
          </a:p>
        </p:txBody>
      </p:sp>
      <p:sp>
        <p:nvSpPr>
          <p:cNvPr id="7" name="Slide Number Placeholder 1">
            <a:extLst>
              <a:ext uri="{FF2B5EF4-FFF2-40B4-BE49-F238E27FC236}">
                <a16:creationId xmlns:a16="http://schemas.microsoft.com/office/drawing/2014/main" id="{D4C19B1D-4D1D-464C-5A79-5EBBCB96EA8B}"/>
              </a:ext>
            </a:extLst>
          </p:cNvPr>
          <p:cNvSpPr>
            <a:spLocks noGrp="1"/>
          </p:cNvSpPr>
          <p:nvPr>
            <p:ph type="sldNum" sz="quarter" idx="4"/>
          </p:nvPr>
        </p:nvSpPr>
        <p:spPr>
          <a:xfrm>
            <a:off x="11215668" y="6562157"/>
            <a:ext cx="658832" cy="215444"/>
          </a:xfrm>
          <a:prstGeom prst="rect">
            <a:avLst/>
          </a:prstGeom>
        </p:spPr>
        <p:txBody>
          <a:bodyPr vert="horz" lIns="91440" tIns="45720" rIns="0" bIns="45720" rtlCol="0" anchor="ctr">
            <a:spAutoFit/>
          </a:bodyPr>
          <a:lstStyle>
            <a:lvl1pPr algn="r">
              <a:defRPr sz="800" b="0" i="0">
                <a:solidFill>
                  <a:schemeClr val="tx1"/>
                </a:solidFill>
                <a:latin typeface="Arial" panose="020B0604020202020204" pitchFamily="34" charset="0"/>
                <a:cs typeface="Arial" panose="020B0604020202020204" pitchFamily="34" charset="0"/>
              </a:defRPr>
            </a:lvl1pPr>
          </a:lstStyle>
          <a:p>
            <a:fld id="{B06B19F4-CF25-446C-B362-D8BB27BE9D9B}" type="slidenum">
              <a:rPr lang="en-US" smtClean="0"/>
              <a:t>‹#›</a:t>
            </a:fld>
            <a:endParaRPr lang="en-US"/>
          </a:p>
        </p:txBody>
      </p:sp>
      <p:sp>
        <p:nvSpPr>
          <p:cNvPr id="8" name="WD Confidential">
            <a:extLst>
              <a:ext uri="{FF2B5EF4-FFF2-40B4-BE49-F238E27FC236}">
                <a16:creationId xmlns:a16="http://schemas.microsoft.com/office/drawing/2014/main" id="{1B1A89FE-9F90-CCDF-AD06-574CC4F8AB35}"/>
              </a:ext>
            </a:extLst>
          </p:cNvPr>
          <p:cNvSpPr/>
          <p:nvPr/>
        </p:nvSpPr>
        <p:spPr>
          <a:xfrm>
            <a:off x="8991600" y="6638990"/>
            <a:ext cx="1244600" cy="92589"/>
          </a:xfrm>
          <a:prstGeom prst="rect">
            <a:avLst/>
          </a:prstGeom>
          <a:noFill/>
          <a:ln/>
        </p:spPr>
        <p:txBody>
          <a:bodyPr wrap="square" lIns="0" tIns="0" rIns="0" bIns="0" rtlCol="0" anchor="t">
            <a:spAutoFit/>
          </a:bodyPr>
          <a:lstStyle/>
          <a:p>
            <a:pPr>
              <a:lnSpc>
                <a:spcPct val="75000"/>
              </a:lnSpc>
            </a:pPr>
            <a:r>
              <a:rPr lang="en-US" sz="800" b="0" i="0" dirty="0">
                <a:solidFill>
                  <a:schemeClr val="tx1"/>
                </a:solidFill>
                <a:latin typeface="Arial" panose="020B0604020202020204" pitchFamily="34" charset="0"/>
                <a:ea typeface="Arial" pitchFamily="34" charset="-122"/>
                <a:cs typeface="Arial" panose="020B0604020202020204" pitchFamily="34" charset="0"/>
              </a:rPr>
              <a:t>WD CONFIDENTIAL</a:t>
            </a:r>
            <a:endParaRPr lang="en-US" sz="800" b="0" i="0" dirty="0">
              <a:solidFill>
                <a:schemeClr val="tx1"/>
              </a:solidFill>
              <a:latin typeface="Arial" panose="020B0604020202020204" pitchFamily="34" charset="0"/>
              <a:cs typeface="Arial" panose="020B0604020202020204" pitchFamily="34" charset="0"/>
            </a:endParaRPr>
          </a:p>
        </p:txBody>
      </p:sp>
      <p:pic>
        <p:nvPicPr>
          <p:cNvPr id="9" name="Logo" descr="preencoded.png">
            <a:extLst>
              <a:ext uri="{FF2B5EF4-FFF2-40B4-BE49-F238E27FC236}">
                <a16:creationId xmlns:a16="http://schemas.microsoft.com/office/drawing/2014/main" id="{A5D4B26D-0920-FF79-8759-3773758CF305}"/>
              </a:ext>
            </a:extLst>
          </p:cNvPr>
          <p:cNvPicPr>
            <a:picLocks noChangeAspect="1"/>
          </p:cNvPicPr>
          <p:nvPr/>
        </p:nvPicPr>
        <p:blipFill>
          <a:blip>
            <a:extLst>
              <a:ext uri="{96DAC541-7B7A-43D3-8B79-37D633B846F1}">
                <asvg:svgBlip xmlns:asvg="http://schemas.microsoft.com/office/drawing/2016/SVG/main" r:embed="rId3"/>
              </a:ext>
            </a:extLst>
          </a:blip>
          <a:srcRect/>
          <a:stretch/>
        </p:blipFill>
        <p:spPr>
          <a:xfrm>
            <a:off x="10902950" y="419100"/>
            <a:ext cx="869950" cy="222250"/>
          </a:xfrm>
          <a:prstGeom prst="rect">
            <a:avLst/>
          </a:prstGeom>
        </p:spPr>
      </p:pic>
      <p:sp>
        <p:nvSpPr>
          <p:cNvPr id="12" name="2026 Western Digital Corporation All rights reserved">
            <a:extLst>
              <a:ext uri="{FF2B5EF4-FFF2-40B4-BE49-F238E27FC236}">
                <a16:creationId xmlns:a16="http://schemas.microsoft.com/office/drawing/2014/main" id="{45511307-062A-DA15-22F5-81926D9D6891}"/>
              </a:ext>
            </a:extLst>
          </p:cNvPr>
          <p:cNvSpPr/>
          <p:nvPr/>
        </p:nvSpPr>
        <p:spPr>
          <a:xfrm>
            <a:off x="419100" y="6638989"/>
            <a:ext cx="2794000" cy="92589"/>
          </a:xfrm>
          <a:prstGeom prst="rect">
            <a:avLst/>
          </a:prstGeom>
          <a:noFill/>
          <a:ln/>
        </p:spPr>
        <p:txBody>
          <a:bodyPr wrap="square" lIns="0" tIns="0" rIns="0" bIns="0" rtlCol="0" anchor="t">
            <a:spAutoFit/>
          </a:bodyPr>
          <a:lstStyle/>
          <a:p>
            <a:pPr>
              <a:lnSpc>
                <a:spcPct val="75000"/>
              </a:lnSpc>
            </a:pPr>
            <a:r>
              <a:rPr lang="en-US" sz="800" b="0" i="0" dirty="0">
                <a:solidFill>
                  <a:schemeClr val="tx1"/>
                </a:solidFill>
                <a:latin typeface="Arial" panose="020B0604020202020204" pitchFamily="34" charset="0"/>
                <a:ea typeface="Arial" pitchFamily="34" charset="-122"/>
                <a:cs typeface="Arial" panose="020B0604020202020204" pitchFamily="34" charset="0"/>
              </a:rPr>
              <a:t>©  2026 Western Digital Corporation. All rights reserved.</a:t>
            </a:r>
            <a:endParaRPr lang="en-US" sz="800" b="0" i="0" dirty="0">
              <a:solidFill>
                <a:schemeClr val="tx1"/>
              </a:solidFill>
              <a:latin typeface="Arial" panose="020B0604020202020204" pitchFamily="34" charset="0"/>
              <a:cs typeface="Arial" panose="020B0604020202020204" pitchFamily="34" charset="0"/>
            </a:endParaRPr>
          </a:p>
        </p:txBody>
      </p:sp>
      <p:sp>
        <p:nvSpPr>
          <p:cNvPr id="13" name="WD Confidential">
            <a:extLst>
              <a:ext uri="{FF2B5EF4-FFF2-40B4-BE49-F238E27FC236}">
                <a16:creationId xmlns:a16="http://schemas.microsoft.com/office/drawing/2014/main" id="{31C8ECDB-1801-DB70-024C-9B3DB3C6DFB6}"/>
              </a:ext>
            </a:extLst>
          </p:cNvPr>
          <p:cNvSpPr/>
          <p:nvPr/>
        </p:nvSpPr>
        <p:spPr>
          <a:xfrm>
            <a:off x="8991600" y="6638990"/>
            <a:ext cx="1244600" cy="92589"/>
          </a:xfrm>
          <a:prstGeom prst="rect">
            <a:avLst/>
          </a:prstGeom>
          <a:noFill/>
          <a:ln/>
        </p:spPr>
        <p:txBody>
          <a:bodyPr wrap="square" lIns="0" tIns="0" rIns="0" bIns="0" rtlCol="0" anchor="t">
            <a:spAutoFit/>
          </a:bodyPr>
          <a:lstStyle/>
          <a:p>
            <a:pPr>
              <a:lnSpc>
                <a:spcPct val="75000"/>
              </a:lnSpc>
            </a:pPr>
            <a:r>
              <a:rPr lang="en-US" sz="800" b="0" i="0" dirty="0">
                <a:solidFill>
                  <a:schemeClr val="tx1"/>
                </a:solidFill>
                <a:latin typeface="Arial" panose="020B0604020202020204" pitchFamily="34" charset="0"/>
                <a:ea typeface="Arial" pitchFamily="34" charset="-122"/>
                <a:cs typeface="Arial" panose="020B0604020202020204" pitchFamily="34" charset="0"/>
              </a:rPr>
              <a:t>WD CONFIDENTIAL</a:t>
            </a:r>
            <a:endParaRPr lang="en-US" sz="800" b="0" i="0" dirty="0">
              <a:solidFill>
                <a:schemeClr val="tx1"/>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754802851"/>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Title and 2-Column Content White">
    <p:bg>
      <p:bgPr>
        <a:solidFill>
          <a:schemeClr val="bg1"/>
        </a:solidFill>
        <a:effectLst/>
      </p:bgPr>
    </p:bg>
    <p:spTree>
      <p:nvGrpSpPr>
        <p:cNvPr id="1" name=""/>
        <p:cNvGrpSpPr/>
        <p:nvPr/>
      </p:nvGrpSpPr>
      <p:grpSpPr>
        <a:xfrm>
          <a:off x="0" y="0"/>
          <a:ext cx="0" cy="0"/>
          <a:chOff x="0" y="0"/>
          <a:chExt cx="0" cy="0"/>
        </a:xfrm>
      </p:grpSpPr>
      <p:pic>
        <p:nvPicPr>
          <p:cNvPr id="4" name="Logo" descr="preencoded.png">
            <a:extLst>
              <a:ext uri="{FF2B5EF4-FFF2-40B4-BE49-F238E27FC236}">
                <a16:creationId xmlns:a16="http://schemas.microsoft.com/office/drawing/2014/main" id="{3DC0599E-ABE3-1DBC-6207-01260A8C27CD}"/>
              </a:ext>
            </a:extLst>
          </p:cNvPr>
          <p:cNvPicPr>
            <a:picLocks noChangeAspect="1"/>
          </p:cNvPicPr>
          <p:nvPr/>
        </p:nvPicPr>
        <p:blipFill>
          <a:blip>
            <a:extLst>
              <a:ext uri="{96DAC541-7B7A-43D3-8B79-37D633B846F1}">
                <asvg:svgBlip xmlns:asvg="http://schemas.microsoft.com/office/drawing/2016/SVG/main" r:embed="rId2"/>
              </a:ext>
            </a:extLst>
          </a:blip>
          <a:srcRect/>
          <a:stretch/>
        </p:blipFill>
        <p:spPr>
          <a:xfrm>
            <a:off x="10902950" y="419100"/>
            <a:ext cx="869950" cy="222250"/>
          </a:xfrm>
          <a:prstGeom prst="rect">
            <a:avLst/>
          </a:prstGeom>
        </p:spPr>
      </p:pic>
      <p:sp>
        <p:nvSpPr>
          <p:cNvPr id="2" name="Text Placeholder 14">
            <a:extLst>
              <a:ext uri="{FF2B5EF4-FFF2-40B4-BE49-F238E27FC236}">
                <a16:creationId xmlns:a16="http://schemas.microsoft.com/office/drawing/2014/main" id="{8BAF2F1F-41B9-6239-FDC5-2EF3FC9C2CE1}"/>
              </a:ext>
            </a:extLst>
          </p:cNvPr>
          <p:cNvSpPr>
            <a:spLocks noGrp="1"/>
          </p:cNvSpPr>
          <p:nvPr>
            <p:ph type="body" sz="quarter" idx="13" hasCustomPrompt="1"/>
          </p:nvPr>
        </p:nvSpPr>
        <p:spPr>
          <a:xfrm>
            <a:off x="339725" y="333800"/>
            <a:ext cx="2860675" cy="307777"/>
          </a:xfrm>
          <a:prstGeom prst="rect">
            <a:avLst/>
          </a:prstGeom>
        </p:spPr>
        <p:txBody>
          <a:bodyPr wrap="square" lIns="82296" rIns="0">
            <a:spAutoFit/>
          </a:bodyPr>
          <a:lstStyle>
            <a:lvl1pPr>
              <a:lnSpc>
                <a:spcPct val="100000"/>
              </a:lnSpc>
              <a:buNone/>
              <a:defRPr sz="1400" b="1" i="0" spc="-30">
                <a:solidFill>
                  <a:schemeClr val="tx2"/>
                </a:solidFill>
                <a:latin typeface="Arial" panose="020B0604020202020204" pitchFamily="34" charset="0"/>
                <a:cs typeface="Arial" panose="020B0604020202020204" pitchFamily="34" charset="0"/>
              </a:defRPr>
            </a:lvl1pPr>
          </a:lstStyle>
          <a:p>
            <a:pPr lvl="0"/>
            <a:r>
              <a:rPr lang="en-US" b="1" dirty="0"/>
              <a:t>Section Header</a:t>
            </a:r>
          </a:p>
        </p:txBody>
      </p:sp>
      <p:sp>
        <p:nvSpPr>
          <p:cNvPr id="3" name="Title 2">
            <a:extLst>
              <a:ext uri="{FF2B5EF4-FFF2-40B4-BE49-F238E27FC236}">
                <a16:creationId xmlns:a16="http://schemas.microsoft.com/office/drawing/2014/main" id="{1627E8F2-579D-4FE7-1AD9-36873A936393}"/>
              </a:ext>
            </a:extLst>
          </p:cNvPr>
          <p:cNvSpPr>
            <a:spLocks noGrp="1"/>
          </p:cNvSpPr>
          <p:nvPr>
            <p:ph type="title" hasCustomPrompt="1"/>
          </p:nvPr>
        </p:nvSpPr>
        <p:spPr>
          <a:xfrm>
            <a:off x="339634" y="702407"/>
            <a:ext cx="6670766" cy="1215333"/>
          </a:xfrm>
          <a:prstGeom prst="rect">
            <a:avLst/>
          </a:prstGeom>
        </p:spPr>
        <p:txBody>
          <a:bodyPr wrap="square" lIns="45720" rIns="0">
            <a:spAutoFit/>
          </a:bodyPr>
          <a:lstStyle>
            <a:lvl1pPr>
              <a:lnSpc>
                <a:spcPct val="85000"/>
              </a:lnSpc>
              <a:defRPr sz="4200" b="0" i="0" spc="-130">
                <a:solidFill>
                  <a:schemeClr val="tx2"/>
                </a:solidFill>
                <a:latin typeface="Arial" panose="020B0604020202020204" pitchFamily="34" charset="0"/>
                <a:cs typeface="Arial" panose="020B0604020202020204" pitchFamily="34" charset="0"/>
              </a:defRPr>
            </a:lvl1pPr>
          </a:lstStyle>
          <a:p>
            <a:r>
              <a:rPr lang="en-US" dirty="0"/>
              <a:t>Content Slide – Smaller, Longer Headline</a:t>
            </a:r>
          </a:p>
        </p:txBody>
      </p:sp>
      <p:sp>
        <p:nvSpPr>
          <p:cNvPr id="5" name="Content Placeholder 10">
            <a:extLst>
              <a:ext uri="{FF2B5EF4-FFF2-40B4-BE49-F238E27FC236}">
                <a16:creationId xmlns:a16="http://schemas.microsoft.com/office/drawing/2014/main" id="{31040B13-638F-A6E9-D729-9BB66691EC70}"/>
              </a:ext>
            </a:extLst>
          </p:cNvPr>
          <p:cNvSpPr>
            <a:spLocks noGrp="1"/>
          </p:cNvSpPr>
          <p:nvPr>
            <p:ph sz="quarter" idx="19"/>
          </p:nvPr>
        </p:nvSpPr>
        <p:spPr>
          <a:xfrm>
            <a:off x="339633" y="2223272"/>
            <a:ext cx="4765768" cy="1426031"/>
          </a:xfrm>
          <a:prstGeom prst="rect">
            <a:avLst/>
          </a:prstGeom>
        </p:spPr>
        <p:txBody>
          <a:bodyPr wrap="square" lIns="82296" rIns="0">
            <a:spAutoFit/>
          </a:bodyPr>
          <a:lstStyle>
            <a:lvl1pPr>
              <a:lnSpc>
                <a:spcPct val="100000"/>
              </a:lnSpc>
              <a:defRPr sz="1400" b="0" i="0" spc="-30">
                <a:solidFill>
                  <a:schemeClr val="tx2"/>
                </a:solidFill>
                <a:latin typeface="Arial" panose="020B0604020202020204" pitchFamily="34" charset="0"/>
                <a:cs typeface="Arial" panose="020B0604020202020204" pitchFamily="34" charset="0"/>
              </a:defRPr>
            </a:lvl1pPr>
            <a:lvl2pPr>
              <a:lnSpc>
                <a:spcPct val="100000"/>
              </a:lnSpc>
              <a:defRPr sz="1400" b="0" i="0" spc="-30">
                <a:solidFill>
                  <a:schemeClr val="tx2"/>
                </a:solidFill>
                <a:latin typeface="Arial" panose="020B0604020202020204" pitchFamily="34" charset="0"/>
                <a:cs typeface="Arial" panose="020B0604020202020204" pitchFamily="34" charset="0"/>
              </a:defRPr>
            </a:lvl2pPr>
            <a:lvl3pPr>
              <a:lnSpc>
                <a:spcPct val="100000"/>
              </a:lnSpc>
              <a:defRPr sz="1400" b="0" i="0" spc="-30">
                <a:solidFill>
                  <a:schemeClr val="tx2"/>
                </a:solidFill>
                <a:latin typeface="Arial" panose="020B0604020202020204" pitchFamily="34" charset="0"/>
                <a:cs typeface="Arial" panose="020B0604020202020204" pitchFamily="34" charset="0"/>
              </a:defRPr>
            </a:lvl3pPr>
            <a:lvl4pPr>
              <a:lnSpc>
                <a:spcPct val="100000"/>
              </a:lnSpc>
              <a:defRPr sz="1400" b="0" i="0" spc="-30">
                <a:solidFill>
                  <a:schemeClr val="tx2"/>
                </a:solidFill>
                <a:latin typeface="Arial" panose="020B0604020202020204" pitchFamily="34" charset="0"/>
                <a:cs typeface="Arial" panose="020B0604020202020204" pitchFamily="34" charset="0"/>
              </a:defRPr>
            </a:lvl4pPr>
            <a:lvl5pPr>
              <a:lnSpc>
                <a:spcPct val="100000"/>
              </a:lnSpc>
              <a:defRPr sz="1400" b="0" i="0" spc="-30">
                <a:solidFill>
                  <a:schemeClr val="tx2"/>
                </a:solidFill>
                <a:latin typeface="Arial" panose="020B0604020202020204" pitchFamily="34" charset="0"/>
                <a:cs typeface="Arial" panose="020B0604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Content Placeholder 10">
            <a:extLst>
              <a:ext uri="{FF2B5EF4-FFF2-40B4-BE49-F238E27FC236}">
                <a16:creationId xmlns:a16="http://schemas.microsoft.com/office/drawing/2014/main" id="{4993765A-531C-BA41-7134-707041754F96}"/>
              </a:ext>
            </a:extLst>
          </p:cNvPr>
          <p:cNvSpPr>
            <a:spLocks noGrp="1"/>
          </p:cNvSpPr>
          <p:nvPr>
            <p:ph sz="quarter" idx="20"/>
          </p:nvPr>
        </p:nvSpPr>
        <p:spPr>
          <a:xfrm>
            <a:off x="6077697" y="2223272"/>
            <a:ext cx="4742703" cy="1426031"/>
          </a:xfrm>
          <a:prstGeom prst="rect">
            <a:avLst/>
          </a:prstGeom>
        </p:spPr>
        <p:txBody>
          <a:bodyPr wrap="square" lIns="82296" rIns="0">
            <a:spAutoFit/>
          </a:bodyPr>
          <a:lstStyle>
            <a:lvl1pPr>
              <a:lnSpc>
                <a:spcPct val="100000"/>
              </a:lnSpc>
              <a:defRPr sz="1400" b="0" i="0" spc="-30">
                <a:solidFill>
                  <a:schemeClr val="tx2"/>
                </a:solidFill>
                <a:latin typeface="Arial" panose="020B0604020202020204" pitchFamily="34" charset="0"/>
                <a:cs typeface="Arial" panose="020B0604020202020204" pitchFamily="34" charset="0"/>
              </a:defRPr>
            </a:lvl1pPr>
            <a:lvl2pPr>
              <a:lnSpc>
                <a:spcPct val="100000"/>
              </a:lnSpc>
              <a:defRPr sz="1400" b="0" i="0" spc="-30">
                <a:solidFill>
                  <a:schemeClr val="tx2"/>
                </a:solidFill>
                <a:latin typeface="Arial" panose="020B0604020202020204" pitchFamily="34" charset="0"/>
                <a:cs typeface="Arial" panose="020B0604020202020204" pitchFamily="34" charset="0"/>
              </a:defRPr>
            </a:lvl2pPr>
            <a:lvl3pPr>
              <a:lnSpc>
                <a:spcPct val="100000"/>
              </a:lnSpc>
              <a:defRPr sz="1400" b="0" i="0" spc="-30">
                <a:solidFill>
                  <a:schemeClr val="tx2"/>
                </a:solidFill>
                <a:latin typeface="Arial" panose="020B0604020202020204" pitchFamily="34" charset="0"/>
                <a:cs typeface="Arial" panose="020B0604020202020204" pitchFamily="34" charset="0"/>
              </a:defRPr>
            </a:lvl3pPr>
            <a:lvl4pPr>
              <a:lnSpc>
                <a:spcPct val="100000"/>
              </a:lnSpc>
              <a:defRPr sz="1400" b="0" i="0" spc="-30">
                <a:solidFill>
                  <a:schemeClr val="tx2"/>
                </a:solidFill>
                <a:latin typeface="Arial" panose="020B0604020202020204" pitchFamily="34" charset="0"/>
                <a:cs typeface="Arial" panose="020B0604020202020204" pitchFamily="34" charset="0"/>
              </a:defRPr>
            </a:lvl4pPr>
            <a:lvl5pPr>
              <a:lnSpc>
                <a:spcPct val="100000"/>
              </a:lnSpc>
              <a:defRPr sz="1400" b="0" i="0" spc="-30">
                <a:solidFill>
                  <a:schemeClr val="tx2"/>
                </a:solidFill>
                <a:latin typeface="Arial" panose="020B0604020202020204" pitchFamily="34" charset="0"/>
                <a:cs typeface="Arial" panose="020B0604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2026 Western Digital Corporation All rights reserved">
            <a:extLst>
              <a:ext uri="{FF2B5EF4-FFF2-40B4-BE49-F238E27FC236}">
                <a16:creationId xmlns:a16="http://schemas.microsoft.com/office/drawing/2014/main" id="{892F9820-3B54-5A27-B27A-73753286431C}"/>
              </a:ext>
            </a:extLst>
          </p:cNvPr>
          <p:cNvSpPr/>
          <p:nvPr/>
        </p:nvSpPr>
        <p:spPr>
          <a:xfrm>
            <a:off x="419100" y="6638989"/>
            <a:ext cx="2794000" cy="92589"/>
          </a:xfrm>
          <a:prstGeom prst="rect">
            <a:avLst/>
          </a:prstGeom>
          <a:noFill/>
          <a:ln/>
        </p:spPr>
        <p:txBody>
          <a:bodyPr wrap="square" lIns="0" tIns="0" rIns="0" bIns="0" rtlCol="0" anchor="t">
            <a:spAutoFit/>
          </a:bodyPr>
          <a:lstStyle/>
          <a:p>
            <a:pPr>
              <a:lnSpc>
                <a:spcPct val="75000"/>
              </a:lnSpc>
            </a:pPr>
            <a:r>
              <a:rPr lang="en-US" sz="800" b="0" i="0" dirty="0">
                <a:solidFill>
                  <a:schemeClr val="tx1"/>
                </a:solidFill>
                <a:latin typeface="Arial" panose="020B0604020202020204" pitchFamily="34" charset="0"/>
                <a:ea typeface="Arial" pitchFamily="34" charset="-122"/>
                <a:cs typeface="Arial" panose="020B0604020202020204" pitchFamily="34" charset="0"/>
              </a:rPr>
              <a:t>©  2026 Western Digital Corporation. All rights reserved.</a:t>
            </a:r>
            <a:endParaRPr lang="en-US" sz="800" b="0" i="0" dirty="0">
              <a:solidFill>
                <a:schemeClr val="tx1"/>
              </a:solidFill>
              <a:latin typeface="Arial" panose="020B0604020202020204" pitchFamily="34" charset="0"/>
              <a:cs typeface="Arial" panose="020B0604020202020204" pitchFamily="34" charset="0"/>
            </a:endParaRPr>
          </a:p>
        </p:txBody>
      </p:sp>
      <p:sp>
        <p:nvSpPr>
          <p:cNvPr id="7" name="Slide Number Placeholder 1">
            <a:extLst>
              <a:ext uri="{FF2B5EF4-FFF2-40B4-BE49-F238E27FC236}">
                <a16:creationId xmlns:a16="http://schemas.microsoft.com/office/drawing/2014/main" id="{5435C9CC-6B67-1112-DF24-9027C982F0FE}"/>
              </a:ext>
            </a:extLst>
          </p:cNvPr>
          <p:cNvSpPr>
            <a:spLocks noGrp="1"/>
          </p:cNvSpPr>
          <p:nvPr>
            <p:ph type="sldNum" sz="quarter" idx="4"/>
          </p:nvPr>
        </p:nvSpPr>
        <p:spPr>
          <a:xfrm>
            <a:off x="11215668" y="6562157"/>
            <a:ext cx="658832" cy="215444"/>
          </a:xfrm>
          <a:prstGeom prst="rect">
            <a:avLst/>
          </a:prstGeom>
        </p:spPr>
        <p:txBody>
          <a:bodyPr vert="horz" lIns="91440" tIns="45720" rIns="0" bIns="45720" rtlCol="0" anchor="ctr">
            <a:spAutoFit/>
          </a:bodyPr>
          <a:lstStyle>
            <a:lvl1pPr algn="r">
              <a:defRPr sz="800" b="0" i="0">
                <a:solidFill>
                  <a:schemeClr val="tx1"/>
                </a:solidFill>
                <a:latin typeface="Arial" panose="020B0604020202020204" pitchFamily="34" charset="0"/>
                <a:cs typeface="Arial" panose="020B0604020202020204" pitchFamily="34" charset="0"/>
              </a:defRPr>
            </a:lvl1pPr>
          </a:lstStyle>
          <a:p>
            <a:fld id="{B06B19F4-CF25-446C-B362-D8BB27BE9D9B}" type="slidenum">
              <a:rPr lang="en-US" smtClean="0"/>
              <a:t>‹#›</a:t>
            </a:fld>
            <a:endParaRPr lang="en-US"/>
          </a:p>
        </p:txBody>
      </p:sp>
      <p:sp>
        <p:nvSpPr>
          <p:cNvPr id="8" name="WD Confidential">
            <a:extLst>
              <a:ext uri="{FF2B5EF4-FFF2-40B4-BE49-F238E27FC236}">
                <a16:creationId xmlns:a16="http://schemas.microsoft.com/office/drawing/2014/main" id="{2F5C104B-2EB9-B56A-FFAC-319DA5A82928}"/>
              </a:ext>
            </a:extLst>
          </p:cNvPr>
          <p:cNvSpPr/>
          <p:nvPr/>
        </p:nvSpPr>
        <p:spPr>
          <a:xfrm>
            <a:off x="8991600" y="6638990"/>
            <a:ext cx="1244600" cy="92589"/>
          </a:xfrm>
          <a:prstGeom prst="rect">
            <a:avLst/>
          </a:prstGeom>
          <a:noFill/>
          <a:ln/>
        </p:spPr>
        <p:txBody>
          <a:bodyPr wrap="square" lIns="0" tIns="0" rIns="0" bIns="0" rtlCol="0" anchor="t">
            <a:spAutoFit/>
          </a:bodyPr>
          <a:lstStyle/>
          <a:p>
            <a:pPr>
              <a:lnSpc>
                <a:spcPct val="75000"/>
              </a:lnSpc>
            </a:pPr>
            <a:r>
              <a:rPr lang="en-US" sz="800" b="0" i="0" dirty="0">
                <a:solidFill>
                  <a:schemeClr val="tx1"/>
                </a:solidFill>
                <a:latin typeface="Arial" panose="020B0604020202020204" pitchFamily="34" charset="0"/>
                <a:ea typeface="Arial" pitchFamily="34" charset="-122"/>
                <a:cs typeface="Arial" panose="020B0604020202020204" pitchFamily="34" charset="0"/>
              </a:rPr>
              <a:t>WD CONFIDENTIAL</a:t>
            </a:r>
            <a:endParaRPr lang="en-US" sz="800" b="0" i="0" dirty="0">
              <a:solidFill>
                <a:schemeClr val="tx1"/>
              </a:solidFill>
              <a:latin typeface="Arial" panose="020B0604020202020204" pitchFamily="34" charset="0"/>
              <a:cs typeface="Arial" panose="020B0604020202020204" pitchFamily="34" charset="0"/>
            </a:endParaRPr>
          </a:p>
        </p:txBody>
      </p:sp>
      <p:pic>
        <p:nvPicPr>
          <p:cNvPr id="10" name="Logo" descr="preencoded.png">
            <a:extLst>
              <a:ext uri="{FF2B5EF4-FFF2-40B4-BE49-F238E27FC236}">
                <a16:creationId xmlns:a16="http://schemas.microsoft.com/office/drawing/2014/main" id="{D947F29C-9419-D3E9-F52A-A6944373AE10}"/>
              </a:ext>
            </a:extLst>
          </p:cNvPr>
          <p:cNvPicPr>
            <a:picLocks noChangeAspect="1"/>
          </p:cNvPicPr>
          <p:nvPr/>
        </p:nvPicPr>
        <p:blipFill>
          <a:blip>
            <a:extLst>
              <a:ext uri="{96DAC541-7B7A-43D3-8B79-37D633B846F1}">
                <asvg:svgBlip xmlns:asvg="http://schemas.microsoft.com/office/drawing/2016/SVG/main" r:embed="rId2"/>
              </a:ext>
            </a:extLst>
          </a:blip>
          <a:srcRect/>
          <a:stretch/>
        </p:blipFill>
        <p:spPr>
          <a:xfrm>
            <a:off x="10902950" y="419100"/>
            <a:ext cx="869950" cy="222250"/>
          </a:xfrm>
          <a:prstGeom prst="rect">
            <a:avLst/>
          </a:prstGeom>
        </p:spPr>
      </p:pic>
      <p:sp>
        <p:nvSpPr>
          <p:cNvPr id="11" name="2026 Western Digital Corporation All rights reserved">
            <a:extLst>
              <a:ext uri="{FF2B5EF4-FFF2-40B4-BE49-F238E27FC236}">
                <a16:creationId xmlns:a16="http://schemas.microsoft.com/office/drawing/2014/main" id="{9DBC16B1-8E89-74E6-8043-3BCCD32C1A3A}"/>
              </a:ext>
            </a:extLst>
          </p:cNvPr>
          <p:cNvSpPr/>
          <p:nvPr/>
        </p:nvSpPr>
        <p:spPr>
          <a:xfrm>
            <a:off x="419100" y="6638989"/>
            <a:ext cx="2794000" cy="92589"/>
          </a:xfrm>
          <a:prstGeom prst="rect">
            <a:avLst/>
          </a:prstGeom>
          <a:noFill/>
          <a:ln/>
        </p:spPr>
        <p:txBody>
          <a:bodyPr wrap="square" lIns="0" tIns="0" rIns="0" bIns="0" rtlCol="0" anchor="t">
            <a:spAutoFit/>
          </a:bodyPr>
          <a:lstStyle/>
          <a:p>
            <a:pPr>
              <a:lnSpc>
                <a:spcPct val="75000"/>
              </a:lnSpc>
            </a:pPr>
            <a:r>
              <a:rPr lang="en-US" sz="800" b="0" i="0" dirty="0">
                <a:solidFill>
                  <a:schemeClr val="tx1"/>
                </a:solidFill>
                <a:latin typeface="Arial" panose="020B0604020202020204" pitchFamily="34" charset="0"/>
                <a:ea typeface="Arial" pitchFamily="34" charset="-122"/>
                <a:cs typeface="Arial" panose="020B0604020202020204" pitchFamily="34" charset="0"/>
              </a:rPr>
              <a:t>©  2026 Western Digital Corporation. All rights reserved.</a:t>
            </a:r>
            <a:endParaRPr lang="en-US" sz="800" b="0" i="0" dirty="0">
              <a:solidFill>
                <a:schemeClr val="tx1"/>
              </a:solidFill>
              <a:latin typeface="Arial" panose="020B0604020202020204" pitchFamily="34" charset="0"/>
              <a:cs typeface="Arial" panose="020B0604020202020204" pitchFamily="34" charset="0"/>
            </a:endParaRPr>
          </a:p>
        </p:txBody>
      </p:sp>
      <p:sp>
        <p:nvSpPr>
          <p:cNvPr id="12" name="WD Confidential">
            <a:extLst>
              <a:ext uri="{FF2B5EF4-FFF2-40B4-BE49-F238E27FC236}">
                <a16:creationId xmlns:a16="http://schemas.microsoft.com/office/drawing/2014/main" id="{27504A2D-01C5-8B6B-7D97-9759CF68E046}"/>
              </a:ext>
            </a:extLst>
          </p:cNvPr>
          <p:cNvSpPr/>
          <p:nvPr/>
        </p:nvSpPr>
        <p:spPr>
          <a:xfrm>
            <a:off x="8991600" y="6638990"/>
            <a:ext cx="1244600" cy="92589"/>
          </a:xfrm>
          <a:prstGeom prst="rect">
            <a:avLst/>
          </a:prstGeom>
          <a:noFill/>
          <a:ln/>
        </p:spPr>
        <p:txBody>
          <a:bodyPr wrap="square" lIns="0" tIns="0" rIns="0" bIns="0" rtlCol="0" anchor="t">
            <a:spAutoFit/>
          </a:bodyPr>
          <a:lstStyle/>
          <a:p>
            <a:pPr>
              <a:lnSpc>
                <a:spcPct val="75000"/>
              </a:lnSpc>
            </a:pPr>
            <a:r>
              <a:rPr lang="en-US" sz="800" b="0" i="0" dirty="0">
                <a:solidFill>
                  <a:schemeClr val="tx1"/>
                </a:solidFill>
                <a:latin typeface="Arial" panose="020B0604020202020204" pitchFamily="34" charset="0"/>
                <a:ea typeface="Arial" pitchFamily="34" charset="-122"/>
                <a:cs typeface="Arial" panose="020B0604020202020204" pitchFamily="34" charset="0"/>
              </a:rPr>
              <a:t>WD CONFIDENTIAL</a:t>
            </a:r>
            <a:endParaRPr lang="en-US" sz="800" b="0" i="0" dirty="0">
              <a:solidFill>
                <a:schemeClr val="tx1"/>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41913265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Title and 2-Column Content Vault Navy">
    <p:bg>
      <p:bgRef idx="1001">
        <a:schemeClr val="bg2"/>
      </p:bgRef>
    </p:bg>
    <p:spTree>
      <p:nvGrpSpPr>
        <p:cNvPr id="1" name=""/>
        <p:cNvGrpSpPr/>
        <p:nvPr/>
      </p:nvGrpSpPr>
      <p:grpSpPr>
        <a:xfrm>
          <a:off x="0" y="0"/>
          <a:ext cx="0" cy="0"/>
          <a:chOff x="0" y="0"/>
          <a:chExt cx="0" cy="0"/>
        </a:xfrm>
      </p:grpSpPr>
      <p:pic>
        <p:nvPicPr>
          <p:cNvPr id="4" name="Logo" descr="preencoded.png">
            <a:extLst>
              <a:ext uri="{FF2B5EF4-FFF2-40B4-BE49-F238E27FC236}">
                <a16:creationId xmlns:a16="http://schemas.microsoft.com/office/drawing/2014/main" id="{3DC0599E-ABE3-1DBC-6207-01260A8C27CD}"/>
              </a:ext>
            </a:extLst>
          </p:cNvPr>
          <p:cNvPicPr>
            <a:picLocks noChangeAspect="1"/>
          </p:cNvPicPr>
          <p:nvPr/>
        </p:nvPicPr>
        <p:blipFill>
          <a:blip>
            <a:extLst>
              <a:ext uri="{96DAC541-7B7A-43D3-8B79-37D633B846F1}">
                <asvg:svgBlip xmlns:asvg="http://schemas.microsoft.com/office/drawing/2016/SVG/main" r:embed="rId2"/>
              </a:ext>
            </a:extLst>
          </a:blip>
          <a:srcRect/>
          <a:stretch/>
        </p:blipFill>
        <p:spPr>
          <a:xfrm>
            <a:off x="10902950" y="419100"/>
            <a:ext cx="869950" cy="222250"/>
          </a:xfrm>
          <a:prstGeom prst="rect">
            <a:avLst/>
          </a:prstGeom>
        </p:spPr>
      </p:pic>
      <p:sp>
        <p:nvSpPr>
          <p:cNvPr id="2" name="Text Placeholder 14">
            <a:extLst>
              <a:ext uri="{FF2B5EF4-FFF2-40B4-BE49-F238E27FC236}">
                <a16:creationId xmlns:a16="http://schemas.microsoft.com/office/drawing/2014/main" id="{8BAF2F1F-41B9-6239-FDC5-2EF3FC9C2CE1}"/>
              </a:ext>
            </a:extLst>
          </p:cNvPr>
          <p:cNvSpPr>
            <a:spLocks noGrp="1"/>
          </p:cNvSpPr>
          <p:nvPr>
            <p:ph type="body" sz="quarter" idx="13" hasCustomPrompt="1"/>
          </p:nvPr>
        </p:nvSpPr>
        <p:spPr>
          <a:xfrm>
            <a:off x="339725" y="333800"/>
            <a:ext cx="2860675" cy="307777"/>
          </a:xfrm>
          <a:prstGeom prst="rect">
            <a:avLst/>
          </a:prstGeom>
        </p:spPr>
        <p:txBody>
          <a:bodyPr wrap="square" lIns="82296" rIns="0">
            <a:spAutoFit/>
          </a:bodyPr>
          <a:lstStyle>
            <a:lvl1pPr>
              <a:lnSpc>
                <a:spcPct val="100000"/>
              </a:lnSpc>
              <a:buNone/>
              <a:defRPr sz="1400" b="1" i="0" spc="-30">
                <a:solidFill>
                  <a:schemeClr val="tx1"/>
                </a:solidFill>
                <a:latin typeface="Arial" panose="020B0604020202020204" pitchFamily="34" charset="0"/>
                <a:cs typeface="Arial" panose="020B0604020202020204" pitchFamily="34" charset="0"/>
              </a:defRPr>
            </a:lvl1pPr>
          </a:lstStyle>
          <a:p>
            <a:pPr lvl="0"/>
            <a:r>
              <a:rPr lang="en-US" b="1" dirty="0"/>
              <a:t>Section Header</a:t>
            </a:r>
          </a:p>
        </p:txBody>
      </p:sp>
      <p:sp>
        <p:nvSpPr>
          <p:cNvPr id="3" name="Title 2">
            <a:extLst>
              <a:ext uri="{FF2B5EF4-FFF2-40B4-BE49-F238E27FC236}">
                <a16:creationId xmlns:a16="http://schemas.microsoft.com/office/drawing/2014/main" id="{1627E8F2-579D-4FE7-1AD9-36873A936393}"/>
              </a:ext>
            </a:extLst>
          </p:cNvPr>
          <p:cNvSpPr>
            <a:spLocks noGrp="1"/>
          </p:cNvSpPr>
          <p:nvPr>
            <p:ph type="title" hasCustomPrompt="1"/>
          </p:nvPr>
        </p:nvSpPr>
        <p:spPr>
          <a:xfrm>
            <a:off x="339634" y="702407"/>
            <a:ext cx="6670766" cy="1215333"/>
          </a:xfrm>
          <a:prstGeom prst="rect">
            <a:avLst/>
          </a:prstGeom>
        </p:spPr>
        <p:txBody>
          <a:bodyPr wrap="square" lIns="45720" rIns="0">
            <a:spAutoFit/>
          </a:bodyPr>
          <a:lstStyle>
            <a:lvl1pPr>
              <a:lnSpc>
                <a:spcPct val="85000"/>
              </a:lnSpc>
              <a:defRPr sz="4200" b="0" i="0" spc="-130">
                <a:solidFill>
                  <a:schemeClr val="tx1"/>
                </a:solidFill>
                <a:latin typeface="Arial" panose="020B0604020202020204" pitchFamily="34" charset="0"/>
                <a:cs typeface="Arial" panose="020B0604020202020204" pitchFamily="34" charset="0"/>
              </a:defRPr>
            </a:lvl1pPr>
          </a:lstStyle>
          <a:p>
            <a:r>
              <a:rPr lang="en-US" dirty="0"/>
              <a:t>Content Slide – Smaller, Longer Headline</a:t>
            </a:r>
          </a:p>
        </p:txBody>
      </p:sp>
      <p:sp>
        <p:nvSpPr>
          <p:cNvPr id="5" name="Content Placeholder 10">
            <a:extLst>
              <a:ext uri="{FF2B5EF4-FFF2-40B4-BE49-F238E27FC236}">
                <a16:creationId xmlns:a16="http://schemas.microsoft.com/office/drawing/2014/main" id="{31040B13-638F-A6E9-D729-9BB66691EC70}"/>
              </a:ext>
            </a:extLst>
          </p:cNvPr>
          <p:cNvSpPr>
            <a:spLocks noGrp="1"/>
          </p:cNvSpPr>
          <p:nvPr>
            <p:ph sz="quarter" idx="19"/>
          </p:nvPr>
        </p:nvSpPr>
        <p:spPr>
          <a:xfrm>
            <a:off x="339633" y="2223272"/>
            <a:ext cx="4765768" cy="1426031"/>
          </a:xfrm>
          <a:prstGeom prst="rect">
            <a:avLst/>
          </a:prstGeom>
        </p:spPr>
        <p:txBody>
          <a:bodyPr wrap="square" lIns="82296" rIns="0">
            <a:spAutoFit/>
          </a:bodyPr>
          <a:lstStyle>
            <a:lvl1pPr>
              <a:lnSpc>
                <a:spcPct val="100000"/>
              </a:lnSpc>
              <a:defRPr sz="1400" b="0" i="0" spc="-30">
                <a:solidFill>
                  <a:schemeClr val="tx1"/>
                </a:solidFill>
                <a:latin typeface="Arial" panose="020B0604020202020204" pitchFamily="34" charset="0"/>
                <a:cs typeface="Arial" panose="020B0604020202020204" pitchFamily="34" charset="0"/>
              </a:defRPr>
            </a:lvl1pPr>
            <a:lvl2pPr>
              <a:lnSpc>
                <a:spcPct val="100000"/>
              </a:lnSpc>
              <a:defRPr sz="1400" b="0" i="0" spc="-30">
                <a:solidFill>
                  <a:schemeClr val="tx1"/>
                </a:solidFill>
                <a:latin typeface="Arial" panose="020B0604020202020204" pitchFamily="34" charset="0"/>
                <a:cs typeface="Arial" panose="020B0604020202020204" pitchFamily="34" charset="0"/>
              </a:defRPr>
            </a:lvl2pPr>
            <a:lvl3pPr>
              <a:lnSpc>
                <a:spcPct val="100000"/>
              </a:lnSpc>
              <a:defRPr sz="1400" b="0" i="0" spc="-30">
                <a:solidFill>
                  <a:schemeClr val="tx1"/>
                </a:solidFill>
                <a:latin typeface="Arial" panose="020B0604020202020204" pitchFamily="34" charset="0"/>
                <a:cs typeface="Arial" panose="020B0604020202020204" pitchFamily="34" charset="0"/>
              </a:defRPr>
            </a:lvl3pPr>
            <a:lvl4pPr>
              <a:lnSpc>
                <a:spcPct val="100000"/>
              </a:lnSpc>
              <a:defRPr sz="1400" b="0" i="0" spc="-30">
                <a:solidFill>
                  <a:schemeClr val="tx1"/>
                </a:solidFill>
                <a:latin typeface="Arial" panose="020B0604020202020204" pitchFamily="34" charset="0"/>
                <a:cs typeface="Arial" panose="020B0604020202020204" pitchFamily="34" charset="0"/>
              </a:defRPr>
            </a:lvl4pPr>
            <a:lvl5pPr>
              <a:lnSpc>
                <a:spcPct val="100000"/>
              </a:lnSpc>
              <a:defRPr sz="1400" b="0" i="0" spc="-30">
                <a:solidFill>
                  <a:schemeClr val="tx1"/>
                </a:solidFill>
                <a:latin typeface="Arial" panose="020B0604020202020204" pitchFamily="34" charset="0"/>
                <a:cs typeface="Arial" panose="020B0604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Content Placeholder 10">
            <a:extLst>
              <a:ext uri="{FF2B5EF4-FFF2-40B4-BE49-F238E27FC236}">
                <a16:creationId xmlns:a16="http://schemas.microsoft.com/office/drawing/2014/main" id="{4993765A-531C-BA41-7134-707041754F96}"/>
              </a:ext>
            </a:extLst>
          </p:cNvPr>
          <p:cNvSpPr>
            <a:spLocks noGrp="1"/>
          </p:cNvSpPr>
          <p:nvPr>
            <p:ph sz="quarter" idx="20"/>
          </p:nvPr>
        </p:nvSpPr>
        <p:spPr>
          <a:xfrm>
            <a:off x="6077697" y="2223272"/>
            <a:ext cx="4742703" cy="1426031"/>
          </a:xfrm>
          <a:prstGeom prst="rect">
            <a:avLst/>
          </a:prstGeom>
        </p:spPr>
        <p:txBody>
          <a:bodyPr wrap="square" lIns="82296" rIns="0">
            <a:spAutoFit/>
          </a:bodyPr>
          <a:lstStyle>
            <a:lvl1pPr>
              <a:lnSpc>
                <a:spcPct val="100000"/>
              </a:lnSpc>
              <a:defRPr sz="1400" b="0" i="0" spc="-30">
                <a:solidFill>
                  <a:schemeClr val="tx1"/>
                </a:solidFill>
                <a:latin typeface="Arial" panose="020B0604020202020204" pitchFamily="34" charset="0"/>
                <a:cs typeface="Arial" panose="020B0604020202020204" pitchFamily="34" charset="0"/>
              </a:defRPr>
            </a:lvl1pPr>
            <a:lvl2pPr>
              <a:lnSpc>
                <a:spcPct val="100000"/>
              </a:lnSpc>
              <a:defRPr sz="1400" b="0" i="0" spc="-30">
                <a:solidFill>
                  <a:schemeClr val="tx1"/>
                </a:solidFill>
                <a:latin typeface="Arial" panose="020B0604020202020204" pitchFamily="34" charset="0"/>
                <a:cs typeface="Arial" panose="020B0604020202020204" pitchFamily="34" charset="0"/>
              </a:defRPr>
            </a:lvl2pPr>
            <a:lvl3pPr>
              <a:lnSpc>
                <a:spcPct val="100000"/>
              </a:lnSpc>
              <a:defRPr sz="1400" b="0" i="0" spc="-30">
                <a:solidFill>
                  <a:schemeClr val="tx1"/>
                </a:solidFill>
                <a:latin typeface="Arial" panose="020B0604020202020204" pitchFamily="34" charset="0"/>
                <a:cs typeface="Arial" panose="020B0604020202020204" pitchFamily="34" charset="0"/>
              </a:defRPr>
            </a:lvl3pPr>
            <a:lvl4pPr>
              <a:lnSpc>
                <a:spcPct val="100000"/>
              </a:lnSpc>
              <a:defRPr sz="1400" b="0" i="0" spc="-30">
                <a:solidFill>
                  <a:schemeClr val="tx1"/>
                </a:solidFill>
                <a:latin typeface="Arial" panose="020B0604020202020204" pitchFamily="34" charset="0"/>
                <a:cs typeface="Arial" panose="020B0604020202020204" pitchFamily="34" charset="0"/>
              </a:defRPr>
            </a:lvl4pPr>
            <a:lvl5pPr>
              <a:lnSpc>
                <a:spcPct val="100000"/>
              </a:lnSpc>
              <a:defRPr sz="1400" b="0" i="0" spc="-30">
                <a:solidFill>
                  <a:schemeClr val="tx1"/>
                </a:solidFill>
                <a:latin typeface="Arial" panose="020B0604020202020204" pitchFamily="34" charset="0"/>
                <a:cs typeface="Arial" panose="020B0604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2026 Western Digital Corporation All rights reserved">
            <a:extLst>
              <a:ext uri="{FF2B5EF4-FFF2-40B4-BE49-F238E27FC236}">
                <a16:creationId xmlns:a16="http://schemas.microsoft.com/office/drawing/2014/main" id="{B3A79694-3F78-2EDB-C057-D866EDA8128E}"/>
              </a:ext>
            </a:extLst>
          </p:cNvPr>
          <p:cNvSpPr/>
          <p:nvPr/>
        </p:nvSpPr>
        <p:spPr>
          <a:xfrm>
            <a:off x="419100" y="6638989"/>
            <a:ext cx="2794000" cy="92589"/>
          </a:xfrm>
          <a:prstGeom prst="rect">
            <a:avLst/>
          </a:prstGeom>
          <a:noFill/>
          <a:ln/>
        </p:spPr>
        <p:txBody>
          <a:bodyPr wrap="square" lIns="0" tIns="0" rIns="0" bIns="0" rtlCol="0" anchor="t">
            <a:spAutoFit/>
          </a:bodyPr>
          <a:lstStyle/>
          <a:p>
            <a:pPr>
              <a:lnSpc>
                <a:spcPct val="75000"/>
              </a:lnSpc>
            </a:pPr>
            <a:r>
              <a:rPr lang="en-US" sz="800" b="0" i="0" dirty="0">
                <a:solidFill>
                  <a:schemeClr val="tx1"/>
                </a:solidFill>
                <a:latin typeface="Arial" panose="020B0604020202020204" pitchFamily="34" charset="0"/>
                <a:ea typeface="Arial" pitchFamily="34" charset="-122"/>
                <a:cs typeface="Arial" panose="020B0604020202020204" pitchFamily="34" charset="0"/>
              </a:rPr>
              <a:t>©  2026 Western Digital Corporation. All rights reserved.</a:t>
            </a:r>
            <a:endParaRPr lang="en-US" sz="800" b="0" i="0" dirty="0">
              <a:solidFill>
                <a:schemeClr val="tx1"/>
              </a:solidFill>
              <a:latin typeface="Arial" panose="020B0604020202020204" pitchFamily="34" charset="0"/>
              <a:cs typeface="Arial" panose="020B0604020202020204" pitchFamily="34" charset="0"/>
            </a:endParaRPr>
          </a:p>
        </p:txBody>
      </p:sp>
      <p:sp>
        <p:nvSpPr>
          <p:cNvPr id="7" name="Slide Number Placeholder 1">
            <a:extLst>
              <a:ext uri="{FF2B5EF4-FFF2-40B4-BE49-F238E27FC236}">
                <a16:creationId xmlns:a16="http://schemas.microsoft.com/office/drawing/2014/main" id="{23EFA591-69A9-51C7-CD9E-FD0CCCDBD1B5}"/>
              </a:ext>
            </a:extLst>
          </p:cNvPr>
          <p:cNvSpPr>
            <a:spLocks noGrp="1"/>
          </p:cNvSpPr>
          <p:nvPr>
            <p:ph type="sldNum" sz="quarter" idx="4"/>
          </p:nvPr>
        </p:nvSpPr>
        <p:spPr>
          <a:xfrm>
            <a:off x="11215668" y="6562157"/>
            <a:ext cx="658832" cy="215444"/>
          </a:xfrm>
          <a:prstGeom prst="rect">
            <a:avLst/>
          </a:prstGeom>
        </p:spPr>
        <p:txBody>
          <a:bodyPr vert="horz" lIns="91440" tIns="45720" rIns="0" bIns="45720" rtlCol="0" anchor="ctr">
            <a:spAutoFit/>
          </a:bodyPr>
          <a:lstStyle>
            <a:lvl1pPr algn="r">
              <a:defRPr sz="800" b="0" i="0">
                <a:solidFill>
                  <a:schemeClr val="tx1"/>
                </a:solidFill>
                <a:latin typeface="Arial" panose="020B0604020202020204" pitchFamily="34" charset="0"/>
                <a:cs typeface="Arial" panose="020B0604020202020204" pitchFamily="34" charset="0"/>
              </a:defRPr>
            </a:lvl1pPr>
          </a:lstStyle>
          <a:p>
            <a:fld id="{B06B19F4-CF25-446C-B362-D8BB27BE9D9B}" type="slidenum">
              <a:rPr lang="en-US" smtClean="0"/>
              <a:t>‹#›</a:t>
            </a:fld>
            <a:endParaRPr lang="en-US"/>
          </a:p>
        </p:txBody>
      </p:sp>
      <p:sp>
        <p:nvSpPr>
          <p:cNvPr id="8" name="WD Confidential">
            <a:extLst>
              <a:ext uri="{FF2B5EF4-FFF2-40B4-BE49-F238E27FC236}">
                <a16:creationId xmlns:a16="http://schemas.microsoft.com/office/drawing/2014/main" id="{9861632B-3A19-FBB2-0EF1-A481FF7D539C}"/>
              </a:ext>
            </a:extLst>
          </p:cNvPr>
          <p:cNvSpPr/>
          <p:nvPr/>
        </p:nvSpPr>
        <p:spPr>
          <a:xfrm>
            <a:off x="8991600" y="6638990"/>
            <a:ext cx="1244600" cy="92589"/>
          </a:xfrm>
          <a:prstGeom prst="rect">
            <a:avLst/>
          </a:prstGeom>
          <a:noFill/>
          <a:ln/>
        </p:spPr>
        <p:txBody>
          <a:bodyPr wrap="square" lIns="0" tIns="0" rIns="0" bIns="0" rtlCol="0" anchor="t">
            <a:spAutoFit/>
          </a:bodyPr>
          <a:lstStyle/>
          <a:p>
            <a:pPr>
              <a:lnSpc>
                <a:spcPct val="75000"/>
              </a:lnSpc>
            </a:pPr>
            <a:r>
              <a:rPr lang="en-US" sz="800" b="0" i="0" dirty="0">
                <a:solidFill>
                  <a:schemeClr val="tx1"/>
                </a:solidFill>
                <a:latin typeface="Arial" panose="020B0604020202020204" pitchFamily="34" charset="0"/>
                <a:ea typeface="Arial" pitchFamily="34" charset="-122"/>
                <a:cs typeface="Arial" panose="020B0604020202020204" pitchFamily="34" charset="0"/>
              </a:rPr>
              <a:t>WD CONFIDENTIAL</a:t>
            </a:r>
            <a:endParaRPr lang="en-US" sz="800" b="0" i="0" dirty="0">
              <a:solidFill>
                <a:schemeClr val="tx1"/>
              </a:solidFill>
              <a:latin typeface="Arial" panose="020B0604020202020204" pitchFamily="34" charset="0"/>
              <a:cs typeface="Arial" panose="020B0604020202020204" pitchFamily="34" charset="0"/>
            </a:endParaRPr>
          </a:p>
        </p:txBody>
      </p:sp>
      <p:pic>
        <p:nvPicPr>
          <p:cNvPr id="10" name="Logo" descr="preencoded.png">
            <a:extLst>
              <a:ext uri="{FF2B5EF4-FFF2-40B4-BE49-F238E27FC236}">
                <a16:creationId xmlns:a16="http://schemas.microsoft.com/office/drawing/2014/main" id="{48B9C272-85AD-AA13-4422-5D58F248B08E}"/>
              </a:ext>
            </a:extLst>
          </p:cNvPr>
          <p:cNvPicPr>
            <a:picLocks noChangeAspect="1"/>
          </p:cNvPicPr>
          <p:nvPr/>
        </p:nvPicPr>
        <p:blipFill>
          <a:blip>
            <a:extLst>
              <a:ext uri="{96DAC541-7B7A-43D3-8B79-37D633B846F1}">
                <asvg:svgBlip xmlns:asvg="http://schemas.microsoft.com/office/drawing/2016/SVG/main" r:embed="rId3"/>
              </a:ext>
            </a:extLst>
          </a:blip>
          <a:srcRect/>
          <a:stretch/>
        </p:blipFill>
        <p:spPr>
          <a:xfrm>
            <a:off x="10902950" y="419100"/>
            <a:ext cx="869950" cy="222250"/>
          </a:xfrm>
          <a:prstGeom prst="rect">
            <a:avLst/>
          </a:prstGeom>
        </p:spPr>
      </p:pic>
      <p:sp>
        <p:nvSpPr>
          <p:cNvPr id="11" name="2026 Western Digital Corporation All rights reserved">
            <a:extLst>
              <a:ext uri="{FF2B5EF4-FFF2-40B4-BE49-F238E27FC236}">
                <a16:creationId xmlns:a16="http://schemas.microsoft.com/office/drawing/2014/main" id="{8CD410BF-CD02-A3B0-AFDC-220FCE620A8F}"/>
              </a:ext>
            </a:extLst>
          </p:cNvPr>
          <p:cNvSpPr/>
          <p:nvPr/>
        </p:nvSpPr>
        <p:spPr>
          <a:xfrm>
            <a:off x="419100" y="6638989"/>
            <a:ext cx="2794000" cy="92589"/>
          </a:xfrm>
          <a:prstGeom prst="rect">
            <a:avLst/>
          </a:prstGeom>
          <a:noFill/>
          <a:ln/>
        </p:spPr>
        <p:txBody>
          <a:bodyPr wrap="square" lIns="0" tIns="0" rIns="0" bIns="0" rtlCol="0" anchor="t">
            <a:spAutoFit/>
          </a:bodyPr>
          <a:lstStyle/>
          <a:p>
            <a:pPr>
              <a:lnSpc>
                <a:spcPct val="75000"/>
              </a:lnSpc>
            </a:pPr>
            <a:r>
              <a:rPr lang="en-US" sz="800" b="0" i="0" dirty="0">
                <a:solidFill>
                  <a:schemeClr val="tx1"/>
                </a:solidFill>
                <a:latin typeface="Arial" panose="020B0604020202020204" pitchFamily="34" charset="0"/>
                <a:ea typeface="Arial" pitchFamily="34" charset="-122"/>
                <a:cs typeface="Arial" panose="020B0604020202020204" pitchFamily="34" charset="0"/>
              </a:rPr>
              <a:t>©  2026 Western Digital Corporation. All rights reserved.</a:t>
            </a:r>
            <a:endParaRPr lang="en-US" sz="800" b="0" i="0" dirty="0">
              <a:solidFill>
                <a:schemeClr val="tx1"/>
              </a:solidFill>
              <a:latin typeface="Arial" panose="020B0604020202020204" pitchFamily="34" charset="0"/>
              <a:cs typeface="Arial" panose="020B0604020202020204" pitchFamily="34" charset="0"/>
            </a:endParaRPr>
          </a:p>
        </p:txBody>
      </p:sp>
      <p:sp>
        <p:nvSpPr>
          <p:cNvPr id="12" name="WD Confidential">
            <a:extLst>
              <a:ext uri="{FF2B5EF4-FFF2-40B4-BE49-F238E27FC236}">
                <a16:creationId xmlns:a16="http://schemas.microsoft.com/office/drawing/2014/main" id="{4D613A87-A1A1-4610-D3D8-4B4AB121712E}"/>
              </a:ext>
            </a:extLst>
          </p:cNvPr>
          <p:cNvSpPr/>
          <p:nvPr/>
        </p:nvSpPr>
        <p:spPr>
          <a:xfrm>
            <a:off x="8991600" y="6638990"/>
            <a:ext cx="1244600" cy="92589"/>
          </a:xfrm>
          <a:prstGeom prst="rect">
            <a:avLst/>
          </a:prstGeom>
          <a:noFill/>
          <a:ln/>
        </p:spPr>
        <p:txBody>
          <a:bodyPr wrap="square" lIns="0" tIns="0" rIns="0" bIns="0" rtlCol="0" anchor="t">
            <a:spAutoFit/>
          </a:bodyPr>
          <a:lstStyle/>
          <a:p>
            <a:pPr>
              <a:lnSpc>
                <a:spcPct val="75000"/>
              </a:lnSpc>
            </a:pPr>
            <a:r>
              <a:rPr lang="en-US" sz="800" b="0" i="0" dirty="0">
                <a:solidFill>
                  <a:schemeClr val="tx1"/>
                </a:solidFill>
                <a:latin typeface="Arial" panose="020B0604020202020204" pitchFamily="34" charset="0"/>
                <a:ea typeface="Arial" pitchFamily="34" charset="-122"/>
                <a:cs typeface="Arial" panose="020B0604020202020204" pitchFamily="34" charset="0"/>
              </a:rPr>
              <a:t>WD CONFIDENTIAL</a:t>
            </a:r>
            <a:endParaRPr lang="en-US" sz="800" b="0" i="0" dirty="0">
              <a:solidFill>
                <a:schemeClr val="tx1"/>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537830913"/>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Title, Subtitle and 3-Column Content White">
    <p:bg>
      <p:bgPr>
        <a:solidFill>
          <a:schemeClr val="bg1"/>
        </a:solidFill>
        <a:effectLst/>
      </p:bgPr>
    </p:bg>
    <p:spTree>
      <p:nvGrpSpPr>
        <p:cNvPr id="1" name=""/>
        <p:cNvGrpSpPr/>
        <p:nvPr/>
      </p:nvGrpSpPr>
      <p:grpSpPr>
        <a:xfrm>
          <a:off x="0" y="0"/>
          <a:ext cx="0" cy="0"/>
          <a:chOff x="0" y="0"/>
          <a:chExt cx="0" cy="0"/>
        </a:xfrm>
      </p:grpSpPr>
      <p:pic>
        <p:nvPicPr>
          <p:cNvPr id="4" name="Logo" descr="preencoded.png">
            <a:extLst>
              <a:ext uri="{FF2B5EF4-FFF2-40B4-BE49-F238E27FC236}">
                <a16:creationId xmlns:a16="http://schemas.microsoft.com/office/drawing/2014/main" id="{3DC0599E-ABE3-1DBC-6207-01260A8C27CD}"/>
              </a:ext>
            </a:extLst>
          </p:cNvPr>
          <p:cNvPicPr>
            <a:picLocks noChangeAspect="1"/>
          </p:cNvPicPr>
          <p:nvPr/>
        </p:nvPicPr>
        <p:blipFill>
          <a:blip>
            <a:extLst>
              <a:ext uri="{96DAC541-7B7A-43D3-8B79-37D633B846F1}">
                <asvg:svgBlip xmlns:asvg="http://schemas.microsoft.com/office/drawing/2016/SVG/main" r:embed="rId2"/>
              </a:ext>
            </a:extLst>
          </a:blip>
          <a:srcRect/>
          <a:stretch/>
        </p:blipFill>
        <p:spPr>
          <a:xfrm>
            <a:off x="10902950" y="419100"/>
            <a:ext cx="869950" cy="222250"/>
          </a:xfrm>
          <a:prstGeom prst="rect">
            <a:avLst/>
          </a:prstGeom>
        </p:spPr>
      </p:pic>
      <p:sp>
        <p:nvSpPr>
          <p:cNvPr id="2" name="Text Placeholder 14">
            <a:extLst>
              <a:ext uri="{FF2B5EF4-FFF2-40B4-BE49-F238E27FC236}">
                <a16:creationId xmlns:a16="http://schemas.microsoft.com/office/drawing/2014/main" id="{8BAF2F1F-41B9-6239-FDC5-2EF3FC9C2CE1}"/>
              </a:ext>
            </a:extLst>
          </p:cNvPr>
          <p:cNvSpPr>
            <a:spLocks noGrp="1"/>
          </p:cNvSpPr>
          <p:nvPr>
            <p:ph type="body" sz="quarter" idx="13" hasCustomPrompt="1"/>
          </p:nvPr>
        </p:nvSpPr>
        <p:spPr>
          <a:xfrm>
            <a:off x="339725" y="333800"/>
            <a:ext cx="2860675" cy="307777"/>
          </a:xfrm>
          <a:prstGeom prst="rect">
            <a:avLst/>
          </a:prstGeom>
        </p:spPr>
        <p:txBody>
          <a:bodyPr wrap="square" lIns="82296" rIns="0">
            <a:spAutoFit/>
          </a:bodyPr>
          <a:lstStyle>
            <a:lvl1pPr>
              <a:lnSpc>
                <a:spcPct val="100000"/>
              </a:lnSpc>
              <a:buNone/>
              <a:defRPr sz="1400" b="1" i="0" spc="-30">
                <a:solidFill>
                  <a:schemeClr val="tx2"/>
                </a:solidFill>
                <a:latin typeface="Arial" panose="020B0604020202020204" pitchFamily="34" charset="0"/>
                <a:cs typeface="Arial" panose="020B0604020202020204" pitchFamily="34" charset="0"/>
              </a:defRPr>
            </a:lvl1pPr>
          </a:lstStyle>
          <a:p>
            <a:pPr lvl="0"/>
            <a:r>
              <a:rPr lang="en-US" b="1" dirty="0"/>
              <a:t>Section Header</a:t>
            </a:r>
          </a:p>
        </p:txBody>
      </p:sp>
      <p:sp>
        <p:nvSpPr>
          <p:cNvPr id="3" name="Title 2">
            <a:extLst>
              <a:ext uri="{FF2B5EF4-FFF2-40B4-BE49-F238E27FC236}">
                <a16:creationId xmlns:a16="http://schemas.microsoft.com/office/drawing/2014/main" id="{1627E8F2-579D-4FE7-1AD9-36873A936393}"/>
              </a:ext>
            </a:extLst>
          </p:cNvPr>
          <p:cNvSpPr>
            <a:spLocks noGrp="1"/>
          </p:cNvSpPr>
          <p:nvPr>
            <p:ph type="title" hasCustomPrompt="1"/>
          </p:nvPr>
        </p:nvSpPr>
        <p:spPr>
          <a:xfrm>
            <a:off x="339633" y="702407"/>
            <a:ext cx="6670767" cy="1215333"/>
          </a:xfrm>
          <a:prstGeom prst="rect">
            <a:avLst/>
          </a:prstGeom>
        </p:spPr>
        <p:txBody>
          <a:bodyPr wrap="square" lIns="45720" rIns="0">
            <a:spAutoFit/>
          </a:bodyPr>
          <a:lstStyle>
            <a:lvl1pPr>
              <a:lnSpc>
                <a:spcPct val="85000"/>
              </a:lnSpc>
              <a:defRPr sz="4200" b="0" i="0" spc="-130">
                <a:solidFill>
                  <a:schemeClr val="tx2"/>
                </a:solidFill>
                <a:latin typeface="Arial" panose="020B0604020202020204" pitchFamily="34" charset="0"/>
                <a:cs typeface="Arial" panose="020B0604020202020204" pitchFamily="34" charset="0"/>
              </a:defRPr>
            </a:lvl1pPr>
          </a:lstStyle>
          <a:p>
            <a:r>
              <a:rPr lang="en-US" dirty="0"/>
              <a:t>Content Slide – Smaller, Longer Headline</a:t>
            </a:r>
          </a:p>
        </p:txBody>
      </p:sp>
      <p:sp>
        <p:nvSpPr>
          <p:cNvPr id="5" name="Text Placeholder 14">
            <a:extLst>
              <a:ext uri="{FF2B5EF4-FFF2-40B4-BE49-F238E27FC236}">
                <a16:creationId xmlns:a16="http://schemas.microsoft.com/office/drawing/2014/main" id="{8D582C36-F359-A0D2-C216-FDD6A5565C37}"/>
              </a:ext>
            </a:extLst>
          </p:cNvPr>
          <p:cNvSpPr>
            <a:spLocks noGrp="1"/>
          </p:cNvSpPr>
          <p:nvPr>
            <p:ph type="body" sz="quarter" idx="17" hasCustomPrompt="1"/>
          </p:nvPr>
        </p:nvSpPr>
        <p:spPr>
          <a:xfrm>
            <a:off x="339633" y="1954332"/>
            <a:ext cx="4765767" cy="338554"/>
          </a:xfrm>
          <a:prstGeom prst="rect">
            <a:avLst/>
          </a:prstGeom>
        </p:spPr>
        <p:txBody>
          <a:bodyPr wrap="square" lIns="73152" rIns="0">
            <a:spAutoFit/>
          </a:bodyPr>
          <a:lstStyle>
            <a:lvl1pPr>
              <a:lnSpc>
                <a:spcPct val="100000"/>
              </a:lnSpc>
              <a:buNone/>
              <a:defRPr sz="1600" b="1" i="0" spc="-40">
                <a:solidFill>
                  <a:schemeClr val="tx2"/>
                </a:solidFill>
                <a:latin typeface="Arial" panose="020B0604020202020204" pitchFamily="34" charset="0"/>
                <a:cs typeface="Arial" panose="020B0604020202020204" pitchFamily="34" charset="0"/>
              </a:defRPr>
            </a:lvl1pPr>
          </a:lstStyle>
          <a:p>
            <a:pPr lvl="0"/>
            <a:r>
              <a:rPr lang="en-US" b="1" dirty="0"/>
              <a:t>Subhead goes here</a:t>
            </a:r>
          </a:p>
        </p:txBody>
      </p:sp>
      <p:sp>
        <p:nvSpPr>
          <p:cNvPr id="11" name="Content Placeholder 10">
            <a:extLst>
              <a:ext uri="{FF2B5EF4-FFF2-40B4-BE49-F238E27FC236}">
                <a16:creationId xmlns:a16="http://schemas.microsoft.com/office/drawing/2014/main" id="{13F1E54E-5BF2-A275-48ED-12E26430CADE}"/>
              </a:ext>
            </a:extLst>
          </p:cNvPr>
          <p:cNvSpPr>
            <a:spLocks noGrp="1"/>
          </p:cNvSpPr>
          <p:nvPr>
            <p:ph sz="quarter" idx="19"/>
          </p:nvPr>
        </p:nvSpPr>
        <p:spPr>
          <a:xfrm>
            <a:off x="339633" y="2555421"/>
            <a:ext cx="3357840" cy="1426031"/>
          </a:xfrm>
          <a:prstGeom prst="rect">
            <a:avLst/>
          </a:prstGeom>
        </p:spPr>
        <p:txBody>
          <a:bodyPr wrap="square" lIns="82296" rIns="0">
            <a:spAutoFit/>
          </a:bodyPr>
          <a:lstStyle>
            <a:lvl1pPr>
              <a:lnSpc>
                <a:spcPct val="100000"/>
              </a:lnSpc>
              <a:defRPr sz="1400" b="0" i="0" spc="-30">
                <a:solidFill>
                  <a:schemeClr val="tx2"/>
                </a:solidFill>
                <a:latin typeface="Arial" panose="020B0604020202020204" pitchFamily="34" charset="0"/>
                <a:cs typeface="Arial" panose="020B0604020202020204" pitchFamily="34" charset="0"/>
              </a:defRPr>
            </a:lvl1pPr>
            <a:lvl2pPr>
              <a:lnSpc>
                <a:spcPct val="100000"/>
              </a:lnSpc>
              <a:defRPr sz="1400" b="0" i="0" spc="-30">
                <a:solidFill>
                  <a:schemeClr val="tx2"/>
                </a:solidFill>
                <a:latin typeface="Arial" panose="020B0604020202020204" pitchFamily="34" charset="0"/>
                <a:cs typeface="Arial" panose="020B0604020202020204" pitchFamily="34" charset="0"/>
              </a:defRPr>
            </a:lvl2pPr>
            <a:lvl3pPr>
              <a:lnSpc>
                <a:spcPct val="100000"/>
              </a:lnSpc>
              <a:defRPr sz="1400" b="0" i="0" spc="-30">
                <a:solidFill>
                  <a:schemeClr val="tx2"/>
                </a:solidFill>
                <a:latin typeface="Arial" panose="020B0604020202020204" pitchFamily="34" charset="0"/>
                <a:cs typeface="Arial" panose="020B0604020202020204" pitchFamily="34" charset="0"/>
              </a:defRPr>
            </a:lvl3pPr>
            <a:lvl4pPr>
              <a:lnSpc>
                <a:spcPct val="100000"/>
              </a:lnSpc>
              <a:defRPr sz="1400" b="0" i="0" spc="-30">
                <a:solidFill>
                  <a:schemeClr val="tx2"/>
                </a:solidFill>
                <a:latin typeface="Arial" panose="020B0604020202020204" pitchFamily="34" charset="0"/>
                <a:cs typeface="Arial" panose="020B0604020202020204" pitchFamily="34" charset="0"/>
              </a:defRPr>
            </a:lvl4pPr>
            <a:lvl5pPr>
              <a:lnSpc>
                <a:spcPct val="100000"/>
              </a:lnSpc>
              <a:defRPr sz="1400" b="0" i="0" spc="-30">
                <a:solidFill>
                  <a:schemeClr val="tx2"/>
                </a:solidFill>
                <a:latin typeface="Arial" panose="020B0604020202020204" pitchFamily="34" charset="0"/>
                <a:cs typeface="Arial" panose="020B0604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2" name="Content Placeholder 10">
            <a:extLst>
              <a:ext uri="{FF2B5EF4-FFF2-40B4-BE49-F238E27FC236}">
                <a16:creationId xmlns:a16="http://schemas.microsoft.com/office/drawing/2014/main" id="{5BE3E7D6-0DDF-2433-3B44-9E5C4144EB42}"/>
              </a:ext>
            </a:extLst>
          </p:cNvPr>
          <p:cNvSpPr>
            <a:spLocks noGrp="1"/>
          </p:cNvSpPr>
          <p:nvPr>
            <p:ph sz="quarter" idx="20"/>
          </p:nvPr>
        </p:nvSpPr>
        <p:spPr>
          <a:xfrm>
            <a:off x="4166347" y="2555421"/>
            <a:ext cx="3331415" cy="1426031"/>
          </a:xfrm>
          <a:prstGeom prst="rect">
            <a:avLst/>
          </a:prstGeom>
        </p:spPr>
        <p:txBody>
          <a:bodyPr lIns="82296" rIns="0">
            <a:spAutoFit/>
          </a:bodyPr>
          <a:lstStyle>
            <a:lvl1pPr>
              <a:lnSpc>
                <a:spcPct val="100000"/>
              </a:lnSpc>
              <a:defRPr sz="1400" b="0" i="0" spc="-30">
                <a:solidFill>
                  <a:schemeClr val="tx2"/>
                </a:solidFill>
                <a:latin typeface="Arial" panose="020B0604020202020204" pitchFamily="34" charset="0"/>
                <a:cs typeface="Arial" panose="020B0604020202020204" pitchFamily="34" charset="0"/>
              </a:defRPr>
            </a:lvl1pPr>
            <a:lvl2pPr>
              <a:lnSpc>
                <a:spcPct val="100000"/>
              </a:lnSpc>
              <a:defRPr sz="1400" b="0" i="0" spc="-30">
                <a:solidFill>
                  <a:schemeClr val="tx2"/>
                </a:solidFill>
                <a:latin typeface="Arial" panose="020B0604020202020204" pitchFamily="34" charset="0"/>
                <a:cs typeface="Arial" panose="020B0604020202020204" pitchFamily="34" charset="0"/>
              </a:defRPr>
            </a:lvl2pPr>
            <a:lvl3pPr>
              <a:lnSpc>
                <a:spcPct val="100000"/>
              </a:lnSpc>
              <a:defRPr sz="1400" b="0" i="0" spc="-30">
                <a:solidFill>
                  <a:schemeClr val="tx2"/>
                </a:solidFill>
                <a:latin typeface="Arial" panose="020B0604020202020204" pitchFamily="34" charset="0"/>
                <a:cs typeface="Arial" panose="020B0604020202020204" pitchFamily="34" charset="0"/>
              </a:defRPr>
            </a:lvl3pPr>
            <a:lvl4pPr>
              <a:lnSpc>
                <a:spcPct val="100000"/>
              </a:lnSpc>
              <a:defRPr sz="1400" b="0" i="0" spc="-30">
                <a:solidFill>
                  <a:schemeClr val="tx2"/>
                </a:solidFill>
                <a:latin typeface="Arial" panose="020B0604020202020204" pitchFamily="34" charset="0"/>
                <a:cs typeface="Arial" panose="020B0604020202020204" pitchFamily="34" charset="0"/>
              </a:defRPr>
            </a:lvl4pPr>
            <a:lvl5pPr>
              <a:lnSpc>
                <a:spcPct val="100000"/>
              </a:lnSpc>
              <a:defRPr sz="1400" b="0" i="0" spc="-30">
                <a:solidFill>
                  <a:schemeClr val="tx2"/>
                </a:solidFill>
                <a:latin typeface="Arial" panose="020B0604020202020204" pitchFamily="34" charset="0"/>
                <a:cs typeface="Arial" panose="020B0604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3" name="Content Placeholder 10">
            <a:extLst>
              <a:ext uri="{FF2B5EF4-FFF2-40B4-BE49-F238E27FC236}">
                <a16:creationId xmlns:a16="http://schemas.microsoft.com/office/drawing/2014/main" id="{C7D7AF38-C09F-B2CF-757B-713AA6C51150}"/>
              </a:ext>
            </a:extLst>
          </p:cNvPr>
          <p:cNvSpPr>
            <a:spLocks noGrp="1"/>
          </p:cNvSpPr>
          <p:nvPr>
            <p:ph sz="quarter" idx="21"/>
          </p:nvPr>
        </p:nvSpPr>
        <p:spPr>
          <a:xfrm>
            <a:off x="7966636" y="2555421"/>
            <a:ext cx="3331415" cy="1426031"/>
          </a:xfrm>
          <a:prstGeom prst="rect">
            <a:avLst/>
          </a:prstGeom>
        </p:spPr>
        <p:txBody>
          <a:bodyPr lIns="82296" rIns="0">
            <a:spAutoFit/>
          </a:bodyPr>
          <a:lstStyle>
            <a:lvl1pPr>
              <a:lnSpc>
                <a:spcPct val="100000"/>
              </a:lnSpc>
              <a:defRPr sz="1400" b="0" i="0" spc="-30">
                <a:solidFill>
                  <a:schemeClr val="tx2"/>
                </a:solidFill>
                <a:latin typeface="Arial" panose="020B0604020202020204" pitchFamily="34" charset="0"/>
                <a:cs typeface="Arial" panose="020B0604020202020204" pitchFamily="34" charset="0"/>
              </a:defRPr>
            </a:lvl1pPr>
            <a:lvl2pPr>
              <a:lnSpc>
                <a:spcPct val="100000"/>
              </a:lnSpc>
              <a:defRPr sz="1400" b="0" i="0" spc="-30">
                <a:solidFill>
                  <a:schemeClr val="tx2"/>
                </a:solidFill>
                <a:latin typeface="Arial" panose="020B0604020202020204" pitchFamily="34" charset="0"/>
                <a:cs typeface="Arial" panose="020B0604020202020204" pitchFamily="34" charset="0"/>
              </a:defRPr>
            </a:lvl2pPr>
            <a:lvl3pPr>
              <a:lnSpc>
                <a:spcPct val="100000"/>
              </a:lnSpc>
              <a:defRPr sz="1400" b="0" i="0" spc="-30">
                <a:solidFill>
                  <a:schemeClr val="tx2"/>
                </a:solidFill>
                <a:latin typeface="Arial" panose="020B0604020202020204" pitchFamily="34" charset="0"/>
                <a:cs typeface="Arial" panose="020B0604020202020204" pitchFamily="34" charset="0"/>
              </a:defRPr>
            </a:lvl3pPr>
            <a:lvl4pPr>
              <a:lnSpc>
                <a:spcPct val="100000"/>
              </a:lnSpc>
              <a:defRPr sz="1400" b="0" i="0" spc="-30">
                <a:solidFill>
                  <a:schemeClr val="tx2"/>
                </a:solidFill>
                <a:latin typeface="Arial" panose="020B0604020202020204" pitchFamily="34" charset="0"/>
                <a:cs typeface="Arial" panose="020B0604020202020204" pitchFamily="34" charset="0"/>
              </a:defRPr>
            </a:lvl4pPr>
            <a:lvl5pPr>
              <a:lnSpc>
                <a:spcPct val="100000"/>
              </a:lnSpc>
              <a:defRPr sz="1400" b="0" i="0" spc="-30">
                <a:solidFill>
                  <a:schemeClr val="tx2"/>
                </a:solidFill>
                <a:latin typeface="Arial" panose="020B0604020202020204" pitchFamily="34" charset="0"/>
                <a:cs typeface="Arial" panose="020B0604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2026 Western Digital Corporation All rights reserved">
            <a:extLst>
              <a:ext uri="{FF2B5EF4-FFF2-40B4-BE49-F238E27FC236}">
                <a16:creationId xmlns:a16="http://schemas.microsoft.com/office/drawing/2014/main" id="{FA8F56AB-CFA8-AC73-0BC3-459B01A36185}"/>
              </a:ext>
            </a:extLst>
          </p:cNvPr>
          <p:cNvSpPr/>
          <p:nvPr/>
        </p:nvSpPr>
        <p:spPr>
          <a:xfrm>
            <a:off x="419100" y="6638989"/>
            <a:ext cx="2794000" cy="92589"/>
          </a:xfrm>
          <a:prstGeom prst="rect">
            <a:avLst/>
          </a:prstGeom>
          <a:noFill/>
          <a:ln/>
        </p:spPr>
        <p:txBody>
          <a:bodyPr wrap="square" lIns="0" tIns="0" rIns="0" bIns="0" rtlCol="0" anchor="t">
            <a:spAutoFit/>
          </a:bodyPr>
          <a:lstStyle/>
          <a:p>
            <a:pPr>
              <a:lnSpc>
                <a:spcPct val="75000"/>
              </a:lnSpc>
            </a:pPr>
            <a:r>
              <a:rPr lang="en-US" sz="800" b="0" i="0" dirty="0">
                <a:solidFill>
                  <a:schemeClr val="tx1"/>
                </a:solidFill>
                <a:latin typeface="Arial" panose="020B0604020202020204" pitchFamily="34" charset="0"/>
                <a:ea typeface="Arial" pitchFamily="34" charset="-122"/>
                <a:cs typeface="Arial" panose="020B0604020202020204" pitchFamily="34" charset="0"/>
              </a:rPr>
              <a:t>©  2026 Western Digital Corporation. All rights reserved.</a:t>
            </a:r>
            <a:endParaRPr lang="en-US" sz="800" b="0" i="0" dirty="0">
              <a:solidFill>
                <a:schemeClr val="tx1"/>
              </a:solidFill>
              <a:latin typeface="Arial" panose="020B0604020202020204" pitchFamily="34" charset="0"/>
              <a:cs typeface="Arial" panose="020B0604020202020204" pitchFamily="34" charset="0"/>
            </a:endParaRPr>
          </a:p>
        </p:txBody>
      </p:sp>
      <p:sp>
        <p:nvSpPr>
          <p:cNvPr id="7" name="Slide Number Placeholder 1">
            <a:extLst>
              <a:ext uri="{FF2B5EF4-FFF2-40B4-BE49-F238E27FC236}">
                <a16:creationId xmlns:a16="http://schemas.microsoft.com/office/drawing/2014/main" id="{4FCCFFE2-A4FB-5234-F702-14B579F4BC30}"/>
              </a:ext>
            </a:extLst>
          </p:cNvPr>
          <p:cNvSpPr>
            <a:spLocks noGrp="1"/>
          </p:cNvSpPr>
          <p:nvPr>
            <p:ph type="sldNum" sz="quarter" idx="4"/>
          </p:nvPr>
        </p:nvSpPr>
        <p:spPr>
          <a:xfrm>
            <a:off x="11215668" y="6562157"/>
            <a:ext cx="658832" cy="215444"/>
          </a:xfrm>
          <a:prstGeom prst="rect">
            <a:avLst/>
          </a:prstGeom>
        </p:spPr>
        <p:txBody>
          <a:bodyPr vert="horz" lIns="91440" tIns="45720" rIns="0" bIns="45720" rtlCol="0" anchor="ctr">
            <a:spAutoFit/>
          </a:bodyPr>
          <a:lstStyle>
            <a:lvl1pPr algn="r">
              <a:defRPr sz="800" b="0" i="0">
                <a:solidFill>
                  <a:schemeClr val="tx1"/>
                </a:solidFill>
                <a:latin typeface="Arial" panose="020B0604020202020204" pitchFamily="34" charset="0"/>
                <a:cs typeface="Arial" panose="020B0604020202020204" pitchFamily="34" charset="0"/>
              </a:defRPr>
            </a:lvl1pPr>
          </a:lstStyle>
          <a:p>
            <a:fld id="{B06B19F4-CF25-446C-B362-D8BB27BE9D9B}" type="slidenum">
              <a:rPr lang="en-US" smtClean="0"/>
              <a:t>‹#›</a:t>
            </a:fld>
            <a:endParaRPr lang="en-US"/>
          </a:p>
        </p:txBody>
      </p:sp>
      <p:sp>
        <p:nvSpPr>
          <p:cNvPr id="8" name="WD Confidential">
            <a:extLst>
              <a:ext uri="{FF2B5EF4-FFF2-40B4-BE49-F238E27FC236}">
                <a16:creationId xmlns:a16="http://schemas.microsoft.com/office/drawing/2014/main" id="{F2385D96-F468-4612-0122-FFAF043A2E09}"/>
              </a:ext>
            </a:extLst>
          </p:cNvPr>
          <p:cNvSpPr/>
          <p:nvPr/>
        </p:nvSpPr>
        <p:spPr>
          <a:xfrm>
            <a:off x="8991600" y="6638990"/>
            <a:ext cx="1244600" cy="92589"/>
          </a:xfrm>
          <a:prstGeom prst="rect">
            <a:avLst/>
          </a:prstGeom>
          <a:noFill/>
          <a:ln/>
        </p:spPr>
        <p:txBody>
          <a:bodyPr wrap="square" lIns="0" tIns="0" rIns="0" bIns="0" rtlCol="0" anchor="t">
            <a:spAutoFit/>
          </a:bodyPr>
          <a:lstStyle/>
          <a:p>
            <a:pPr>
              <a:lnSpc>
                <a:spcPct val="75000"/>
              </a:lnSpc>
            </a:pPr>
            <a:r>
              <a:rPr lang="en-US" sz="800" b="0" i="0" dirty="0">
                <a:solidFill>
                  <a:schemeClr val="tx1"/>
                </a:solidFill>
                <a:latin typeface="Arial" panose="020B0604020202020204" pitchFamily="34" charset="0"/>
                <a:ea typeface="Arial" pitchFamily="34" charset="-122"/>
                <a:cs typeface="Arial" panose="020B0604020202020204" pitchFamily="34" charset="0"/>
              </a:rPr>
              <a:t>WD CONFIDENTIAL</a:t>
            </a:r>
            <a:endParaRPr lang="en-US" sz="800" b="0" i="0" dirty="0">
              <a:solidFill>
                <a:schemeClr val="tx1"/>
              </a:solidFill>
              <a:latin typeface="Arial" panose="020B0604020202020204" pitchFamily="34" charset="0"/>
              <a:cs typeface="Arial" panose="020B0604020202020204" pitchFamily="34" charset="0"/>
            </a:endParaRPr>
          </a:p>
        </p:txBody>
      </p:sp>
      <p:pic>
        <p:nvPicPr>
          <p:cNvPr id="9" name="Logo" descr="preencoded.png">
            <a:extLst>
              <a:ext uri="{FF2B5EF4-FFF2-40B4-BE49-F238E27FC236}">
                <a16:creationId xmlns:a16="http://schemas.microsoft.com/office/drawing/2014/main" id="{C5F2BAC4-4836-EB1A-0F89-3B87BFEA6F20}"/>
              </a:ext>
            </a:extLst>
          </p:cNvPr>
          <p:cNvPicPr>
            <a:picLocks noChangeAspect="1"/>
          </p:cNvPicPr>
          <p:nvPr/>
        </p:nvPicPr>
        <p:blipFill>
          <a:blip>
            <a:extLst>
              <a:ext uri="{96DAC541-7B7A-43D3-8B79-37D633B846F1}">
                <asvg:svgBlip xmlns:asvg="http://schemas.microsoft.com/office/drawing/2016/SVG/main" r:embed="rId2"/>
              </a:ext>
            </a:extLst>
          </a:blip>
          <a:srcRect/>
          <a:stretch/>
        </p:blipFill>
        <p:spPr>
          <a:xfrm>
            <a:off x="10902950" y="419100"/>
            <a:ext cx="869950" cy="222250"/>
          </a:xfrm>
          <a:prstGeom prst="rect">
            <a:avLst/>
          </a:prstGeom>
        </p:spPr>
      </p:pic>
      <p:sp>
        <p:nvSpPr>
          <p:cNvPr id="10" name="2026 Western Digital Corporation All rights reserved">
            <a:extLst>
              <a:ext uri="{FF2B5EF4-FFF2-40B4-BE49-F238E27FC236}">
                <a16:creationId xmlns:a16="http://schemas.microsoft.com/office/drawing/2014/main" id="{9E014613-0972-8C4A-5199-4213D649F3AB}"/>
              </a:ext>
            </a:extLst>
          </p:cNvPr>
          <p:cNvSpPr/>
          <p:nvPr/>
        </p:nvSpPr>
        <p:spPr>
          <a:xfrm>
            <a:off x="419100" y="6638989"/>
            <a:ext cx="2794000" cy="92589"/>
          </a:xfrm>
          <a:prstGeom prst="rect">
            <a:avLst/>
          </a:prstGeom>
          <a:noFill/>
          <a:ln/>
        </p:spPr>
        <p:txBody>
          <a:bodyPr wrap="square" lIns="0" tIns="0" rIns="0" bIns="0" rtlCol="0" anchor="t">
            <a:spAutoFit/>
          </a:bodyPr>
          <a:lstStyle/>
          <a:p>
            <a:pPr>
              <a:lnSpc>
                <a:spcPct val="75000"/>
              </a:lnSpc>
            </a:pPr>
            <a:r>
              <a:rPr lang="en-US" sz="800" b="0" i="0" dirty="0">
                <a:solidFill>
                  <a:schemeClr val="tx1"/>
                </a:solidFill>
                <a:latin typeface="Arial" panose="020B0604020202020204" pitchFamily="34" charset="0"/>
                <a:ea typeface="Arial" pitchFamily="34" charset="-122"/>
                <a:cs typeface="Arial" panose="020B0604020202020204" pitchFamily="34" charset="0"/>
              </a:rPr>
              <a:t>©  2026 Western Digital Corporation. All rights reserved.</a:t>
            </a:r>
            <a:endParaRPr lang="en-US" sz="800" b="0" i="0" dirty="0">
              <a:solidFill>
                <a:schemeClr val="tx1"/>
              </a:solidFill>
              <a:latin typeface="Arial" panose="020B0604020202020204" pitchFamily="34" charset="0"/>
              <a:cs typeface="Arial" panose="020B0604020202020204" pitchFamily="34" charset="0"/>
            </a:endParaRPr>
          </a:p>
        </p:txBody>
      </p:sp>
      <p:sp>
        <p:nvSpPr>
          <p:cNvPr id="14" name="WD Confidential">
            <a:extLst>
              <a:ext uri="{FF2B5EF4-FFF2-40B4-BE49-F238E27FC236}">
                <a16:creationId xmlns:a16="http://schemas.microsoft.com/office/drawing/2014/main" id="{A6BA411F-12FB-B835-9534-36616AB3334A}"/>
              </a:ext>
            </a:extLst>
          </p:cNvPr>
          <p:cNvSpPr/>
          <p:nvPr/>
        </p:nvSpPr>
        <p:spPr>
          <a:xfrm>
            <a:off x="8991600" y="6638990"/>
            <a:ext cx="1244600" cy="92589"/>
          </a:xfrm>
          <a:prstGeom prst="rect">
            <a:avLst/>
          </a:prstGeom>
          <a:noFill/>
          <a:ln/>
        </p:spPr>
        <p:txBody>
          <a:bodyPr wrap="square" lIns="0" tIns="0" rIns="0" bIns="0" rtlCol="0" anchor="t">
            <a:spAutoFit/>
          </a:bodyPr>
          <a:lstStyle/>
          <a:p>
            <a:pPr>
              <a:lnSpc>
                <a:spcPct val="75000"/>
              </a:lnSpc>
            </a:pPr>
            <a:r>
              <a:rPr lang="en-US" sz="800" b="0" i="0" dirty="0">
                <a:solidFill>
                  <a:schemeClr val="tx1"/>
                </a:solidFill>
                <a:latin typeface="Arial" panose="020B0604020202020204" pitchFamily="34" charset="0"/>
                <a:ea typeface="Arial" pitchFamily="34" charset="-122"/>
                <a:cs typeface="Arial" panose="020B0604020202020204" pitchFamily="34" charset="0"/>
              </a:rPr>
              <a:t>WD CONFIDENTIAL</a:t>
            </a:r>
            <a:endParaRPr lang="en-US" sz="800" b="0" i="0" dirty="0">
              <a:solidFill>
                <a:schemeClr val="tx1"/>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53320577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Title, Subtitle and 3-Column Content Vault Navy">
    <p:bg>
      <p:bgRef idx="1001">
        <a:schemeClr val="bg2"/>
      </p:bgRef>
    </p:bg>
    <p:spTree>
      <p:nvGrpSpPr>
        <p:cNvPr id="1" name=""/>
        <p:cNvGrpSpPr/>
        <p:nvPr/>
      </p:nvGrpSpPr>
      <p:grpSpPr>
        <a:xfrm>
          <a:off x="0" y="0"/>
          <a:ext cx="0" cy="0"/>
          <a:chOff x="0" y="0"/>
          <a:chExt cx="0" cy="0"/>
        </a:xfrm>
      </p:grpSpPr>
      <p:pic>
        <p:nvPicPr>
          <p:cNvPr id="4" name="Logo" descr="preencoded.png">
            <a:extLst>
              <a:ext uri="{FF2B5EF4-FFF2-40B4-BE49-F238E27FC236}">
                <a16:creationId xmlns:a16="http://schemas.microsoft.com/office/drawing/2014/main" id="{3DC0599E-ABE3-1DBC-6207-01260A8C27CD}"/>
              </a:ext>
            </a:extLst>
          </p:cNvPr>
          <p:cNvPicPr>
            <a:picLocks noChangeAspect="1"/>
          </p:cNvPicPr>
          <p:nvPr/>
        </p:nvPicPr>
        <p:blipFill>
          <a:blip>
            <a:extLst>
              <a:ext uri="{96DAC541-7B7A-43D3-8B79-37D633B846F1}">
                <asvg:svgBlip xmlns:asvg="http://schemas.microsoft.com/office/drawing/2016/SVG/main" r:embed="rId2"/>
              </a:ext>
            </a:extLst>
          </a:blip>
          <a:srcRect/>
          <a:stretch/>
        </p:blipFill>
        <p:spPr>
          <a:xfrm>
            <a:off x="10902950" y="419100"/>
            <a:ext cx="869950" cy="222250"/>
          </a:xfrm>
          <a:prstGeom prst="rect">
            <a:avLst/>
          </a:prstGeom>
        </p:spPr>
      </p:pic>
      <p:sp>
        <p:nvSpPr>
          <p:cNvPr id="2" name="Text Placeholder 14">
            <a:extLst>
              <a:ext uri="{FF2B5EF4-FFF2-40B4-BE49-F238E27FC236}">
                <a16:creationId xmlns:a16="http://schemas.microsoft.com/office/drawing/2014/main" id="{8BAF2F1F-41B9-6239-FDC5-2EF3FC9C2CE1}"/>
              </a:ext>
            </a:extLst>
          </p:cNvPr>
          <p:cNvSpPr>
            <a:spLocks noGrp="1"/>
          </p:cNvSpPr>
          <p:nvPr>
            <p:ph type="body" sz="quarter" idx="13" hasCustomPrompt="1"/>
          </p:nvPr>
        </p:nvSpPr>
        <p:spPr>
          <a:xfrm>
            <a:off x="339725" y="333800"/>
            <a:ext cx="2860675" cy="307777"/>
          </a:xfrm>
          <a:prstGeom prst="rect">
            <a:avLst/>
          </a:prstGeom>
        </p:spPr>
        <p:txBody>
          <a:bodyPr wrap="square" lIns="82296" rIns="0">
            <a:spAutoFit/>
          </a:bodyPr>
          <a:lstStyle>
            <a:lvl1pPr>
              <a:lnSpc>
                <a:spcPct val="100000"/>
              </a:lnSpc>
              <a:buNone/>
              <a:defRPr sz="1400" b="1" i="0" spc="-30">
                <a:solidFill>
                  <a:schemeClr val="tx1"/>
                </a:solidFill>
                <a:latin typeface="Arial" panose="020B0604020202020204" pitchFamily="34" charset="0"/>
                <a:cs typeface="Arial" panose="020B0604020202020204" pitchFamily="34" charset="0"/>
              </a:defRPr>
            </a:lvl1pPr>
          </a:lstStyle>
          <a:p>
            <a:pPr lvl="0"/>
            <a:r>
              <a:rPr lang="en-US" b="1" dirty="0"/>
              <a:t>Section Header</a:t>
            </a:r>
          </a:p>
        </p:txBody>
      </p:sp>
      <p:sp>
        <p:nvSpPr>
          <p:cNvPr id="3" name="Title 2">
            <a:extLst>
              <a:ext uri="{FF2B5EF4-FFF2-40B4-BE49-F238E27FC236}">
                <a16:creationId xmlns:a16="http://schemas.microsoft.com/office/drawing/2014/main" id="{1627E8F2-579D-4FE7-1AD9-36873A936393}"/>
              </a:ext>
            </a:extLst>
          </p:cNvPr>
          <p:cNvSpPr>
            <a:spLocks noGrp="1"/>
          </p:cNvSpPr>
          <p:nvPr>
            <p:ph type="title" hasCustomPrompt="1"/>
          </p:nvPr>
        </p:nvSpPr>
        <p:spPr>
          <a:xfrm>
            <a:off x="339633" y="702407"/>
            <a:ext cx="6670767" cy="1215333"/>
          </a:xfrm>
          <a:prstGeom prst="rect">
            <a:avLst/>
          </a:prstGeom>
        </p:spPr>
        <p:txBody>
          <a:bodyPr wrap="square" lIns="45720" rIns="0">
            <a:spAutoFit/>
          </a:bodyPr>
          <a:lstStyle>
            <a:lvl1pPr>
              <a:lnSpc>
                <a:spcPct val="85000"/>
              </a:lnSpc>
              <a:defRPr sz="4200" b="0" i="0" spc="-130">
                <a:solidFill>
                  <a:schemeClr val="tx1"/>
                </a:solidFill>
                <a:latin typeface="Arial" panose="020B0604020202020204" pitchFamily="34" charset="0"/>
                <a:cs typeface="Arial" panose="020B0604020202020204" pitchFamily="34" charset="0"/>
              </a:defRPr>
            </a:lvl1pPr>
          </a:lstStyle>
          <a:p>
            <a:r>
              <a:rPr lang="en-US" dirty="0"/>
              <a:t>Content Slide – Smaller, Longer Headline</a:t>
            </a:r>
          </a:p>
        </p:txBody>
      </p:sp>
      <p:sp>
        <p:nvSpPr>
          <p:cNvPr id="5" name="Text Placeholder 14">
            <a:extLst>
              <a:ext uri="{FF2B5EF4-FFF2-40B4-BE49-F238E27FC236}">
                <a16:creationId xmlns:a16="http://schemas.microsoft.com/office/drawing/2014/main" id="{8D582C36-F359-A0D2-C216-FDD6A5565C37}"/>
              </a:ext>
            </a:extLst>
          </p:cNvPr>
          <p:cNvSpPr>
            <a:spLocks noGrp="1"/>
          </p:cNvSpPr>
          <p:nvPr>
            <p:ph type="body" sz="quarter" idx="17" hasCustomPrompt="1"/>
          </p:nvPr>
        </p:nvSpPr>
        <p:spPr>
          <a:xfrm>
            <a:off x="339633" y="1954332"/>
            <a:ext cx="4765767" cy="338554"/>
          </a:xfrm>
          <a:prstGeom prst="rect">
            <a:avLst/>
          </a:prstGeom>
        </p:spPr>
        <p:txBody>
          <a:bodyPr wrap="square" lIns="73152" rIns="0">
            <a:spAutoFit/>
          </a:bodyPr>
          <a:lstStyle>
            <a:lvl1pPr>
              <a:lnSpc>
                <a:spcPct val="100000"/>
              </a:lnSpc>
              <a:buNone/>
              <a:defRPr sz="1600" b="1" i="0" spc="-40">
                <a:solidFill>
                  <a:schemeClr val="tx1"/>
                </a:solidFill>
                <a:latin typeface="Arial" panose="020B0604020202020204" pitchFamily="34" charset="0"/>
                <a:cs typeface="Arial" panose="020B0604020202020204" pitchFamily="34" charset="0"/>
              </a:defRPr>
            </a:lvl1pPr>
          </a:lstStyle>
          <a:p>
            <a:pPr lvl="0"/>
            <a:r>
              <a:rPr lang="en-US" b="1" dirty="0"/>
              <a:t>Subhead goes here</a:t>
            </a:r>
          </a:p>
        </p:txBody>
      </p:sp>
      <p:sp>
        <p:nvSpPr>
          <p:cNvPr id="11" name="Content Placeholder 10">
            <a:extLst>
              <a:ext uri="{FF2B5EF4-FFF2-40B4-BE49-F238E27FC236}">
                <a16:creationId xmlns:a16="http://schemas.microsoft.com/office/drawing/2014/main" id="{13F1E54E-5BF2-A275-48ED-12E26430CADE}"/>
              </a:ext>
            </a:extLst>
          </p:cNvPr>
          <p:cNvSpPr>
            <a:spLocks noGrp="1"/>
          </p:cNvSpPr>
          <p:nvPr>
            <p:ph sz="quarter" idx="19"/>
          </p:nvPr>
        </p:nvSpPr>
        <p:spPr>
          <a:xfrm>
            <a:off x="339633" y="2555421"/>
            <a:ext cx="3357840" cy="1426031"/>
          </a:xfrm>
          <a:prstGeom prst="rect">
            <a:avLst/>
          </a:prstGeom>
        </p:spPr>
        <p:txBody>
          <a:bodyPr wrap="square" lIns="82296" rIns="0">
            <a:spAutoFit/>
          </a:bodyPr>
          <a:lstStyle>
            <a:lvl1pPr>
              <a:lnSpc>
                <a:spcPct val="100000"/>
              </a:lnSpc>
              <a:defRPr sz="1400" b="0" i="0" spc="-30">
                <a:solidFill>
                  <a:schemeClr val="tx1"/>
                </a:solidFill>
                <a:latin typeface="Arial" panose="020B0604020202020204" pitchFamily="34" charset="0"/>
                <a:cs typeface="Arial" panose="020B0604020202020204" pitchFamily="34" charset="0"/>
              </a:defRPr>
            </a:lvl1pPr>
            <a:lvl2pPr>
              <a:lnSpc>
                <a:spcPct val="100000"/>
              </a:lnSpc>
              <a:defRPr sz="1400" b="0" i="0" spc="-30">
                <a:solidFill>
                  <a:schemeClr val="tx1"/>
                </a:solidFill>
                <a:latin typeface="Arial" panose="020B0604020202020204" pitchFamily="34" charset="0"/>
                <a:cs typeface="Arial" panose="020B0604020202020204" pitchFamily="34" charset="0"/>
              </a:defRPr>
            </a:lvl2pPr>
            <a:lvl3pPr>
              <a:lnSpc>
                <a:spcPct val="100000"/>
              </a:lnSpc>
              <a:defRPr sz="1400" b="0" i="0" spc="-30">
                <a:solidFill>
                  <a:schemeClr val="tx1"/>
                </a:solidFill>
                <a:latin typeface="Arial" panose="020B0604020202020204" pitchFamily="34" charset="0"/>
                <a:cs typeface="Arial" panose="020B0604020202020204" pitchFamily="34" charset="0"/>
              </a:defRPr>
            </a:lvl3pPr>
            <a:lvl4pPr>
              <a:lnSpc>
                <a:spcPct val="100000"/>
              </a:lnSpc>
              <a:defRPr sz="1400" b="0" i="0" spc="-30">
                <a:solidFill>
                  <a:schemeClr val="tx1"/>
                </a:solidFill>
                <a:latin typeface="Arial" panose="020B0604020202020204" pitchFamily="34" charset="0"/>
                <a:cs typeface="Arial" panose="020B0604020202020204" pitchFamily="34" charset="0"/>
              </a:defRPr>
            </a:lvl4pPr>
            <a:lvl5pPr>
              <a:lnSpc>
                <a:spcPct val="100000"/>
              </a:lnSpc>
              <a:defRPr sz="1400" b="0" i="0" spc="-30">
                <a:solidFill>
                  <a:schemeClr val="tx1"/>
                </a:solidFill>
                <a:latin typeface="Arial" panose="020B0604020202020204" pitchFamily="34" charset="0"/>
                <a:cs typeface="Arial" panose="020B0604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2" name="Content Placeholder 10">
            <a:extLst>
              <a:ext uri="{FF2B5EF4-FFF2-40B4-BE49-F238E27FC236}">
                <a16:creationId xmlns:a16="http://schemas.microsoft.com/office/drawing/2014/main" id="{5BE3E7D6-0DDF-2433-3B44-9E5C4144EB42}"/>
              </a:ext>
            </a:extLst>
          </p:cNvPr>
          <p:cNvSpPr>
            <a:spLocks noGrp="1"/>
          </p:cNvSpPr>
          <p:nvPr>
            <p:ph sz="quarter" idx="20"/>
          </p:nvPr>
        </p:nvSpPr>
        <p:spPr>
          <a:xfrm>
            <a:off x="4166347" y="2555421"/>
            <a:ext cx="3331415" cy="1426031"/>
          </a:xfrm>
          <a:prstGeom prst="rect">
            <a:avLst/>
          </a:prstGeom>
        </p:spPr>
        <p:txBody>
          <a:bodyPr lIns="82296" rIns="0">
            <a:spAutoFit/>
          </a:bodyPr>
          <a:lstStyle>
            <a:lvl1pPr>
              <a:lnSpc>
                <a:spcPct val="100000"/>
              </a:lnSpc>
              <a:defRPr sz="1400" b="0" i="0" spc="-30">
                <a:solidFill>
                  <a:schemeClr val="tx1"/>
                </a:solidFill>
                <a:latin typeface="Arial" panose="020B0604020202020204" pitchFamily="34" charset="0"/>
                <a:cs typeface="Arial" panose="020B0604020202020204" pitchFamily="34" charset="0"/>
              </a:defRPr>
            </a:lvl1pPr>
            <a:lvl2pPr>
              <a:lnSpc>
                <a:spcPct val="100000"/>
              </a:lnSpc>
              <a:defRPr sz="1400" b="0" i="0" spc="-30">
                <a:solidFill>
                  <a:schemeClr val="tx1"/>
                </a:solidFill>
                <a:latin typeface="Arial" panose="020B0604020202020204" pitchFamily="34" charset="0"/>
                <a:cs typeface="Arial" panose="020B0604020202020204" pitchFamily="34" charset="0"/>
              </a:defRPr>
            </a:lvl2pPr>
            <a:lvl3pPr>
              <a:lnSpc>
                <a:spcPct val="100000"/>
              </a:lnSpc>
              <a:defRPr sz="1400" b="0" i="0" spc="-30">
                <a:solidFill>
                  <a:schemeClr val="tx1"/>
                </a:solidFill>
                <a:latin typeface="Arial" panose="020B0604020202020204" pitchFamily="34" charset="0"/>
                <a:cs typeface="Arial" panose="020B0604020202020204" pitchFamily="34" charset="0"/>
              </a:defRPr>
            </a:lvl3pPr>
            <a:lvl4pPr>
              <a:lnSpc>
                <a:spcPct val="100000"/>
              </a:lnSpc>
              <a:defRPr sz="1400" b="0" i="0" spc="-30">
                <a:solidFill>
                  <a:schemeClr val="tx1"/>
                </a:solidFill>
                <a:latin typeface="Arial" panose="020B0604020202020204" pitchFamily="34" charset="0"/>
                <a:cs typeface="Arial" panose="020B0604020202020204" pitchFamily="34" charset="0"/>
              </a:defRPr>
            </a:lvl4pPr>
            <a:lvl5pPr>
              <a:lnSpc>
                <a:spcPct val="100000"/>
              </a:lnSpc>
              <a:defRPr sz="1400" b="0" i="0" spc="-30">
                <a:solidFill>
                  <a:schemeClr val="tx1"/>
                </a:solidFill>
                <a:latin typeface="Arial" panose="020B0604020202020204" pitchFamily="34" charset="0"/>
                <a:cs typeface="Arial" panose="020B0604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3" name="Content Placeholder 10">
            <a:extLst>
              <a:ext uri="{FF2B5EF4-FFF2-40B4-BE49-F238E27FC236}">
                <a16:creationId xmlns:a16="http://schemas.microsoft.com/office/drawing/2014/main" id="{C7D7AF38-C09F-B2CF-757B-713AA6C51150}"/>
              </a:ext>
            </a:extLst>
          </p:cNvPr>
          <p:cNvSpPr>
            <a:spLocks noGrp="1"/>
          </p:cNvSpPr>
          <p:nvPr>
            <p:ph sz="quarter" idx="21"/>
          </p:nvPr>
        </p:nvSpPr>
        <p:spPr>
          <a:xfrm>
            <a:off x="7966636" y="2555421"/>
            <a:ext cx="3331415" cy="1426031"/>
          </a:xfrm>
          <a:prstGeom prst="rect">
            <a:avLst/>
          </a:prstGeom>
        </p:spPr>
        <p:txBody>
          <a:bodyPr lIns="82296" rIns="0">
            <a:spAutoFit/>
          </a:bodyPr>
          <a:lstStyle>
            <a:lvl1pPr>
              <a:lnSpc>
                <a:spcPct val="100000"/>
              </a:lnSpc>
              <a:defRPr sz="1400" b="0" i="0" spc="-30">
                <a:solidFill>
                  <a:schemeClr val="tx1"/>
                </a:solidFill>
                <a:latin typeface="Arial" panose="020B0604020202020204" pitchFamily="34" charset="0"/>
                <a:cs typeface="Arial" panose="020B0604020202020204" pitchFamily="34" charset="0"/>
              </a:defRPr>
            </a:lvl1pPr>
            <a:lvl2pPr>
              <a:lnSpc>
                <a:spcPct val="100000"/>
              </a:lnSpc>
              <a:defRPr sz="1400" b="0" i="0" spc="-30">
                <a:solidFill>
                  <a:schemeClr val="tx1"/>
                </a:solidFill>
                <a:latin typeface="Arial" panose="020B0604020202020204" pitchFamily="34" charset="0"/>
                <a:cs typeface="Arial" panose="020B0604020202020204" pitchFamily="34" charset="0"/>
              </a:defRPr>
            </a:lvl2pPr>
            <a:lvl3pPr>
              <a:lnSpc>
                <a:spcPct val="100000"/>
              </a:lnSpc>
              <a:defRPr sz="1400" b="0" i="0" spc="-30">
                <a:solidFill>
                  <a:schemeClr val="tx1"/>
                </a:solidFill>
                <a:latin typeface="Arial" panose="020B0604020202020204" pitchFamily="34" charset="0"/>
                <a:cs typeface="Arial" panose="020B0604020202020204" pitchFamily="34" charset="0"/>
              </a:defRPr>
            </a:lvl3pPr>
            <a:lvl4pPr>
              <a:lnSpc>
                <a:spcPct val="100000"/>
              </a:lnSpc>
              <a:defRPr sz="1400" b="0" i="0" spc="-30">
                <a:solidFill>
                  <a:schemeClr val="tx1"/>
                </a:solidFill>
                <a:latin typeface="Arial" panose="020B0604020202020204" pitchFamily="34" charset="0"/>
                <a:cs typeface="Arial" panose="020B0604020202020204" pitchFamily="34" charset="0"/>
              </a:defRPr>
            </a:lvl4pPr>
            <a:lvl5pPr>
              <a:lnSpc>
                <a:spcPct val="100000"/>
              </a:lnSpc>
              <a:defRPr sz="1400" b="0" i="0" spc="-30">
                <a:solidFill>
                  <a:schemeClr val="tx1"/>
                </a:solidFill>
                <a:latin typeface="Arial" panose="020B0604020202020204" pitchFamily="34" charset="0"/>
                <a:cs typeface="Arial" panose="020B0604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2026 Western Digital Corporation All rights reserved">
            <a:extLst>
              <a:ext uri="{FF2B5EF4-FFF2-40B4-BE49-F238E27FC236}">
                <a16:creationId xmlns:a16="http://schemas.microsoft.com/office/drawing/2014/main" id="{2CC8B5AC-F3AE-E094-B832-73394D434B03}"/>
              </a:ext>
            </a:extLst>
          </p:cNvPr>
          <p:cNvSpPr/>
          <p:nvPr/>
        </p:nvSpPr>
        <p:spPr>
          <a:xfrm>
            <a:off x="419100" y="6638989"/>
            <a:ext cx="2794000" cy="92589"/>
          </a:xfrm>
          <a:prstGeom prst="rect">
            <a:avLst/>
          </a:prstGeom>
          <a:noFill/>
          <a:ln/>
        </p:spPr>
        <p:txBody>
          <a:bodyPr wrap="square" lIns="0" tIns="0" rIns="0" bIns="0" rtlCol="0" anchor="t">
            <a:spAutoFit/>
          </a:bodyPr>
          <a:lstStyle/>
          <a:p>
            <a:pPr>
              <a:lnSpc>
                <a:spcPct val="75000"/>
              </a:lnSpc>
            </a:pPr>
            <a:r>
              <a:rPr lang="en-US" sz="800" b="0" i="0" dirty="0">
                <a:solidFill>
                  <a:schemeClr val="tx1"/>
                </a:solidFill>
                <a:latin typeface="Arial" panose="020B0604020202020204" pitchFamily="34" charset="0"/>
                <a:ea typeface="Arial" pitchFamily="34" charset="-122"/>
                <a:cs typeface="Arial" panose="020B0604020202020204" pitchFamily="34" charset="0"/>
              </a:rPr>
              <a:t>©  2026 Western Digital Corporation. All rights reserved.</a:t>
            </a:r>
            <a:endParaRPr lang="en-US" sz="800" b="0" i="0" dirty="0">
              <a:solidFill>
                <a:schemeClr val="tx1"/>
              </a:solidFill>
              <a:latin typeface="Arial" panose="020B0604020202020204" pitchFamily="34" charset="0"/>
              <a:cs typeface="Arial" panose="020B0604020202020204" pitchFamily="34" charset="0"/>
            </a:endParaRPr>
          </a:p>
        </p:txBody>
      </p:sp>
      <p:sp>
        <p:nvSpPr>
          <p:cNvPr id="7" name="Slide Number Placeholder 1">
            <a:extLst>
              <a:ext uri="{FF2B5EF4-FFF2-40B4-BE49-F238E27FC236}">
                <a16:creationId xmlns:a16="http://schemas.microsoft.com/office/drawing/2014/main" id="{7C940278-C6AD-2BD0-D693-03C926976FE9}"/>
              </a:ext>
            </a:extLst>
          </p:cNvPr>
          <p:cNvSpPr>
            <a:spLocks noGrp="1"/>
          </p:cNvSpPr>
          <p:nvPr>
            <p:ph type="sldNum" sz="quarter" idx="4"/>
          </p:nvPr>
        </p:nvSpPr>
        <p:spPr>
          <a:xfrm>
            <a:off x="11215668" y="6562157"/>
            <a:ext cx="658832" cy="215444"/>
          </a:xfrm>
          <a:prstGeom prst="rect">
            <a:avLst/>
          </a:prstGeom>
        </p:spPr>
        <p:txBody>
          <a:bodyPr vert="horz" lIns="91440" tIns="45720" rIns="0" bIns="45720" rtlCol="0" anchor="ctr">
            <a:spAutoFit/>
          </a:bodyPr>
          <a:lstStyle>
            <a:lvl1pPr algn="r">
              <a:defRPr sz="800" b="0" i="0">
                <a:solidFill>
                  <a:schemeClr val="tx1"/>
                </a:solidFill>
                <a:latin typeface="Arial" panose="020B0604020202020204" pitchFamily="34" charset="0"/>
                <a:cs typeface="Arial" panose="020B0604020202020204" pitchFamily="34" charset="0"/>
              </a:defRPr>
            </a:lvl1pPr>
          </a:lstStyle>
          <a:p>
            <a:fld id="{B06B19F4-CF25-446C-B362-D8BB27BE9D9B}" type="slidenum">
              <a:rPr lang="en-US" smtClean="0"/>
              <a:t>‹#›</a:t>
            </a:fld>
            <a:endParaRPr lang="en-US"/>
          </a:p>
        </p:txBody>
      </p:sp>
      <p:sp>
        <p:nvSpPr>
          <p:cNvPr id="8" name="WD Confidential">
            <a:extLst>
              <a:ext uri="{FF2B5EF4-FFF2-40B4-BE49-F238E27FC236}">
                <a16:creationId xmlns:a16="http://schemas.microsoft.com/office/drawing/2014/main" id="{35583BC5-2030-A571-E579-5FC24F25F6C0}"/>
              </a:ext>
            </a:extLst>
          </p:cNvPr>
          <p:cNvSpPr/>
          <p:nvPr/>
        </p:nvSpPr>
        <p:spPr>
          <a:xfrm>
            <a:off x="8991600" y="6638990"/>
            <a:ext cx="1244600" cy="92589"/>
          </a:xfrm>
          <a:prstGeom prst="rect">
            <a:avLst/>
          </a:prstGeom>
          <a:noFill/>
          <a:ln/>
        </p:spPr>
        <p:txBody>
          <a:bodyPr wrap="square" lIns="0" tIns="0" rIns="0" bIns="0" rtlCol="0" anchor="t">
            <a:spAutoFit/>
          </a:bodyPr>
          <a:lstStyle/>
          <a:p>
            <a:pPr>
              <a:lnSpc>
                <a:spcPct val="75000"/>
              </a:lnSpc>
            </a:pPr>
            <a:r>
              <a:rPr lang="en-US" sz="800" b="0" i="0" dirty="0">
                <a:solidFill>
                  <a:schemeClr val="tx1"/>
                </a:solidFill>
                <a:latin typeface="Arial" panose="020B0604020202020204" pitchFamily="34" charset="0"/>
                <a:ea typeface="Arial" pitchFamily="34" charset="-122"/>
                <a:cs typeface="Arial" panose="020B0604020202020204" pitchFamily="34" charset="0"/>
              </a:rPr>
              <a:t>WD CONFIDENTIAL</a:t>
            </a:r>
            <a:endParaRPr lang="en-US" sz="800" b="0" i="0" dirty="0">
              <a:solidFill>
                <a:schemeClr val="tx1"/>
              </a:solidFill>
              <a:latin typeface="Arial" panose="020B0604020202020204" pitchFamily="34" charset="0"/>
              <a:cs typeface="Arial" panose="020B0604020202020204" pitchFamily="34" charset="0"/>
            </a:endParaRPr>
          </a:p>
        </p:txBody>
      </p:sp>
      <p:pic>
        <p:nvPicPr>
          <p:cNvPr id="9" name="Logo" descr="preencoded.png">
            <a:extLst>
              <a:ext uri="{FF2B5EF4-FFF2-40B4-BE49-F238E27FC236}">
                <a16:creationId xmlns:a16="http://schemas.microsoft.com/office/drawing/2014/main" id="{269D2121-1907-D5ED-EDAE-F264C11E693A}"/>
              </a:ext>
            </a:extLst>
          </p:cNvPr>
          <p:cNvPicPr>
            <a:picLocks noChangeAspect="1"/>
          </p:cNvPicPr>
          <p:nvPr/>
        </p:nvPicPr>
        <p:blipFill>
          <a:blip>
            <a:extLst>
              <a:ext uri="{96DAC541-7B7A-43D3-8B79-37D633B846F1}">
                <asvg:svgBlip xmlns:asvg="http://schemas.microsoft.com/office/drawing/2016/SVG/main" r:embed="rId3"/>
              </a:ext>
            </a:extLst>
          </a:blip>
          <a:srcRect/>
          <a:stretch/>
        </p:blipFill>
        <p:spPr>
          <a:xfrm>
            <a:off x="10902950" y="419100"/>
            <a:ext cx="869950" cy="222250"/>
          </a:xfrm>
          <a:prstGeom prst="rect">
            <a:avLst/>
          </a:prstGeom>
        </p:spPr>
      </p:pic>
      <p:sp>
        <p:nvSpPr>
          <p:cNvPr id="10" name="2026 Western Digital Corporation All rights reserved">
            <a:extLst>
              <a:ext uri="{FF2B5EF4-FFF2-40B4-BE49-F238E27FC236}">
                <a16:creationId xmlns:a16="http://schemas.microsoft.com/office/drawing/2014/main" id="{63F2FFB2-FD84-32DC-4166-1204CECBFF1C}"/>
              </a:ext>
            </a:extLst>
          </p:cNvPr>
          <p:cNvSpPr/>
          <p:nvPr/>
        </p:nvSpPr>
        <p:spPr>
          <a:xfrm>
            <a:off x="419100" y="6638989"/>
            <a:ext cx="2794000" cy="92589"/>
          </a:xfrm>
          <a:prstGeom prst="rect">
            <a:avLst/>
          </a:prstGeom>
          <a:noFill/>
          <a:ln/>
        </p:spPr>
        <p:txBody>
          <a:bodyPr wrap="square" lIns="0" tIns="0" rIns="0" bIns="0" rtlCol="0" anchor="t">
            <a:spAutoFit/>
          </a:bodyPr>
          <a:lstStyle/>
          <a:p>
            <a:pPr>
              <a:lnSpc>
                <a:spcPct val="75000"/>
              </a:lnSpc>
            </a:pPr>
            <a:r>
              <a:rPr lang="en-US" sz="800" b="0" i="0" dirty="0">
                <a:solidFill>
                  <a:schemeClr val="tx1"/>
                </a:solidFill>
                <a:latin typeface="Arial" panose="020B0604020202020204" pitchFamily="34" charset="0"/>
                <a:ea typeface="Arial" pitchFamily="34" charset="-122"/>
                <a:cs typeface="Arial" panose="020B0604020202020204" pitchFamily="34" charset="0"/>
              </a:rPr>
              <a:t>©  2026 Western Digital Corporation. All rights reserved.</a:t>
            </a:r>
            <a:endParaRPr lang="en-US" sz="800" b="0" i="0" dirty="0">
              <a:solidFill>
                <a:schemeClr val="tx1"/>
              </a:solidFill>
              <a:latin typeface="Arial" panose="020B0604020202020204" pitchFamily="34" charset="0"/>
              <a:cs typeface="Arial" panose="020B0604020202020204" pitchFamily="34" charset="0"/>
            </a:endParaRPr>
          </a:p>
        </p:txBody>
      </p:sp>
      <p:sp>
        <p:nvSpPr>
          <p:cNvPr id="14" name="WD Confidential">
            <a:extLst>
              <a:ext uri="{FF2B5EF4-FFF2-40B4-BE49-F238E27FC236}">
                <a16:creationId xmlns:a16="http://schemas.microsoft.com/office/drawing/2014/main" id="{659C679A-2229-65A8-9311-81AC6CFFD47C}"/>
              </a:ext>
            </a:extLst>
          </p:cNvPr>
          <p:cNvSpPr/>
          <p:nvPr/>
        </p:nvSpPr>
        <p:spPr>
          <a:xfrm>
            <a:off x="8991600" y="6638990"/>
            <a:ext cx="1244600" cy="92589"/>
          </a:xfrm>
          <a:prstGeom prst="rect">
            <a:avLst/>
          </a:prstGeom>
          <a:noFill/>
          <a:ln/>
        </p:spPr>
        <p:txBody>
          <a:bodyPr wrap="square" lIns="0" tIns="0" rIns="0" bIns="0" rtlCol="0" anchor="t">
            <a:spAutoFit/>
          </a:bodyPr>
          <a:lstStyle/>
          <a:p>
            <a:pPr>
              <a:lnSpc>
                <a:spcPct val="75000"/>
              </a:lnSpc>
            </a:pPr>
            <a:r>
              <a:rPr lang="en-US" sz="800" b="0" i="0" dirty="0">
                <a:solidFill>
                  <a:schemeClr val="tx1"/>
                </a:solidFill>
                <a:latin typeface="Arial" panose="020B0604020202020204" pitchFamily="34" charset="0"/>
                <a:ea typeface="Arial" pitchFamily="34" charset="-122"/>
                <a:cs typeface="Arial" panose="020B0604020202020204" pitchFamily="34" charset="0"/>
              </a:rPr>
              <a:t>WD CONFIDENTIAL</a:t>
            </a:r>
            <a:endParaRPr lang="en-US" sz="800" b="0" i="0" dirty="0">
              <a:solidFill>
                <a:schemeClr val="tx1"/>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099331390"/>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Title and 3-Column Content White">
    <p:bg>
      <p:bgPr>
        <a:solidFill>
          <a:schemeClr val="bg1"/>
        </a:solidFill>
        <a:effectLst/>
      </p:bgPr>
    </p:bg>
    <p:spTree>
      <p:nvGrpSpPr>
        <p:cNvPr id="1" name=""/>
        <p:cNvGrpSpPr/>
        <p:nvPr/>
      </p:nvGrpSpPr>
      <p:grpSpPr>
        <a:xfrm>
          <a:off x="0" y="0"/>
          <a:ext cx="0" cy="0"/>
          <a:chOff x="0" y="0"/>
          <a:chExt cx="0" cy="0"/>
        </a:xfrm>
      </p:grpSpPr>
      <p:pic>
        <p:nvPicPr>
          <p:cNvPr id="4" name="Logo" descr="preencoded.png">
            <a:extLst>
              <a:ext uri="{FF2B5EF4-FFF2-40B4-BE49-F238E27FC236}">
                <a16:creationId xmlns:a16="http://schemas.microsoft.com/office/drawing/2014/main" id="{3DC0599E-ABE3-1DBC-6207-01260A8C27CD}"/>
              </a:ext>
            </a:extLst>
          </p:cNvPr>
          <p:cNvPicPr>
            <a:picLocks noChangeAspect="1"/>
          </p:cNvPicPr>
          <p:nvPr/>
        </p:nvPicPr>
        <p:blipFill>
          <a:blip>
            <a:extLst>
              <a:ext uri="{96DAC541-7B7A-43D3-8B79-37D633B846F1}">
                <asvg:svgBlip xmlns:asvg="http://schemas.microsoft.com/office/drawing/2016/SVG/main" r:embed="rId2"/>
              </a:ext>
            </a:extLst>
          </a:blip>
          <a:srcRect/>
          <a:stretch/>
        </p:blipFill>
        <p:spPr>
          <a:xfrm>
            <a:off x="10902950" y="419100"/>
            <a:ext cx="869950" cy="222250"/>
          </a:xfrm>
          <a:prstGeom prst="rect">
            <a:avLst/>
          </a:prstGeom>
        </p:spPr>
      </p:pic>
      <p:sp>
        <p:nvSpPr>
          <p:cNvPr id="2" name="Text Placeholder 14">
            <a:extLst>
              <a:ext uri="{FF2B5EF4-FFF2-40B4-BE49-F238E27FC236}">
                <a16:creationId xmlns:a16="http://schemas.microsoft.com/office/drawing/2014/main" id="{8BAF2F1F-41B9-6239-FDC5-2EF3FC9C2CE1}"/>
              </a:ext>
            </a:extLst>
          </p:cNvPr>
          <p:cNvSpPr>
            <a:spLocks noGrp="1"/>
          </p:cNvSpPr>
          <p:nvPr>
            <p:ph type="body" sz="quarter" idx="13" hasCustomPrompt="1"/>
          </p:nvPr>
        </p:nvSpPr>
        <p:spPr>
          <a:xfrm>
            <a:off x="339725" y="333800"/>
            <a:ext cx="2860675" cy="307777"/>
          </a:xfrm>
          <a:prstGeom prst="rect">
            <a:avLst/>
          </a:prstGeom>
        </p:spPr>
        <p:txBody>
          <a:bodyPr wrap="square" lIns="82296" rIns="0">
            <a:spAutoFit/>
          </a:bodyPr>
          <a:lstStyle>
            <a:lvl1pPr>
              <a:lnSpc>
                <a:spcPct val="100000"/>
              </a:lnSpc>
              <a:buNone/>
              <a:defRPr sz="1400" b="1" i="0" spc="-30">
                <a:solidFill>
                  <a:schemeClr val="tx2"/>
                </a:solidFill>
                <a:latin typeface="Arial" panose="020B0604020202020204" pitchFamily="34" charset="0"/>
                <a:cs typeface="Arial" panose="020B0604020202020204" pitchFamily="34" charset="0"/>
              </a:defRPr>
            </a:lvl1pPr>
          </a:lstStyle>
          <a:p>
            <a:pPr lvl="0"/>
            <a:r>
              <a:rPr lang="en-US" b="1" dirty="0"/>
              <a:t>Section Header</a:t>
            </a:r>
          </a:p>
        </p:txBody>
      </p:sp>
      <p:sp>
        <p:nvSpPr>
          <p:cNvPr id="3" name="Title 2">
            <a:extLst>
              <a:ext uri="{FF2B5EF4-FFF2-40B4-BE49-F238E27FC236}">
                <a16:creationId xmlns:a16="http://schemas.microsoft.com/office/drawing/2014/main" id="{1627E8F2-579D-4FE7-1AD9-36873A936393}"/>
              </a:ext>
            </a:extLst>
          </p:cNvPr>
          <p:cNvSpPr>
            <a:spLocks noGrp="1"/>
          </p:cNvSpPr>
          <p:nvPr>
            <p:ph type="title" hasCustomPrompt="1"/>
          </p:nvPr>
        </p:nvSpPr>
        <p:spPr>
          <a:xfrm>
            <a:off x="339633" y="702407"/>
            <a:ext cx="6670767" cy="1215333"/>
          </a:xfrm>
          <a:prstGeom prst="rect">
            <a:avLst/>
          </a:prstGeom>
        </p:spPr>
        <p:txBody>
          <a:bodyPr wrap="square" lIns="45720" rIns="0">
            <a:spAutoFit/>
          </a:bodyPr>
          <a:lstStyle>
            <a:lvl1pPr>
              <a:lnSpc>
                <a:spcPct val="85000"/>
              </a:lnSpc>
              <a:defRPr sz="4200" b="0" i="0" spc="-130">
                <a:solidFill>
                  <a:schemeClr val="tx2"/>
                </a:solidFill>
                <a:latin typeface="Arial" panose="020B0604020202020204" pitchFamily="34" charset="0"/>
                <a:cs typeface="Arial" panose="020B0604020202020204" pitchFamily="34" charset="0"/>
              </a:defRPr>
            </a:lvl1pPr>
          </a:lstStyle>
          <a:p>
            <a:r>
              <a:rPr lang="en-US" dirty="0"/>
              <a:t>Content Slide – Smaller, Longer Headline</a:t>
            </a:r>
          </a:p>
        </p:txBody>
      </p:sp>
      <p:sp>
        <p:nvSpPr>
          <p:cNvPr id="11" name="Content Placeholder 10">
            <a:extLst>
              <a:ext uri="{FF2B5EF4-FFF2-40B4-BE49-F238E27FC236}">
                <a16:creationId xmlns:a16="http://schemas.microsoft.com/office/drawing/2014/main" id="{13F1E54E-5BF2-A275-48ED-12E26430CADE}"/>
              </a:ext>
            </a:extLst>
          </p:cNvPr>
          <p:cNvSpPr>
            <a:spLocks noGrp="1"/>
          </p:cNvSpPr>
          <p:nvPr>
            <p:ph sz="quarter" idx="19"/>
          </p:nvPr>
        </p:nvSpPr>
        <p:spPr>
          <a:xfrm>
            <a:off x="339633" y="2155810"/>
            <a:ext cx="3357840" cy="1426031"/>
          </a:xfrm>
          <a:prstGeom prst="rect">
            <a:avLst/>
          </a:prstGeom>
        </p:spPr>
        <p:txBody>
          <a:bodyPr wrap="square" lIns="82296" rIns="0">
            <a:spAutoFit/>
          </a:bodyPr>
          <a:lstStyle>
            <a:lvl1pPr>
              <a:lnSpc>
                <a:spcPct val="100000"/>
              </a:lnSpc>
              <a:defRPr sz="1400" b="0" i="0" spc="-30">
                <a:solidFill>
                  <a:schemeClr val="tx2"/>
                </a:solidFill>
                <a:latin typeface="Arial" panose="020B0604020202020204" pitchFamily="34" charset="0"/>
                <a:cs typeface="Arial" panose="020B0604020202020204" pitchFamily="34" charset="0"/>
              </a:defRPr>
            </a:lvl1pPr>
            <a:lvl2pPr>
              <a:lnSpc>
                <a:spcPct val="100000"/>
              </a:lnSpc>
              <a:defRPr sz="1400" b="0" i="0" spc="-30">
                <a:solidFill>
                  <a:schemeClr val="tx2"/>
                </a:solidFill>
                <a:latin typeface="Arial" panose="020B0604020202020204" pitchFamily="34" charset="0"/>
                <a:cs typeface="Arial" panose="020B0604020202020204" pitchFamily="34" charset="0"/>
              </a:defRPr>
            </a:lvl2pPr>
            <a:lvl3pPr>
              <a:lnSpc>
                <a:spcPct val="100000"/>
              </a:lnSpc>
              <a:defRPr sz="1400" b="0" i="0" spc="-30">
                <a:solidFill>
                  <a:schemeClr val="tx2"/>
                </a:solidFill>
                <a:latin typeface="Arial" panose="020B0604020202020204" pitchFamily="34" charset="0"/>
                <a:cs typeface="Arial" panose="020B0604020202020204" pitchFamily="34" charset="0"/>
              </a:defRPr>
            </a:lvl3pPr>
            <a:lvl4pPr>
              <a:lnSpc>
                <a:spcPct val="100000"/>
              </a:lnSpc>
              <a:defRPr sz="1400" b="0" i="0" spc="-30">
                <a:solidFill>
                  <a:schemeClr val="tx2"/>
                </a:solidFill>
                <a:latin typeface="Arial" panose="020B0604020202020204" pitchFamily="34" charset="0"/>
                <a:cs typeface="Arial" panose="020B0604020202020204" pitchFamily="34" charset="0"/>
              </a:defRPr>
            </a:lvl4pPr>
            <a:lvl5pPr>
              <a:lnSpc>
                <a:spcPct val="100000"/>
              </a:lnSpc>
              <a:defRPr sz="1400" b="0" i="0" spc="-30">
                <a:solidFill>
                  <a:schemeClr val="tx2"/>
                </a:solidFill>
                <a:latin typeface="Arial" panose="020B0604020202020204" pitchFamily="34" charset="0"/>
                <a:cs typeface="Arial" panose="020B0604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2" name="Content Placeholder 10">
            <a:extLst>
              <a:ext uri="{FF2B5EF4-FFF2-40B4-BE49-F238E27FC236}">
                <a16:creationId xmlns:a16="http://schemas.microsoft.com/office/drawing/2014/main" id="{5BE3E7D6-0DDF-2433-3B44-9E5C4144EB42}"/>
              </a:ext>
            </a:extLst>
          </p:cNvPr>
          <p:cNvSpPr>
            <a:spLocks noGrp="1"/>
          </p:cNvSpPr>
          <p:nvPr>
            <p:ph sz="quarter" idx="20"/>
          </p:nvPr>
        </p:nvSpPr>
        <p:spPr>
          <a:xfrm>
            <a:off x="4166347" y="2155810"/>
            <a:ext cx="3331415" cy="1426031"/>
          </a:xfrm>
          <a:prstGeom prst="rect">
            <a:avLst/>
          </a:prstGeom>
        </p:spPr>
        <p:txBody>
          <a:bodyPr lIns="82296" rIns="0">
            <a:spAutoFit/>
          </a:bodyPr>
          <a:lstStyle>
            <a:lvl1pPr>
              <a:lnSpc>
                <a:spcPct val="100000"/>
              </a:lnSpc>
              <a:defRPr sz="1400" b="0" i="0" spc="-30">
                <a:solidFill>
                  <a:schemeClr val="tx2"/>
                </a:solidFill>
                <a:latin typeface="Arial" panose="020B0604020202020204" pitchFamily="34" charset="0"/>
                <a:cs typeface="Arial" panose="020B0604020202020204" pitchFamily="34" charset="0"/>
              </a:defRPr>
            </a:lvl1pPr>
            <a:lvl2pPr>
              <a:lnSpc>
                <a:spcPct val="100000"/>
              </a:lnSpc>
              <a:defRPr sz="1400" b="0" i="0" spc="-30">
                <a:solidFill>
                  <a:schemeClr val="tx2"/>
                </a:solidFill>
                <a:latin typeface="Arial" panose="020B0604020202020204" pitchFamily="34" charset="0"/>
                <a:cs typeface="Arial" panose="020B0604020202020204" pitchFamily="34" charset="0"/>
              </a:defRPr>
            </a:lvl2pPr>
            <a:lvl3pPr>
              <a:lnSpc>
                <a:spcPct val="100000"/>
              </a:lnSpc>
              <a:defRPr sz="1400" b="0" i="0" spc="-30">
                <a:solidFill>
                  <a:schemeClr val="tx2"/>
                </a:solidFill>
                <a:latin typeface="Arial" panose="020B0604020202020204" pitchFamily="34" charset="0"/>
                <a:cs typeface="Arial" panose="020B0604020202020204" pitchFamily="34" charset="0"/>
              </a:defRPr>
            </a:lvl3pPr>
            <a:lvl4pPr>
              <a:lnSpc>
                <a:spcPct val="100000"/>
              </a:lnSpc>
              <a:defRPr sz="1400" b="0" i="0" spc="-30">
                <a:solidFill>
                  <a:schemeClr val="tx2"/>
                </a:solidFill>
                <a:latin typeface="Arial" panose="020B0604020202020204" pitchFamily="34" charset="0"/>
                <a:cs typeface="Arial" panose="020B0604020202020204" pitchFamily="34" charset="0"/>
              </a:defRPr>
            </a:lvl4pPr>
            <a:lvl5pPr>
              <a:lnSpc>
                <a:spcPct val="100000"/>
              </a:lnSpc>
              <a:defRPr sz="1400" b="0" i="0" spc="-30">
                <a:solidFill>
                  <a:schemeClr val="tx2"/>
                </a:solidFill>
                <a:latin typeface="Arial" panose="020B0604020202020204" pitchFamily="34" charset="0"/>
                <a:cs typeface="Arial" panose="020B0604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3" name="Content Placeholder 10">
            <a:extLst>
              <a:ext uri="{FF2B5EF4-FFF2-40B4-BE49-F238E27FC236}">
                <a16:creationId xmlns:a16="http://schemas.microsoft.com/office/drawing/2014/main" id="{C7D7AF38-C09F-B2CF-757B-713AA6C51150}"/>
              </a:ext>
            </a:extLst>
          </p:cNvPr>
          <p:cNvSpPr>
            <a:spLocks noGrp="1"/>
          </p:cNvSpPr>
          <p:nvPr>
            <p:ph sz="quarter" idx="21"/>
          </p:nvPr>
        </p:nvSpPr>
        <p:spPr>
          <a:xfrm>
            <a:off x="7966636" y="2155810"/>
            <a:ext cx="3331415" cy="1426031"/>
          </a:xfrm>
          <a:prstGeom prst="rect">
            <a:avLst/>
          </a:prstGeom>
        </p:spPr>
        <p:txBody>
          <a:bodyPr lIns="82296" rIns="0">
            <a:spAutoFit/>
          </a:bodyPr>
          <a:lstStyle>
            <a:lvl1pPr>
              <a:lnSpc>
                <a:spcPct val="100000"/>
              </a:lnSpc>
              <a:defRPr sz="1400" b="0" i="0" spc="-30">
                <a:solidFill>
                  <a:schemeClr val="tx2"/>
                </a:solidFill>
                <a:latin typeface="Arial" panose="020B0604020202020204" pitchFamily="34" charset="0"/>
                <a:cs typeface="Arial" panose="020B0604020202020204" pitchFamily="34" charset="0"/>
              </a:defRPr>
            </a:lvl1pPr>
            <a:lvl2pPr>
              <a:lnSpc>
                <a:spcPct val="100000"/>
              </a:lnSpc>
              <a:defRPr sz="1400" b="0" i="0" spc="-30">
                <a:solidFill>
                  <a:schemeClr val="tx2"/>
                </a:solidFill>
                <a:latin typeface="Arial" panose="020B0604020202020204" pitchFamily="34" charset="0"/>
                <a:cs typeface="Arial" panose="020B0604020202020204" pitchFamily="34" charset="0"/>
              </a:defRPr>
            </a:lvl2pPr>
            <a:lvl3pPr>
              <a:lnSpc>
                <a:spcPct val="100000"/>
              </a:lnSpc>
              <a:defRPr sz="1400" b="0" i="0" spc="-30">
                <a:solidFill>
                  <a:schemeClr val="tx2"/>
                </a:solidFill>
                <a:latin typeface="Arial" panose="020B0604020202020204" pitchFamily="34" charset="0"/>
                <a:cs typeface="Arial" panose="020B0604020202020204" pitchFamily="34" charset="0"/>
              </a:defRPr>
            </a:lvl3pPr>
            <a:lvl4pPr>
              <a:lnSpc>
                <a:spcPct val="100000"/>
              </a:lnSpc>
              <a:defRPr sz="1400" b="0" i="0" spc="-30">
                <a:solidFill>
                  <a:schemeClr val="tx2"/>
                </a:solidFill>
                <a:latin typeface="Arial" panose="020B0604020202020204" pitchFamily="34" charset="0"/>
                <a:cs typeface="Arial" panose="020B0604020202020204" pitchFamily="34" charset="0"/>
              </a:defRPr>
            </a:lvl4pPr>
            <a:lvl5pPr>
              <a:lnSpc>
                <a:spcPct val="100000"/>
              </a:lnSpc>
              <a:defRPr sz="1400" b="0" i="0" spc="-30">
                <a:solidFill>
                  <a:schemeClr val="tx2"/>
                </a:solidFill>
                <a:latin typeface="Arial" panose="020B0604020202020204" pitchFamily="34" charset="0"/>
                <a:cs typeface="Arial" panose="020B0604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2026 Western Digital Corporation All rights reserved">
            <a:extLst>
              <a:ext uri="{FF2B5EF4-FFF2-40B4-BE49-F238E27FC236}">
                <a16:creationId xmlns:a16="http://schemas.microsoft.com/office/drawing/2014/main" id="{7AA045E7-A44A-ACB8-AA34-0B261636B89F}"/>
              </a:ext>
            </a:extLst>
          </p:cNvPr>
          <p:cNvSpPr/>
          <p:nvPr/>
        </p:nvSpPr>
        <p:spPr>
          <a:xfrm>
            <a:off x="419100" y="6638989"/>
            <a:ext cx="2794000" cy="92589"/>
          </a:xfrm>
          <a:prstGeom prst="rect">
            <a:avLst/>
          </a:prstGeom>
          <a:noFill/>
          <a:ln/>
        </p:spPr>
        <p:txBody>
          <a:bodyPr wrap="square" lIns="0" tIns="0" rIns="0" bIns="0" rtlCol="0" anchor="t">
            <a:spAutoFit/>
          </a:bodyPr>
          <a:lstStyle/>
          <a:p>
            <a:pPr>
              <a:lnSpc>
                <a:spcPct val="75000"/>
              </a:lnSpc>
            </a:pPr>
            <a:r>
              <a:rPr lang="en-US" sz="800" b="0" i="0" dirty="0">
                <a:solidFill>
                  <a:schemeClr val="tx1"/>
                </a:solidFill>
                <a:latin typeface="Arial" panose="020B0604020202020204" pitchFamily="34" charset="0"/>
                <a:ea typeface="Arial" pitchFamily="34" charset="-122"/>
                <a:cs typeface="Arial" panose="020B0604020202020204" pitchFamily="34" charset="0"/>
              </a:rPr>
              <a:t>©  2026 Western Digital Corporation. All rights reserved.</a:t>
            </a:r>
            <a:endParaRPr lang="en-US" sz="800" b="0" i="0" dirty="0">
              <a:solidFill>
                <a:schemeClr val="tx1"/>
              </a:solidFill>
              <a:latin typeface="Arial" panose="020B0604020202020204" pitchFamily="34" charset="0"/>
              <a:cs typeface="Arial" panose="020B0604020202020204" pitchFamily="34" charset="0"/>
            </a:endParaRPr>
          </a:p>
        </p:txBody>
      </p:sp>
      <p:sp>
        <p:nvSpPr>
          <p:cNvPr id="7" name="Slide Number Placeholder 1">
            <a:extLst>
              <a:ext uri="{FF2B5EF4-FFF2-40B4-BE49-F238E27FC236}">
                <a16:creationId xmlns:a16="http://schemas.microsoft.com/office/drawing/2014/main" id="{6F8C4D60-797F-6E5D-28C1-7806C56F6A57}"/>
              </a:ext>
            </a:extLst>
          </p:cNvPr>
          <p:cNvSpPr>
            <a:spLocks noGrp="1"/>
          </p:cNvSpPr>
          <p:nvPr>
            <p:ph type="sldNum" sz="quarter" idx="4"/>
          </p:nvPr>
        </p:nvSpPr>
        <p:spPr>
          <a:xfrm>
            <a:off x="11215668" y="6562157"/>
            <a:ext cx="658832" cy="215444"/>
          </a:xfrm>
          <a:prstGeom prst="rect">
            <a:avLst/>
          </a:prstGeom>
        </p:spPr>
        <p:txBody>
          <a:bodyPr vert="horz" lIns="91440" tIns="45720" rIns="0" bIns="45720" rtlCol="0" anchor="ctr">
            <a:spAutoFit/>
          </a:bodyPr>
          <a:lstStyle>
            <a:lvl1pPr algn="r">
              <a:defRPr sz="800" b="0" i="0">
                <a:solidFill>
                  <a:schemeClr val="tx1"/>
                </a:solidFill>
                <a:latin typeface="Arial" panose="020B0604020202020204" pitchFamily="34" charset="0"/>
                <a:cs typeface="Arial" panose="020B0604020202020204" pitchFamily="34" charset="0"/>
              </a:defRPr>
            </a:lvl1pPr>
          </a:lstStyle>
          <a:p>
            <a:fld id="{B06B19F4-CF25-446C-B362-D8BB27BE9D9B}" type="slidenum">
              <a:rPr lang="en-US" smtClean="0"/>
              <a:t>‹#›</a:t>
            </a:fld>
            <a:endParaRPr lang="en-US"/>
          </a:p>
        </p:txBody>
      </p:sp>
      <p:sp>
        <p:nvSpPr>
          <p:cNvPr id="8" name="WD Confidential">
            <a:extLst>
              <a:ext uri="{FF2B5EF4-FFF2-40B4-BE49-F238E27FC236}">
                <a16:creationId xmlns:a16="http://schemas.microsoft.com/office/drawing/2014/main" id="{E6B9DE43-CB49-B21C-2E2E-7CDE82EDBB6B}"/>
              </a:ext>
            </a:extLst>
          </p:cNvPr>
          <p:cNvSpPr/>
          <p:nvPr/>
        </p:nvSpPr>
        <p:spPr>
          <a:xfrm>
            <a:off x="8991600" y="6638990"/>
            <a:ext cx="1244600" cy="92589"/>
          </a:xfrm>
          <a:prstGeom prst="rect">
            <a:avLst/>
          </a:prstGeom>
          <a:noFill/>
          <a:ln/>
        </p:spPr>
        <p:txBody>
          <a:bodyPr wrap="square" lIns="0" tIns="0" rIns="0" bIns="0" rtlCol="0" anchor="t">
            <a:spAutoFit/>
          </a:bodyPr>
          <a:lstStyle/>
          <a:p>
            <a:pPr>
              <a:lnSpc>
                <a:spcPct val="75000"/>
              </a:lnSpc>
            </a:pPr>
            <a:r>
              <a:rPr lang="en-US" sz="800" b="0" i="0" dirty="0">
                <a:solidFill>
                  <a:schemeClr val="tx1"/>
                </a:solidFill>
                <a:latin typeface="Arial" panose="020B0604020202020204" pitchFamily="34" charset="0"/>
                <a:ea typeface="Arial" pitchFamily="34" charset="-122"/>
                <a:cs typeface="Arial" panose="020B0604020202020204" pitchFamily="34" charset="0"/>
              </a:rPr>
              <a:t>WD CONFIDENTIAL</a:t>
            </a:r>
            <a:endParaRPr lang="en-US" sz="800" b="0" i="0" dirty="0">
              <a:solidFill>
                <a:schemeClr val="tx1"/>
              </a:solidFill>
              <a:latin typeface="Arial" panose="020B0604020202020204" pitchFamily="34" charset="0"/>
              <a:cs typeface="Arial" panose="020B0604020202020204" pitchFamily="34" charset="0"/>
            </a:endParaRPr>
          </a:p>
        </p:txBody>
      </p:sp>
      <p:pic>
        <p:nvPicPr>
          <p:cNvPr id="5" name="Logo" descr="preencoded.png">
            <a:extLst>
              <a:ext uri="{FF2B5EF4-FFF2-40B4-BE49-F238E27FC236}">
                <a16:creationId xmlns:a16="http://schemas.microsoft.com/office/drawing/2014/main" id="{68D06372-A8B0-AC53-63C4-8062C472FA41}"/>
              </a:ext>
            </a:extLst>
          </p:cNvPr>
          <p:cNvPicPr>
            <a:picLocks noChangeAspect="1"/>
          </p:cNvPicPr>
          <p:nvPr/>
        </p:nvPicPr>
        <p:blipFill>
          <a:blip>
            <a:extLst>
              <a:ext uri="{96DAC541-7B7A-43D3-8B79-37D633B846F1}">
                <asvg:svgBlip xmlns:asvg="http://schemas.microsoft.com/office/drawing/2016/SVG/main" r:embed="rId2"/>
              </a:ext>
            </a:extLst>
          </a:blip>
          <a:srcRect/>
          <a:stretch/>
        </p:blipFill>
        <p:spPr>
          <a:xfrm>
            <a:off x="10902950" y="419100"/>
            <a:ext cx="869950" cy="222250"/>
          </a:xfrm>
          <a:prstGeom prst="rect">
            <a:avLst/>
          </a:prstGeom>
        </p:spPr>
      </p:pic>
      <p:sp>
        <p:nvSpPr>
          <p:cNvPr id="9" name="2026 Western Digital Corporation All rights reserved">
            <a:extLst>
              <a:ext uri="{FF2B5EF4-FFF2-40B4-BE49-F238E27FC236}">
                <a16:creationId xmlns:a16="http://schemas.microsoft.com/office/drawing/2014/main" id="{0600352E-AC97-1129-81E2-C5A35EECECF3}"/>
              </a:ext>
            </a:extLst>
          </p:cNvPr>
          <p:cNvSpPr/>
          <p:nvPr/>
        </p:nvSpPr>
        <p:spPr>
          <a:xfrm>
            <a:off x="419100" y="6638989"/>
            <a:ext cx="2794000" cy="92589"/>
          </a:xfrm>
          <a:prstGeom prst="rect">
            <a:avLst/>
          </a:prstGeom>
          <a:noFill/>
          <a:ln/>
        </p:spPr>
        <p:txBody>
          <a:bodyPr wrap="square" lIns="0" tIns="0" rIns="0" bIns="0" rtlCol="0" anchor="t">
            <a:spAutoFit/>
          </a:bodyPr>
          <a:lstStyle/>
          <a:p>
            <a:pPr>
              <a:lnSpc>
                <a:spcPct val="75000"/>
              </a:lnSpc>
            </a:pPr>
            <a:r>
              <a:rPr lang="en-US" sz="800" b="0" i="0" dirty="0">
                <a:solidFill>
                  <a:schemeClr val="tx1"/>
                </a:solidFill>
                <a:latin typeface="Arial" panose="020B0604020202020204" pitchFamily="34" charset="0"/>
                <a:ea typeface="Arial" pitchFamily="34" charset="-122"/>
                <a:cs typeface="Arial" panose="020B0604020202020204" pitchFamily="34" charset="0"/>
              </a:rPr>
              <a:t>©  2026 Western Digital Corporation. All rights reserved.</a:t>
            </a:r>
            <a:endParaRPr lang="en-US" sz="800" b="0" i="0" dirty="0">
              <a:solidFill>
                <a:schemeClr val="tx1"/>
              </a:solidFill>
              <a:latin typeface="Arial" panose="020B0604020202020204" pitchFamily="34" charset="0"/>
              <a:cs typeface="Arial" panose="020B0604020202020204" pitchFamily="34" charset="0"/>
            </a:endParaRPr>
          </a:p>
        </p:txBody>
      </p:sp>
      <p:sp>
        <p:nvSpPr>
          <p:cNvPr id="10" name="WD Confidential">
            <a:extLst>
              <a:ext uri="{FF2B5EF4-FFF2-40B4-BE49-F238E27FC236}">
                <a16:creationId xmlns:a16="http://schemas.microsoft.com/office/drawing/2014/main" id="{5DB10F33-31BD-6075-2644-E5685D595314}"/>
              </a:ext>
            </a:extLst>
          </p:cNvPr>
          <p:cNvSpPr/>
          <p:nvPr/>
        </p:nvSpPr>
        <p:spPr>
          <a:xfrm>
            <a:off x="8991600" y="6638990"/>
            <a:ext cx="1244600" cy="92589"/>
          </a:xfrm>
          <a:prstGeom prst="rect">
            <a:avLst/>
          </a:prstGeom>
          <a:noFill/>
          <a:ln/>
        </p:spPr>
        <p:txBody>
          <a:bodyPr wrap="square" lIns="0" tIns="0" rIns="0" bIns="0" rtlCol="0" anchor="t">
            <a:spAutoFit/>
          </a:bodyPr>
          <a:lstStyle/>
          <a:p>
            <a:pPr>
              <a:lnSpc>
                <a:spcPct val="75000"/>
              </a:lnSpc>
            </a:pPr>
            <a:r>
              <a:rPr lang="en-US" sz="800" b="0" i="0" dirty="0">
                <a:solidFill>
                  <a:schemeClr val="tx1"/>
                </a:solidFill>
                <a:latin typeface="Arial" panose="020B0604020202020204" pitchFamily="34" charset="0"/>
                <a:ea typeface="Arial" pitchFamily="34" charset="-122"/>
                <a:cs typeface="Arial" panose="020B0604020202020204" pitchFamily="34" charset="0"/>
              </a:rPr>
              <a:t>WD CONFIDENTIAL</a:t>
            </a:r>
            <a:endParaRPr lang="en-US" sz="800" b="0" i="0" dirty="0">
              <a:solidFill>
                <a:schemeClr val="tx1"/>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47268850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p:cSld name="Title and 3-Column Content Vault Navy">
    <p:bg>
      <p:bgRef idx="1001">
        <a:schemeClr val="bg2"/>
      </p:bgRef>
    </p:bg>
    <p:spTree>
      <p:nvGrpSpPr>
        <p:cNvPr id="1" name=""/>
        <p:cNvGrpSpPr/>
        <p:nvPr/>
      </p:nvGrpSpPr>
      <p:grpSpPr>
        <a:xfrm>
          <a:off x="0" y="0"/>
          <a:ext cx="0" cy="0"/>
          <a:chOff x="0" y="0"/>
          <a:chExt cx="0" cy="0"/>
        </a:xfrm>
      </p:grpSpPr>
      <p:pic>
        <p:nvPicPr>
          <p:cNvPr id="4" name="Logo" descr="preencoded.png">
            <a:extLst>
              <a:ext uri="{FF2B5EF4-FFF2-40B4-BE49-F238E27FC236}">
                <a16:creationId xmlns:a16="http://schemas.microsoft.com/office/drawing/2014/main" id="{3DC0599E-ABE3-1DBC-6207-01260A8C27CD}"/>
              </a:ext>
            </a:extLst>
          </p:cNvPr>
          <p:cNvPicPr>
            <a:picLocks noChangeAspect="1"/>
          </p:cNvPicPr>
          <p:nvPr/>
        </p:nvPicPr>
        <p:blipFill>
          <a:blip>
            <a:extLst>
              <a:ext uri="{96DAC541-7B7A-43D3-8B79-37D633B846F1}">
                <asvg:svgBlip xmlns:asvg="http://schemas.microsoft.com/office/drawing/2016/SVG/main" r:embed="rId2"/>
              </a:ext>
            </a:extLst>
          </a:blip>
          <a:srcRect/>
          <a:stretch/>
        </p:blipFill>
        <p:spPr>
          <a:xfrm>
            <a:off x="10902950" y="419100"/>
            <a:ext cx="869950" cy="222250"/>
          </a:xfrm>
          <a:prstGeom prst="rect">
            <a:avLst/>
          </a:prstGeom>
        </p:spPr>
      </p:pic>
      <p:sp>
        <p:nvSpPr>
          <p:cNvPr id="2" name="Text Placeholder 14">
            <a:extLst>
              <a:ext uri="{FF2B5EF4-FFF2-40B4-BE49-F238E27FC236}">
                <a16:creationId xmlns:a16="http://schemas.microsoft.com/office/drawing/2014/main" id="{8BAF2F1F-41B9-6239-FDC5-2EF3FC9C2CE1}"/>
              </a:ext>
            </a:extLst>
          </p:cNvPr>
          <p:cNvSpPr>
            <a:spLocks noGrp="1"/>
          </p:cNvSpPr>
          <p:nvPr>
            <p:ph type="body" sz="quarter" idx="13" hasCustomPrompt="1"/>
          </p:nvPr>
        </p:nvSpPr>
        <p:spPr>
          <a:xfrm>
            <a:off x="339725" y="333800"/>
            <a:ext cx="2860675" cy="307777"/>
          </a:xfrm>
          <a:prstGeom prst="rect">
            <a:avLst/>
          </a:prstGeom>
        </p:spPr>
        <p:txBody>
          <a:bodyPr wrap="square" lIns="82296" rIns="0">
            <a:spAutoFit/>
          </a:bodyPr>
          <a:lstStyle>
            <a:lvl1pPr>
              <a:lnSpc>
                <a:spcPct val="100000"/>
              </a:lnSpc>
              <a:buNone/>
              <a:defRPr sz="1400" b="1" i="0" spc="-30">
                <a:solidFill>
                  <a:schemeClr val="tx1"/>
                </a:solidFill>
                <a:effectLst/>
                <a:latin typeface="Arial" panose="020B0604020202020204" pitchFamily="34" charset="0"/>
                <a:cs typeface="Arial" panose="020B0604020202020204" pitchFamily="34" charset="0"/>
              </a:defRPr>
            </a:lvl1pPr>
          </a:lstStyle>
          <a:p>
            <a:pPr lvl="0"/>
            <a:r>
              <a:rPr lang="en-US" b="1" dirty="0"/>
              <a:t>Section Header</a:t>
            </a:r>
          </a:p>
        </p:txBody>
      </p:sp>
      <p:sp>
        <p:nvSpPr>
          <p:cNvPr id="3" name="Title 2">
            <a:extLst>
              <a:ext uri="{FF2B5EF4-FFF2-40B4-BE49-F238E27FC236}">
                <a16:creationId xmlns:a16="http://schemas.microsoft.com/office/drawing/2014/main" id="{1627E8F2-579D-4FE7-1AD9-36873A936393}"/>
              </a:ext>
            </a:extLst>
          </p:cNvPr>
          <p:cNvSpPr>
            <a:spLocks noGrp="1"/>
          </p:cNvSpPr>
          <p:nvPr>
            <p:ph type="title" hasCustomPrompt="1"/>
          </p:nvPr>
        </p:nvSpPr>
        <p:spPr>
          <a:xfrm>
            <a:off x="339633" y="702407"/>
            <a:ext cx="6670767" cy="1215333"/>
          </a:xfrm>
          <a:prstGeom prst="rect">
            <a:avLst/>
          </a:prstGeom>
        </p:spPr>
        <p:txBody>
          <a:bodyPr wrap="square" lIns="45720" rIns="0">
            <a:spAutoFit/>
          </a:bodyPr>
          <a:lstStyle>
            <a:lvl1pPr>
              <a:lnSpc>
                <a:spcPct val="85000"/>
              </a:lnSpc>
              <a:defRPr sz="4200" b="0" i="0" spc="-130">
                <a:solidFill>
                  <a:schemeClr val="tx1"/>
                </a:solidFill>
                <a:effectLst/>
                <a:latin typeface="Arial" panose="020B0604020202020204" pitchFamily="34" charset="0"/>
                <a:cs typeface="Arial" panose="020B0604020202020204" pitchFamily="34" charset="0"/>
              </a:defRPr>
            </a:lvl1pPr>
          </a:lstStyle>
          <a:p>
            <a:r>
              <a:rPr lang="en-US" dirty="0"/>
              <a:t>Content Slide – Smaller, Longer Headline</a:t>
            </a:r>
          </a:p>
        </p:txBody>
      </p:sp>
      <p:sp>
        <p:nvSpPr>
          <p:cNvPr id="11" name="Content Placeholder 10">
            <a:extLst>
              <a:ext uri="{FF2B5EF4-FFF2-40B4-BE49-F238E27FC236}">
                <a16:creationId xmlns:a16="http://schemas.microsoft.com/office/drawing/2014/main" id="{13F1E54E-5BF2-A275-48ED-12E26430CADE}"/>
              </a:ext>
            </a:extLst>
          </p:cNvPr>
          <p:cNvSpPr>
            <a:spLocks noGrp="1"/>
          </p:cNvSpPr>
          <p:nvPr>
            <p:ph sz="quarter" idx="19"/>
          </p:nvPr>
        </p:nvSpPr>
        <p:spPr>
          <a:xfrm>
            <a:off x="339633" y="2155810"/>
            <a:ext cx="3357840" cy="1426031"/>
          </a:xfrm>
          <a:prstGeom prst="rect">
            <a:avLst/>
          </a:prstGeom>
        </p:spPr>
        <p:txBody>
          <a:bodyPr wrap="square" lIns="82296" rIns="0">
            <a:spAutoFit/>
          </a:bodyPr>
          <a:lstStyle>
            <a:lvl1pPr>
              <a:lnSpc>
                <a:spcPct val="100000"/>
              </a:lnSpc>
              <a:defRPr sz="1400" b="0" i="0" spc="-30">
                <a:solidFill>
                  <a:schemeClr val="tx1"/>
                </a:solidFill>
                <a:effectLst/>
                <a:latin typeface="Arial" panose="020B0604020202020204" pitchFamily="34" charset="0"/>
                <a:cs typeface="Arial" panose="020B0604020202020204" pitchFamily="34" charset="0"/>
              </a:defRPr>
            </a:lvl1pPr>
            <a:lvl2pPr>
              <a:lnSpc>
                <a:spcPct val="100000"/>
              </a:lnSpc>
              <a:defRPr sz="1400" b="0" i="0" spc="-30">
                <a:solidFill>
                  <a:schemeClr val="tx1"/>
                </a:solidFill>
                <a:effectLst/>
                <a:latin typeface="Arial" panose="020B0604020202020204" pitchFamily="34" charset="0"/>
                <a:cs typeface="Arial" panose="020B0604020202020204" pitchFamily="34" charset="0"/>
              </a:defRPr>
            </a:lvl2pPr>
            <a:lvl3pPr>
              <a:lnSpc>
                <a:spcPct val="100000"/>
              </a:lnSpc>
              <a:defRPr sz="1400" b="0" i="0" spc="-30">
                <a:solidFill>
                  <a:schemeClr val="tx1"/>
                </a:solidFill>
                <a:effectLst/>
                <a:latin typeface="Arial" panose="020B0604020202020204" pitchFamily="34" charset="0"/>
                <a:cs typeface="Arial" panose="020B0604020202020204" pitchFamily="34" charset="0"/>
              </a:defRPr>
            </a:lvl3pPr>
            <a:lvl4pPr>
              <a:lnSpc>
                <a:spcPct val="100000"/>
              </a:lnSpc>
              <a:defRPr sz="1400" b="0" i="0" spc="-30">
                <a:solidFill>
                  <a:schemeClr val="tx1"/>
                </a:solidFill>
                <a:effectLst/>
                <a:latin typeface="Arial" panose="020B0604020202020204" pitchFamily="34" charset="0"/>
                <a:cs typeface="Arial" panose="020B0604020202020204" pitchFamily="34" charset="0"/>
              </a:defRPr>
            </a:lvl4pPr>
            <a:lvl5pPr>
              <a:lnSpc>
                <a:spcPct val="100000"/>
              </a:lnSpc>
              <a:defRPr sz="1400" b="0" i="0" spc="-30">
                <a:solidFill>
                  <a:schemeClr val="tx1"/>
                </a:solidFill>
                <a:effectLst/>
                <a:latin typeface="Arial" panose="020B0604020202020204" pitchFamily="34" charset="0"/>
                <a:cs typeface="Arial" panose="020B0604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2" name="Content Placeholder 10">
            <a:extLst>
              <a:ext uri="{FF2B5EF4-FFF2-40B4-BE49-F238E27FC236}">
                <a16:creationId xmlns:a16="http://schemas.microsoft.com/office/drawing/2014/main" id="{5BE3E7D6-0DDF-2433-3B44-9E5C4144EB42}"/>
              </a:ext>
            </a:extLst>
          </p:cNvPr>
          <p:cNvSpPr>
            <a:spLocks noGrp="1"/>
          </p:cNvSpPr>
          <p:nvPr>
            <p:ph sz="quarter" idx="20"/>
          </p:nvPr>
        </p:nvSpPr>
        <p:spPr>
          <a:xfrm>
            <a:off x="4166347" y="2155810"/>
            <a:ext cx="3331415" cy="1426031"/>
          </a:xfrm>
          <a:prstGeom prst="rect">
            <a:avLst/>
          </a:prstGeom>
        </p:spPr>
        <p:txBody>
          <a:bodyPr lIns="82296" rIns="0">
            <a:spAutoFit/>
          </a:bodyPr>
          <a:lstStyle>
            <a:lvl1pPr>
              <a:lnSpc>
                <a:spcPct val="100000"/>
              </a:lnSpc>
              <a:defRPr sz="1400" b="0" i="0" spc="-30">
                <a:solidFill>
                  <a:schemeClr val="tx1"/>
                </a:solidFill>
                <a:effectLst/>
                <a:latin typeface="Arial" panose="020B0604020202020204" pitchFamily="34" charset="0"/>
                <a:cs typeface="Arial" panose="020B0604020202020204" pitchFamily="34" charset="0"/>
              </a:defRPr>
            </a:lvl1pPr>
            <a:lvl2pPr>
              <a:lnSpc>
                <a:spcPct val="100000"/>
              </a:lnSpc>
              <a:defRPr sz="1400" b="0" i="0" spc="-30">
                <a:solidFill>
                  <a:schemeClr val="tx1"/>
                </a:solidFill>
                <a:effectLst/>
                <a:latin typeface="Arial" panose="020B0604020202020204" pitchFamily="34" charset="0"/>
                <a:cs typeface="Arial" panose="020B0604020202020204" pitchFamily="34" charset="0"/>
              </a:defRPr>
            </a:lvl2pPr>
            <a:lvl3pPr>
              <a:lnSpc>
                <a:spcPct val="100000"/>
              </a:lnSpc>
              <a:defRPr sz="1400" b="0" i="0" spc="-30">
                <a:solidFill>
                  <a:schemeClr val="tx1"/>
                </a:solidFill>
                <a:effectLst/>
                <a:latin typeface="Arial" panose="020B0604020202020204" pitchFamily="34" charset="0"/>
                <a:cs typeface="Arial" panose="020B0604020202020204" pitchFamily="34" charset="0"/>
              </a:defRPr>
            </a:lvl3pPr>
            <a:lvl4pPr>
              <a:lnSpc>
                <a:spcPct val="100000"/>
              </a:lnSpc>
              <a:defRPr sz="1400" b="0" i="0" spc="-30">
                <a:solidFill>
                  <a:schemeClr val="tx1"/>
                </a:solidFill>
                <a:effectLst/>
                <a:latin typeface="Arial" panose="020B0604020202020204" pitchFamily="34" charset="0"/>
                <a:cs typeface="Arial" panose="020B0604020202020204" pitchFamily="34" charset="0"/>
              </a:defRPr>
            </a:lvl4pPr>
            <a:lvl5pPr>
              <a:lnSpc>
                <a:spcPct val="100000"/>
              </a:lnSpc>
              <a:defRPr sz="1400" b="0" i="0" spc="-30">
                <a:solidFill>
                  <a:schemeClr val="tx1"/>
                </a:solidFill>
                <a:effectLst/>
                <a:latin typeface="Arial" panose="020B0604020202020204" pitchFamily="34" charset="0"/>
                <a:cs typeface="Arial" panose="020B0604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3" name="Content Placeholder 10">
            <a:extLst>
              <a:ext uri="{FF2B5EF4-FFF2-40B4-BE49-F238E27FC236}">
                <a16:creationId xmlns:a16="http://schemas.microsoft.com/office/drawing/2014/main" id="{C7D7AF38-C09F-B2CF-757B-713AA6C51150}"/>
              </a:ext>
            </a:extLst>
          </p:cNvPr>
          <p:cNvSpPr>
            <a:spLocks noGrp="1"/>
          </p:cNvSpPr>
          <p:nvPr>
            <p:ph sz="quarter" idx="21"/>
          </p:nvPr>
        </p:nvSpPr>
        <p:spPr>
          <a:xfrm>
            <a:off x="7966636" y="2155810"/>
            <a:ext cx="3331415" cy="1426031"/>
          </a:xfrm>
          <a:prstGeom prst="rect">
            <a:avLst/>
          </a:prstGeom>
        </p:spPr>
        <p:txBody>
          <a:bodyPr lIns="82296" rIns="0">
            <a:spAutoFit/>
          </a:bodyPr>
          <a:lstStyle>
            <a:lvl1pPr>
              <a:lnSpc>
                <a:spcPct val="100000"/>
              </a:lnSpc>
              <a:defRPr sz="1400" b="0" i="0" spc="-30">
                <a:solidFill>
                  <a:schemeClr val="tx1"/>
                </a:solidFill>
                <a:effectLst/>
                <a:latin typeface="Arial" panose="020B0604020202020204" pitchFamily="34" charset="0"/>
                <a:cs typeface="Arial" panose="020B0604020202020204" pitchFamily="34" charset="0"/>
              </a:defRPr>
            </a:lvl1pPr>
            <a:lvl2pPr>
              <a:lnSpc>
                <a:spcPct val="100000"/>
              </a:lnSpc>
              <a:defRPr sz="1400" b="0" i="0" spc="-30">
                <a:solidFill>
                  <a:schemeClr val="tx1"/>
                </a:solidFill>
                <a:effectLst/>
                <a:latin typeface="Arial" panose="020B0604020202020204" pitchFamily="34" charset="0"/>
                <a:cs typeface="Arial" panose="020B0604020202020204" pitchFamily="34" charset="0"/>
              </a:defRPr>
            </a:lvl2pPr>
            <a:lvl3pPr>
              <a:lnSpc>
                <a:spcPct val="100000"/>
              </a:lnSpc>
              <a:defRPr sz="1400" b="0" i="0" spc="-30">
                <a:solidFill>
                  <a:schemeClr val="tx1"/>
                </a:solidFill>
                <a:effectLst/>
                <a:latin typeface="Arial" panose="020B0604020202020204" pitchFamily="34" charset="0"/>
                <a:cs typeface="Arial" panose="020B0604020202020204" pitchFamily="34" charset="0"/>
              </a:defRPr>
            </a:lvl3pPr>
            <a:lvl4pPr>
              <a:lnSpc>
                <a:spcPct val="100000"/>
              </a:lnSpc>
              <a:defRPr sz="1400" b="0" i="0" spc="-30">
                <a:solidFill>
                  <a:schemeClr val="tx1"/>
                </a:solidFill>
                <a:effectLst/>
                <a:latin typeface="Arial" panose="020B0604020202020204" pitchFamily="34" charset="0"/>
                <a:cs typeface="Arial" panose="020B0604020202020204" pitchFamily="34" charset="0"/>
              </a:defRPr>
            </a:lvl4pPr>
            <a:lvl5pPr>
              <a:lnSpc>
                <a:spcPct val="100000"/>
              </a:lnSpc>
              <a:defRPr sz="1400" b="0" i="0" spc="-30">
                <a:solidFill>
                  <a:schemeClr val="tx1"/>
                </a:solidFill>
                <a:effectLst/>
                <a:latin typeface="Arial" panose="020B0604020202020204" pitchFamily="34" charset="0"/>
                <a:cs typeface="Arial" panose="020B0604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2026 Western Digital Corporation All rights reserved">
            <a:extLst>
              <a:ext uri="{FF2B5EF4-FFF2-40B4-BE49-F238E27FC236}">
                <a16:creationId xmlns:a16="http://schemas.microsoft.com/office/drawing/2014/main" id="{5276F0D2-32B8-C7AC-B82A-C606D31FC7CA}"/>
              </a:ext>
            </a:extLst>
          </p:cNvPr>
          <p:cNvSpPr/>
          <p:nvPr/>
        </p:nvSpPr>
        <p:spPr>
          <a:xfrm>
            <a:off x="419100" y="6638989"/>
            <a:ext cx="2794000" cy="92589"/>
          </a:xfrm>
          <a:prstGeom prst="rect">
            <a:avLst/>
          </a:prstGeom>
          <a:noFill/>
          <a:ln/>
        </p:spPr>
        <p:txBody>
          <a:bodyPr wrap="square" lIns="0" tIns="0" rIns="0" bIns="0" rtlCol="0" anchor="t">
            <a:spAutoFit/>
          </a:bodyPr>
          <a:lstStyle/>
          <a:p>
            <a:pPr>
              <a:lnSpc>
                <a:spcPct val="75000"/>
              </a:lnSpc>
            </a:pPr>
            <a:r>
              <a:rPr lang="en-US" sz="800" b="0" i="0" dirty="0">
                <a:solidFill>
                  <a:schemeClr val="tx1"/>
                </a:solidFill>
                <a:latin typeface="Arial" panose="020B0604020202020204" pitchFamily="34" charset="0"/>
                <a:ea typeface="Arial" pitchFamily="34" charset="-122"/>
                <a:cs typeface="Arial" panose="020B0604020202020204" pitchFamily="34" charset="0"/>
              </a:rPr>
              <a:t>©  2026 Western Digital Corporation. All rights reserved.</a:t>
            </a:r>
            <a:endParaRPr lang="en-US" sz="800" b="0" i="0" dirty="0">
              <a:solidFill>
                <a:schemeClr val="tx1"/>
              </a:solidFill>
              <a:latin typeface="Arial" panose="020B0604020202020204" pitchFamily="34" charset="0"/>
              <a:cs typeface="Arial" panose="020B0604020202020204" pitchFamily="34" charset="0"/>
            </a:endParaRPr>
          </a:p>
        </p:txBody>
      </p:sp>
      <p:sp>
        <p:nvSpPr>
          <p:cNvPr id="7" name="Slide Number Placeholder 1">
            <a:extLst>
              <a:ext uri="{FF2B5EF4-FFF2-40B4-BE49-F238E27FC236}">
                <a16:creationId xmlns:a16="http://schemas.microsoft.com/office/drawing/2014/main" id="{B0239A21-7BB6-C643-D84F-C232D1980EDA}"/>
              </a:ext>
            </a:extLst>
          </p:cNvPr>
          <p:cNvSpPr>
            <a:spLocks noGrp="1"/>
          </p:cNvSpPr>
          <p:nvPr>
            <p:ph type="sldNum" sz="quarter" idx="4"/>
          </p:nvPr>
        </p:nvSpPr>
        <p:spPr>
          <a:xfrm>
            <a:off x="11215668" y="6562157"/>
            <a:ext cx="658832" cy="215444"/>
          </a:xfrm>
          <a:prstGeom prst="rect">
            <a:avLst/>
          </a:prstGeom>
        </p:spPr>
        <p:txBody>
          <a:bodyPr vert="horz" lIns="91440" tIns="45720" rIns="0" bIns="45720" rtlCol="0" anchor="ctr">
            <a:spAutoFit/>
          </a:bodyPr>
          <a:lstStyle>
            <a:lvl1pPr algn="r">
              <a:defRPr sz="800" b="0" i="0">
                <a:solidFill>
                  <a:schemeClr val="tx1"/>
                </a:solidFill>
                <a:latin typeface="Arial" panose="020B0604020202020204" pitchFamily="34" charset="0"/>
                <a:cs typeface="Arial" panose="020B0604020202020204" pitchFamily="34" charset="0"/>
              </a:defRPr>
            </a:lvl1pPr>
          </a:lstStyle>
          <a:p>
            <a:fld id="{B06B19F4-CF25-446C-B362-D8BB27BE9D9B}" type="slidenum">
              <a:rPr lang="en-US" smtClean="0"/>
              <a:t>‹#›</a:t>
            </a:fld>
            <a:endParaRPr lang="en-US"/>
          </a:p>
        </p:txBody>
      </p:sp>
      <p:sp>
        <p:nvSpPr>
          <p:cNvPr id="8" name="WD Confidential">
            <a:extLst>
              <a:ext uri="{FF2B5EF4-FFF2-40B4-BE49-F238E27FC236}">
                <a16:creationId xmlns:a16="http://schemas.microsoft.com/office/drawing/2014/main" id="{E8759531-8185-454D-6A95-FD8059730615}"/>
              </a:ext>
            </a:extLst>
          </p:cNvPr>
          <p:cNvSpPr/>
          <p:nvPr/>
        </p:nvSpPr>
        <p:spPr>
          <a:xfrm>
            <a:off x="8991600" y="6638990"/>
            <a:ext cx="1244600" cy="92589"/>
          </a:xfrm>
          <a:prstGeom prst="rect">
            <a:avLst/>
          </a:prstGeom>
          <a:noFill/>
          <a:ln/>
        </p:spPr>
        <p:txBody>
          <a:bodyPr wrap="square" lIns="0" tIns="0" rIns="0" bIns="0" rtlCol="0" anchor="t">
            <a:spAutoFit/>
          </a:bodyPr>
          <a:lstStyle/>
          <a:p>
            <a:pPr>
              <a:lnSpc>
                <a:spcPct val="75000"/>
              </a:lnSpc>
            </a:pPr>
            <a:r>
              <a:rPr lang="en-US" sz="800" b="0" i="0" dirty="0">
                <a:solidFill>
                  <a:schemeClr val="tx1"/>
                </a:solidFill>
                <a:latin typeface="Arial" panose="020B0604020202020204" pitchFamily="34" charset="0"/>
                <a:ea typeface="Arial" pitchFamily="34" charset="-122"/>
                <a:cs typeface="Arial" panose="020B0604020202020204" pitchFamily="34" charset="0"/>
              </a:rPr>
              <a:t>WD CONFIDENTIAL</a:t>
            </a:r>
            <a:endParaRPr lang="en-US" sz="800" b="0" i="0" dirty="0">
              <a:solidFill>
                <a:schemeClr val="tx1"/>
              </a:solidFill>
              <a:latin typeface="Arial" panose="020B0604020202020204" pitchFamily="34" charset="0"/>
              <a:cs typeface="Arial" panose="020B0604020202020204" pitchFamily="34" charset="0"/>
            </a:endParaRPr>
          </a:p>
        </p:txBody>
      </p:sp>
      <p:pic>
        <p:nvPicPr>
          <p:cNvPr id="5" name="Logo" descr="preencoded.png">
            <a:extLst>
              <a:ext uri="{FF2B5EF4-FFF2-40B4-BE49-F238E27FC236}">
                <a16:creationId xmlns:a16="http://schemas.microsoft.com/office/drawing/2014/main" id="{2AD71202-B59D-AA51-CD7D-ADD5754CD5C6}"/>
              </a:ext>
            </a:extLst>
          </p:cNvPr>
          <p:cNvPicPr>
            <a:picLocks noChangeAspect="1"/>
          </p:cNvPicPr>
          <p:nvPr/>
        </p:nvPicPr>
        <p:blipFill>
          <a:blip>
            <a:extLst>
              <a:ext uri="{96DAC541-7B7A-43D3-8B79-37D633B846F1}">
                <asvg:svgBlip xmlns:asvg="http://schemas.microsoft.com/office/drawing/2016/SVG/main" r:embed="rId3"/>
              </a:ext>
            </a:extLst>
          </a:blip>
          <a:srcRect/>
          <a:stretch/>
        </p:blipFill>
        <p:spPr>
          <a:xfrm>
            <a:off x="10902950" y="419100"/>
            <a:ext cx="869950" cy="222250"/>
          </a:xfrm>
          <a:prstGeom prst="rect">
            <a:avLst/>
          </a:prstGeom>
        </p:spPr>
      </p:pic>
      <p:sp>
        <p:nvSpPr>
          <p:cNvPr id="9" name="2026 Western Digital Corporation All rights reserved">
            <a:extLst>
              <a:ext uri="{FF2B5EF4-FFF2-40B4-BE49-F238E27FC236}">
                <a16:creationId xmlns:a16="http://schemas.microsoft.com/office/drawing/2014/main" id="{FE1954F3-0FCB-4BCE-075F-59BB5C31FE6B}"/>
              </a:ext>
            </a:extLst>
          </p:cNvPr>
          <p:cNvSpPr/>
          <p:nvPr/>
        </p:nvSpPr>
        <p:spPr>
          <a:xfrm>
            <a:off x="419100" y="6638989"/>
            <a:ext cx="2794000" cy="92589"/>
          </a:xfrm>
          <a:prstGeom prst="rect">
            <a:avLst/>
          </a:prstGeom>
          <a:noFill/>
          <a:ln/>
        </p:spPr>
        <p:txBody>
          <a:bodyPr wrap="square" lIns="0" tIns="0" rIns="0" bIns="0" rtlCol="0" anchor="t">
            <a:spAutoFit/>
          </a:bodyPr>
          <a:lstStyle/>
          <a:p>
            <a:pPr>
              <a:lnSpc>
                <a:spcPct val="75000"/>
              </a:lnSpc>
            </a:pPr>
            <a:r>
              <a:rPr lang="en-US" sz="800" b="0" i="0" dirty="0">
                <a:solidFill>
                  <a:schemeClr val="tx1"/>
                </a:solidFill>
                <a:latin typeface="Arial" panose="020B0604020202020204" pitchFamily="34" charset="0"/>
                <a:ea typeface="Arial" pitchFamily="34" charset="-122"/>
                <a:cs typeface="Arial" panose="020B0604020202020204" pitchFamily="34" charset="0"/>
              </a:rPr>
              <a:t>©  2026 Western Digital Corporation. All rights reserved.</a:t>
            </a:r>
            <a:endParaRPr lang="en-US" sz="800" b="0" i="0" dirty="0">
              <a:solidFill>
                <a:schemeClr val="tx1"/>
              </a:solidFill>
              <a:latin typeface="Arial" panose="020B0604020202020204" pitchFamily="34" charset="0"/>
              <a:cs typeface="Arial" panose="020B0604020202020204" pitchFamily="34" charset="0"/>
            </a:endParaRPr>
          </a:p>
        </p:txBody>
      </p:sp>
      <p:sp>
        <p:nvSpPr>
          <p:cNvPr id="10" name="WD Confidential">
            <a:extLst>
              <a:ext uri="{FF2B5EF4-FFF2-40B4-BE49-F238E27FC236}">
                <a16:creationId xmlns:a16="http://schemas.microsoft.com/office/drawing/2014/main" id="{2190B417-0548-595A-D7EB-AA1B43685C1B}"/>
              </a:ext>
            </a:extLst>
          </p:cNvPr>
          <p:cNvSpPr/>
          <p:nvPr/>
        </p:nvSpPr>
        <p:spPr>
          <a:xfrm>
            <a:off x="8991600" y="6638990"/>
            <a:ext cx="1244600" cy="92589"/>
          </a:xfrm>
          <a:prstGeom prst="rect">
            <a:avLst/>
          </a:prstGeom>
          <a:noFill/>
          <a:ln/>
        </p:spPr>
        <p:txBody>
          <a:bodyPr wrap="square" lIns="0" tIns="0" rIns="0" bIns="0" rtlCol="0" anchor="t">
            <a:spAutoFit/>
          </a:bodyPr>
          <a:lstStyle/>
          <a:p>
            <a:pPr>
              <a:lnSpc>
                <a:spcPct val="75000"/>
              </a:lnSpc>
            </a:pPr>
            <a:r>
              <a:rPr lang="en-US" sz="800" b="0" i="0" dirty="0">
                <a:solidFill>
                  <a:schemeClr val="tx1"/>
                </a:solidFill>
                <a:latin typeface="Arial" panose="020B0604020202020204" pitchFamily="34" charset="0"/>
                <a:ea typeface="Arial" pitchFamily="34" charset="-122"/>
                <a:cs typeface="Arial" panose="020B0604020202020204" pitchFamily="34" charset="0"/>
              </a:rPr>
              <a:t>WD CONFIDENTIAL</a:t>
            </a:r>
            <a:endParaRPr lang="en-US" sz="800" b="0" i="0" dirty="0">
              <a:solidFill>
                <a:schemeClr val="tx1"/>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653898174"/>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Title and Subtitle White">
    <p:bg>
      <p:bgPr>
        <a:solidFill>
          <a:schemeClr val="bg1"/>
        </a:solidFill>
        <a:effectLst/>
      </p:bgPr>
    </p:bg>
    <p:spTree>
      <p:nvGrpSpPr>
        <p:cNvPr id="1" name=""/>
        <p:cNvGrpSpPr/>
        <p:nvPr/>
      </p:nvGrpSpPr>
      <p:grpSpPr>
        <a:xfrm>
          <a:off x="0" y="0"/>
          <a:ext cx="0" cy="0"/>
          <a:chOff x="0" y="0"/>
          <a:chExt cx="0" cy="0"/>
        </a:xfrm>
      </p:grpSpPr>
      <p:pic>
        <p:nvPicPr>
          <p:cNvPr id="4" name="Logo" descr="preencoded.png">
            <a:extLst>
              <a:ext uri="{FF2B5EF4-FFF2-40B4-BE49-F238E27FC236}">
                <a16:creationId xmlns:a16="http://schemas.microsoft.com/office/drawing/2014/main" id="{3DC0599E-ABE3-1DBC-6207-01260A8C27CD}"/>
              </a:ext>
            </a:extLst>
          </p:cNvPr>
          <p:cNvPicPr>
            <a:picLocks noChangeAspect="1"/>
          </p:cNvPicPr>
          <p:nvPr/>
        </p:nvPicPr>
        <p:blipFill>
          <a:blip>
            <a:extLst>
              <a:ext uri="{96DAC541-7B7A-43D3-8B79-37D633B846F1}">
                <asvg:svgBlip xmlns:asvg="http://schemas.microsoft.com/office/drawing/2016/SVG/main" r:embed="rId2"/>
              </a:ext>
            </a:extLst>
          </a:blip>
          <a:srcRect/>
          <a:stretch/>
        </p:blipFill>
        <p:spPr>
          <a:xfrm>
            <a:off x="10902950" y="419100"/>
            <a:ext cx="869950" cy="222250"/>
          </a:xfrm>
          <a:prstGeom prst="rect">
            <a:avLst/>
          </a:prstGeom>
        </p:spPr>
      </p:pic>
      <p:sp>
        <p:nvSpPr>
          <p:cNvPr id="3" name="Text Placeholder 14">
            <a:extLst>
              <a:ext uri="{FF2B5EF4-FFF2-40B4-BE49-F238E27FC236}">
                <a16:creationId xmlns:a16="http://schemas.microsoft.com/office/drawing/2014/main" id="{5038E714-E163-FC39-1729-F3C74D0D3A71}"/>
              </a:ext>
            </a:extLst>
          </p:cNvPr>
          <p:cNvSpPr>
            <a:spLocks noGrp="1"/>
          </p:cNvSpPr>
          <p:nvPr>
            <p:ph type="body" sz="quarter" idx="13" hasCustomPrompt="1"/>
          </p:nvPr>
        </p:nvSpPr>
        <p:spPr>
          <a:xfrm>
            <a:off x="339725" y="333800"/>
            <a:ext cx="2860675" cy="307777"/>
          </a:xfrm>
          <a:prstGeom prst="rect">
            <a:avLst/>
          </a:prstGeom>
        </p:spPr>
        <p:txBody>
          <a:bodyPr wrap="square" lIns="82296" rIns="0">
            <a:spAutoFit/>
          </a:bodyPr>
          <a:lstStyle>
            <a:lvl1pPr>
              <a:lnSpc>
                <a:spcPct val="100000"/>
              </a:lnSpc>
              <a:buNone/>
              <a:defRPr sz="1400" b="1" i="0" spc="-30">
                <a:solidFill>
                  <a:schemeClr val="tx2"/>
                </a:solidFill>
                <a:latin typeface="Arial" panose="020B0604020202020204" pitchFamily="34" charset="0"/>
                <a:cs typeface="Arial" panose="020B0604020202020204" pitchFamily="34" charset="0"/>
              </a:defRPr>
            </a:lvl1pPr>
          </a:lstStyle>
          <a:p>
            <a:pPr lvl="0"/>
            <a:r>
              <a:rPr lang="en-US" b="1" dirty="0"/>
              <a:t>Section Header</a:t>
            </a:r>
          </a:p>
        </p:txBody>
      </p:sp>
      <p:sp>
        <p:nvSpPr>
          <p:cNvPr id="5" name="Title 2">
            <a:extLst>
              <a:ext uri="{FF2B5EF4-FFF2-40B4-BE49-F238E27FC236}">
                <a16:creationId xmlns:a16="http://schemas.microsoft.com/office/drawing/2014/main" id="{4E85FB4D-4CD5-438C-9DEF-860D73ABB346}"/>
              </a:ext>
            </a:extLst>
          </p:cNvPr>
          <p:cNvSpPr>
            <a:spLocks noGrp="1"/>
          </p:cNvSpPr>
          <p:nvPr>
            <p:ph type="title" hasCustomPrompt="1"/>
          </p:nvPr>
        </p:nvSpPr>
        <p:spPr>
          <a:xfrm>
            <a:off x="339633" y="702407"/>
            <a:ext cx="6669089" cy="1215333"/>
          </a:xfrm>
          <a:prstGeom prst="rect">
            <a:avLst/>
          </a:prstGeom>
        </p:spPr>
        <p:txBody>
          <a:bodyPr wrap="square" lIns="45720" rIns="0">
            <a:spAutoFit/>
          </a:bodyPr>
          <a:lstStyle>
            <a:lvl1pPr>
              <a:lnSpc>
                <a:spcPct val="85000"/>
              </a:lnSpc>
              <a:defRPr sz="4200" b="0" i="0" spc="-130">
                <a:solidFill>
                  <a:schemeClr val="tx2"/>
                </a:solidFill>
                <a:latin typeface="Arial" panose="020B0604020202020204" pitchFamily="34" charset="0"/>
                <a:cs typeface="Arial" panose="020B0604020202020204" pitchFamily="34" charset="0"/>
              </a:defRPr>
            </a:lvl1pPr>
          </a:lstStyle>
          <a:p>
            <a:r>
              <a:rPr lang="en-US" dirty="0"/>
              <a:t>Content Slide – Smaller, Longer Headline</a:t>
            </a:r>
          </a:p>
        </p:txBody>
      </p:sp>
      <p:sp>
        <p:nvSpPr>
          <p:cNvPr id="2" name="Text Placeholder 10">
            <a:extLst>
              <a:ext uri="{FF2B5EF4-FFF2-40B4-BE49-F238E27FC236}">
                <a16:creationId xmlns:a16="http://schemas.microsoft.com/office/drawing/2014/main" id="{D7CC45D7-1BAA-BAFE-C00D-0F9E4834A47D}"/>
              </a:ext>
            </a:extLst>
          </p:cNvPr>
          <p:cNvSpPr>
            <a:spLocks noGrp="1"/>
          </p:cNvSpPr>
          <p:nvPr>
            <p:ph type="body" sz="quarter" idx="16" hasCustomPrompt="1"/>
          </p:nvPr>
        </p:nvSpPr>
        <p:spPr>
          <a:xfrm>
            <a:off x="341312" y="1954332"/>
            <a:ext cx="4764088" cy="320088"/>
          </a:xfrm>
          <a:prstGeom prst="rect">
            <a:avLst/>
          </a:prstGeom>
        </p:spPr>
        <p:txBody>
          <a:bodyPr wrap="square" lIns="73152" rIns="0">
            <a:spAutoFit/>
          </a:bodyPr>
          <a:lstStyle>
            <a:lvl1pPr marL="12700" indent="-12700">
              <a:buNone/>
              <a:tabLst/>
              <a:defRPr sz="1600" b="1" i="0" spc="-40">
                <a:solidFill>
                  <a:schemeClr val="tx2"/>
                </a:solidFill>
                <a:latin typeface="Arial" panose="020B0604020202020204" pitchFamily="34" charset="0"/>
                <a:cs typeface="Arial" panose="020B0604020202020204" pitchFamily="34" charset="0"/>
              </a:defRPr>
            </a:lvl1pPr>
          </a:lstStyle>
          <a:p>
            <a:pPr lvl="0"/>
            <a:r>
              <a:rPr lang="en-US" b="1" dirty="0"/>
              <a:t>Subhead goes here</a:t>
            </a:r>
          </a:p>
        </p:txBody>
      </p:sp>
      <p:sp>
        <p:nvSpPr>
          <p:cNvPr id="6" name="2026 Western Digital Corporation All rights reserved">
            <a:extLst>
              <a:ext uri="{FF2B5EF4-FFF2-40B4-BE49-F238E27FC236}">
                <a16:creationId xmlns:a16="http://schemas.microsoft.com/office/drawing/2014/main" id="{93BC1FEF-E960-A249-9518-9C3E0D63E880}"/>
              </a:ext>
            </a:extLst>
          </p:cNvPr>
          <p:cNvSpPr/>
          <p:nvPr/>
        </p:nvSpPr>
        <p:spPr>
          <a:xfrm>
            <a:off x="419100" y="6638989"/>
            <a:ext cx="2794000" cy="92589"/>
          </a:xfrm>
          <a:prstGeom prst="rect">
            <a:avLst/>
          </a:prstGeom>
          <a:noFill/>
          <a:ln/>
        </p:spPr>
        <p:txBody>
          <a:bodyPr wrap="square" lIns="0" tIns="0" rIns="0" bIns="0" rtlCol="0" anchor="t">
            <a:spAutoFit/>
          </a:bodyPr>
          <a:lstStyle/>
          <a:p>
            <a:pPr>
              <a:lnSpc>
                <a:spcPct val="75000"/>
              </a:lnSpc>
            </a:pPr>
            <a:r>
              <a:rPr lang="en-US" sz="800" b="0" i="0" dirty="0">
                <a:solidFill>
                  <a:schemeClr val="tx1"/>
                </a:solidFill>
                <a:latin typeface="Arial" panose="020B0604020202020204" pitchFamily="34" charset="0"/>
                <a:ea typeface="Arial" pitchFamily="34" charset="-122"/>
                <a:cs typeface="Arial" panose="020B0604020202020204" pitchFamily="34" charset="0"/>
              </a:rPr>
              <a:t>©  2026 Western Digital Corporation. All rights reserved.</a:t>
            </a:r>
            <a:endParaRPr lang="en-US" sz="800" b="0" i="0" dirty="0">
              <a:solidFill>
                <a:schemeClr val="tx1"/>
              </a:solidFill>
              <a:latin typeface="Arial" panose="020B0604020202020204" pitchFamily="34" charset="0"/>
              <a:cs typeface="Arial" panose="020B0604020202020204" pitchFamily="34" charset="0"/>
            </a:endParaRPr>
          </a:p>
        </p:txBody>
      </p:sp>
      <p:sp>
        <p:nvSpPr>
          <p:cNvPr id="7" name="Slide Number Placeholder 1">
            <a:extLst>
              <a:ext uri="{FF2B5EF4-FFF2-40B4-BE49-F238E27FC236}">
                <a16:creationId xmlns:a16="http://schemas.microsoft.com/office/drawing/2014/main" id="{06D2DC00-EF0F-608A-74EB-8779CB4A16E8}"/>
              </a:ext>
            </a:extLst>
          </p:cNvPr>
          <p:cNvSpPr>
            <a:spLocks noGrp="1"/>
          </p:cNvSpPr>
          <p:nvPr>
            <p:ph type="sldNum" sz="quarter" idx="4"/>
          </p:nvPr>
        </p:nvSpPr>
        <p:spPr>
          <a:xfrm>
            <a:off x="11215668" y="6562157"/>
            <a:ext cx="658832" cy="215444"/>
          </a:xfrm>
          <a:prstGeom prst="rect">
            <a:avLst/>
          </a:prstGeom>
        </p:spPr>
        <p:txBody>
          <a:bodyPr vert="horz" lIns="91440" tIns="45720" rIns="0" bIns="45720" rtlCol="0" anchor="ctr">
            <a:spAutoFit/>
          </a:bodyPr>
          <a:lstStyle>
            <a:lvl1pPr algn="r">
              <a:defRPr sz="800" b="0" i="0">
                <a:solidFill>
                  <a:schemeClr val="tx1"/>
                </a:solidFill>
                <a:latin typeface="Arial" panose="020B0604020202020204" pitchFamily="34" charset="0"/>
                <a:cs typeface="Arial" panose="020B0604020202020204" pitchFamily="34" charset="0"/>
              </a:defRPr>
            </a:lvl1pPr>
          </a:lstStyle>
          <a:p>
            <a:fld id="{B06B19F4-CF25-446C-B362-D8BB27BE9D9B}" type="slidenum">
              <a:rPr lang="en-US" smtClean="0"/>
              <a:t>‹#›</a:t>
            </a:fld>
            <a:endParaRPr lang="en-US"/>
          </a:p>
        </p:txBody>
      </p:sp>
      <p:sp>
        <p:nvSpPr>
          <p:cNvPr id="8" name="WD Confidential">
            <a:extLst>
              <a:ext uri="{FF2B5EF4-FFF2-40B4-BE49-F238E27FC236}">
                <a16:creationId xmlns:a16="http://schemas.microsoft.com/office/drawing/2014/main" id="{ABAD58BC-78F9-B4F0-6B65-18C1CDC222D2}"/>
              </a:ext>
            </a:extLst>
          </p:cNvPr>
          <p:cNvSpPr/>
          <p:nvPr/>
        </p:nvSpPr>
        <p:spPr>
          <a:xfrm>
            <a:off x="8991600" y="6638990"/>
            <a:ext cx="1244600" cy="92589"/>
          </a:xfrm>
          <a:prstGeom prst="rect">
            <a:avLst/>
          </a:prstGeom>
          <a:noFill/>
          <a:ln/>
        </p:spPr>
        <p:txBody>
          <a:bodyPr wrap="square" lIns="0" tIns="0" rIns="0" bIns="0" rtlCol="0" anchor="t">
            <a:spAutoFit/>
          </a:bodyPr>
          <a:lstStyle/>
          <a:p>
            <a:pPr>
              <a:lnSpc>
                <a:spcPct val="75000"/>
              </a:lnSpc>
            </a:pPr>
            <a:r>
              <a:rPr lang="en-US" sz="800" b="0" i="0" dirty="0">
                <a:solidFill>
                  <a:schemeClr val="tx1"/>
                </a:solidFill>
                <a:latin typeface="Arial" panose="020B0604020202020204" pitchFamily="34" charset="0"/>
                <a:ea typeface="Arial" pitchFamily="34" charset="-122"/>
                <a:cs typeface="Arial" panose="020B0604020202020204" pitchFamily="34" charset="0"/>
              </a:rPr>
              <a:t>WD CONFIDENTIAL</a:t>
            </a:r>
            <a:endParaRPr lang="en-US" sz="800" b="0" i="0" dirty="0">
              <a:solidFill>
                <a:schemeClr val="tx1"/>
              </a:solidFill>
              <a:latin typeface="Arial" panose="020B0604020202020204" pitchFamily="34" charset="0"/>
              <a:cs typeface="Arial" panose="020B0604020202020204" pitchFamily="34" charset="0"/>
            </a:endParaRPr>
          </a:p>
        </p:txBody>
      </p:sp>
      <p:pic>
        <p:nvPicPr>
          <p:cNvPr id="9" name="Logo" descr="preencoded.png">
            <a:extLst>
              <a:ext uri="{FF2B5EF4-FFF2-40B4-BE49-F238E27FC236}">
                <a16:creationId xmlns:a16="http://schemas.microsoft.com/office/drawing/2014/main" id="{227E8393-02B2-33C5-5862-BA9303C2396B}"/>
              </a:ext>
            </a:extLst>
          </p:cNvPr>
          <p:cNvPicPr>
            <a:picLocks noChangeAspect="1"/>
          </p:cNvPicPr>
          <p:nvPr/>
        </p:nvPicPr>
        <p:blipFill>
          <a:blip>
            <a:extLst>
              <a:ext uri="{96DAC541-7B7A-43D3-8B79-37D633B846F1}">
                <asvg:svgBlip xmlns:asvg="http://schemas.microsoft.com/office/drawing/2016/SVG/main" r:embed="rId2"/>
              </a:ext>
            </a:extLst>
          </a:blip>
          <a:srcRect/>
          <a:stretch/>
        </p:blipFill>
        <p:spPr>
          <a:xfrm>
            <a:off x="10902950" y="419100"/>
            <a:ext cx="869950" cy="222250"/>
          </a:xfrm>
          <a:prstGeom prst="rect">
            <a:avLst/>
          </a:prstGeom>
        </p:spPr>
      </p:pic>
      <p:sp>
        <p:nvSpPr>
          <p:cNvPr id="10" name="2026 Western Digital Corporation All rights reserved">
            <a:extLst>
              <a:ext uri="{FF2B5EF4-FFF2-40B4-BE49-F238E27FC236}">
                <a16:creationId xmlns:a16="http://schemas.microsoft.com/office/drawing/2014/main" id="{0407264D-7C82-B419-56CD-EE44AD07121B}"/>
              </a:ext>
            </a:extLst>
          </p:cNvPr>
          <p:cNvSpPr/>
          <p:nvPr/>
        </p:nvSpPr>
        <p:spPr>
          <a:xfrm>
            <a:off x="419100" y="6638989"/>
            <a:ext cx="2794000" cy="92589"/>
          </a:xfrm>
          <a:prstGeom prst="rect">
            <a:avLst/>
          </a:prstGeom>
          <a:noFill/>
          <a:ln/>
        </p:spPr>
        <p:txBody>
          <a:bodyPr wrap="square" lIns="0" tIns="0" rIns="0" bIns="0" rtlCol="0" anchor="t">
            <a:spAutoFit/>
          </a:bodyPr>
          <a:lstStyle/>
          <a:p>
            <a:pPr>
              <a:lnSpc>
                <a:spcPct val="75000"/>
              </a:lnSpc>
            </a:pPr>
            <a:r>
              <a:rPr lang="en-US" sz="800" b="0" i="0" dirty="0">
                <a:solidFill>
                  <a:schemeClr val="tx1"/>
                </a:solidFill>
                <a:latin typeface="Arial" panose="020B0604020202020204" pitchFamily="34" charset="0"/>
                <a:ea typeface="Arial" pitchFamily="34" charset="-122"/>
                <a:cs typeface="Arial" panose="020B0604020202020204" pitchFamily="34" charset="0"/>
              </a:rPr>
              <a:t>©  2026 Western Digital Corporation. All rights reserved.</a:t>
            </a:r>
            <a:endParaRPr lang="en-US" sz="800" b="0" i="0" dirty="0">
              <a:solidFill>
                <a:schemeClr val="tx1"/>
              </a:solidFill>
              <a:latin typeface="Arial" panose="020B0604020202020204" pitchFamily="34" charset="0"/>
              <a:cs typeface="Arial" panose="020B0604020202020204" pitchFamily="34" charset="0"/>
            </a:endParaRPr>
          </a:p>
        </p:txBody>
      </p:sp>
      <p:sp>
        <p:nvSpPr>
          <p:cNvPr id="11" name="WD Confidential">
            <a:extLst>
              <a:ext uri="{FF2B5EF4-FFF2-40B4-BE49-F238E27FC236}">
                <a16:creationId xmlns:a16="http://schemas.microsoft.com/office/drawing/2014/main" id="{8D5E89F4-3B4B-17A7-F4EC-81BE741B6706}"/>
              </a:ext>
            </a:extLst>
          </p:cNvPr>
          <p:cNvSpPr/>
          <p:nvPr/>
        </p:nvSpPr>
        <p:spPr>
          <a:xfrm>
            <a:off x="8991600" y="6638990"/>
            <a:ext cx="1244600" cy="92589"/>
          </a:xfrm>
          <a:prstGeom prst="rect">
            <a:avLst/>
          </a:prstGeom>
          <a:noFill/>
          <a:ln/>
        </p:spPr>
        <p:txBody>
          <a:bodyPr wrap="square" lIns="0" tIns="0" rIns="0" bIns="0" rtlCol="0" anchor="t">
            <a:spAutoFit/>
          </a:bodyPr>
          <a:lstStyle/>
          <a:p>
            <a:pPr>
              <a:lnSpc>
                <a:spcPct val="75000"/>
              </a:lnSpc>
            </a:pPr>
            <a:r>
              <a:rPr lang="en-US" sz="800" b="0" i="0" dirty="0">
                <a:solidFill>
                  <a:schemeClr val="tx1"/>
                </a:solidFill>
                <a:latin typeface="Arial" panose="020B0604020202020204" pitchFamily="34" charset="0"/>
                <a:ea typeface="Arial" pitchFamily="34" charset="-122"/>
                <a:cs typeface="Arial" panose="020B0604020202020204" pitchFamily="34" charset="0"/>
              </a:rPr>
              <a:t>WD CONFIDENTIAL</a:t>
            </a:r>
            <a:endParaRPr lang="en-US" sz="800" b="0" i="0" dirty="0">
              <a:solidFill>
                <a:schemeClr val="tx1"/>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71809670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p:cSld name="Title and Subtitle Vault Navy">
    <p:bg>
      <p:bgRef idx="1001">
        <a:schemeClr val="bg2"/>
      </p:bgRef>
    </p:bg>
    <p:spTree>
      <p:nvGrpSpPr>
        <p:cNvPr id="1" name=""/>
        <p:cNvGrpSpPr/>
        <p:nvPr/>
      </p:nvGrpSpPr>
      <p:grpSpPr>
        <a:xfrm>
          <a:off x="0" y="0"/>
          <a:ext cx="0" cy="0"/>
          <a:chOff x="0" y="0"/>
          <a:chExt cx="0" cy="0"/>
        </a:xfrm>
      </p:grpSpPr>
      <p:pic>
        <p:nvPicPr>
          <p:cNvPr id="4" name="Logo" descr="preencoded.png">
            <a:extLst>
              <a:ext uri="{FF2B5EF4-FFF2-40B4-BE49-F238E27FC236}">
                <a16:creationId xmlns:a16="http://schemas.microsoft.com/office/drawing/2014/main" id="{3DC0599E-ABE3-1DBC-6207-01260A8C27CD}"/>
              </a:ext>
            </a:extLst>
          </p:cNvPr>
          <p:cNvPicPr>
            <a:picLocks noChangeAspect="1"/>
          </p:cNvPicPr>
          <p:nvPr/>
        </p:nvPicPr>
        <p:blipFill>
          <a:blip>
            <a:extLst>
              <a:ext uri="{96DAC541-7B7A-43D3-8B79-37D633B846F1}">
                <asvg:svgBlip xmlns:asvg="http://schemas.microsoft.com/office/drawing/2016/SVG/main" r:embed="rId2"/>
              </a:ext>
            </a:extLst>
          </a:blip>
          <a:srcRect/>
          <a:stretch/>
        </p:blipFill>
        <p:spPr>
          <a:xfrm>
            <a:off x="10902950" y="419100"/>
            <a:ext cx="869950" cy="222250"/>
          </a:xfrm>
          <a:prstGeom prst="rect">
            <a:avLst/>
          </a:prstGeom>
        </p:spPr>
      </p:pic>
      <p:sp>
        <p:nvSpPr>
          <p:cNvPr id="3" name="Text Placeholder 14">
            <a:extLst>
              <a:ext uri="{FF2B5EF4-FFF2-40B4-BE49-F238E27FC236}">
                <a16:creationId xmlns:a16="http://schemas.microsoft.com/office/drawing/2014/main" id="{5038E714-E163-FC39-1729-F3C74D0D3A71}"/>
              </a:ext>
            </a:extLst>
          </p:cNvPr>
          <p:cNvSpPr>
            <a:spLocks noGrp="1"/>
          </p:cNvSpPr>
          <p:nvPr>
            <p:ph type="body" sz="quarter" idx="13" hasCustomPrompt="1"/>
          </p:nvPr>
        </p:nvSpPr>
        <p:spPr>
          <a:xfrm>
            <a:off x="339725" y="333800"/>
            <a:ext cx="2860675" cy="307777"/>
          </a:xfrm>
          <a:prstGeom prst="rect">
            <a:avLst/>
          </a:prstGeom>
        </p:spPr>
        <p:txBody>
          <a:bodyPr wrap="square" lIns="82296" rIns="0">
            <a:spAutoFit/>
          </a:bodyPr>
          <a:lstStyle>
            <a:lvl1pPr>
              <a:lnSpc>
                <a:spcPct val="100000"/>
              </a:lnSpc>
              <a:buNone/>
              <a:defRPr sz="1400" b="1" i="0" spc="-30">
                <a:solidFill>
                  <a:schemeClr val="tx1"/>
                </a:solidFill>
                <a:latin typeface="Arial" panose="020B0604020202020204" pitchFamily="34" charset="0"/>
                <a:cs typeface="Arial" panose="020B0604020202020204" pitchFamily="34" charset="0"/>
              </a:defRPr>
            </a:lvl1pPr>
          </a:lstStyle>
          <a:p>
            <a:pPr lvl="0"/>
            <a:r>
              <a:rPr lang="en-US" b="1" dirty="0"/>
              <a:t>Section Header</a:t>
            </a:r>
          </a:p>
        </p:txBody>
      </p:sp>
      <p:sp>
        <p:nvSpPr>
          <p:cNvPr id="5" name="Title 2">
            <a:extLst>
              <a:ext uri="{FF2B5EF4-FFF2-40B4-BE49-F238E27FC236}">
                <a16:creationId xmlns:a16="http://schemas.microsoft.com/office/drawing/2014/main" id="{4E85FB4D-4CD5-438C-9DEF-860D73ABB346}"/>
              </a:ext>
            </a:extLst>
          </p:cNvPr>
          <p:cNvSpPr>
            <a:spLocks noGrp="1"/>
          </p:cNvSpPr>
          <p:nvPr>
            <p:ph type="title" hasCustomPrompt="1"/>
          </p:nvPr>
        </p:nvSpPr>
        <p:spPr>
          <a:xfrm>
            <a:off x="339633" y="702407"/>
            <a:ext cx="6669089" cy="1215333"/>
          </a:xfrm>
          <a:prstGeom prst="rect">
            <a:avLst/>
          </a:prstGeom>
        </p:spPr>
        <p:txBody>
          <a:bodyPr wrap="square" lIns="45720" rIns="0">
            <a:spAutoFit/>
          </a:bodyPr>
          <a:lstStyle>
            <a:lvl1pPr>
              <a:lnSpc>
                <a:spcPct val="85000"/>
              </a:lnSpc>
              <a:defRPr sz="4200" b="0" i="0" spc="-130">
                <a:solidFill>
                  <a:schemeClr val="tx1"/>
                </a:solidFill>
                <a:latin typeface="Arial" panose="020B0604020202020204" pitchFamily="34" charset="0"/>
                <a:cs typeface="Arial" panose="020B0604020202020204" pitchFamily="34" charset="0"/>
              </a:defRPr>
            </a:lvl1pPr>
          </a:lstStyle>
          <a:p>
            <a:r>
              <a:rPr lang="en-US" dirty="0"/>
              <a:t>Content Slide – Smaller, Longer Headline</a:t>
            </a:r>
          </a:p>
        </p:txBody>
      </p:sp>
      <p:sp>
        <p:nvSpPr>
          <p:cNvPr id="2" name="Text Placeholder 10">
            <a:extLst>
              <a:ext uri="{FF2B5EF4-FFF2-40B4-BE49-F238E27FC236}">
                <a16:creationId xmlns:a16="http://schemas.microsoft.com/office/drawing/2014/main" id="{D7CC45D7-1BAA-BAFE-C00D-0F9E4834A47D}"/>
              </a:ext>
            </a:extLst>
          </p:cNvPr>
          <p:cNvSpPr>
            <a:spLocks noGrp="1"/>
          </p:cNvSpPr>
          <p:nvPr>
            <p:ph type="body" sz="quarter" idx="16" hasCustomPrompt="1"/>
          </p:nvPr>
        </p:nvSpPr>
        <p:spPr>
          <a:xfrm>
            <a:off x="341312" y="1954332"/>
            <a:ext cx="4764088" cy="320088"/>
          </a:xfrm>
          <a:prstGeom prst="rect">
            <a:avLst/>
          </a:prstGeom>
        </p:spPr>
        <p:txBody>
          <a:bodyPr wrap="square" lIns="73152" rIns="0">
            <a:spAutoFit/>
          </a:bodyPr>
          <a:lstStyle>
            <a:lvl1pPr marL="12700" indent="-12700">
              <a:buNone/>
              <a:tabLst/>
              <a:defRPr sz="1600" b="1" i="0" spc="-40">
                <a:solidFill>
                  <a:schemeClr val="tx1"/>
                </a:solidFill>
                <a:latin typeface="Arial" panose="020B0604020202020204" pitchFamily="34" charset="0"/>
                <a:cs typeface="Arial" panose="020B0604020202020204" pitchFamily="34" charset="0"/>
              </a:defRPr>
            </a:lvl1pPr>
          </a:lstStyle>
          <a:p>
            <a:pPr lvl="0"/>
            <a:r>
              <a:rPr lang="en-US" b="1" dirty="0"/>
              <a:t>Subhead goes here</a:t>
            </a:r>
          </a:p>
        </p:txBody>
      </p:sp>
      <p:sp>
        <p:nvSpPr>
          <p:cNvPr id="6" name="2026 Western Digital Corporation All rights reserved">
            <a:extLst>
              <a:ext uri="{FF2B5EF4-FFF2-40B4-BE49-F238E27FC236}">
                <a16:creationId xmlns:a16="http://schemas.microsoft.com/office/drawing/2014/main" id="{391D50C1-A731-51B6-C715-F0D945EC168E}"/>
              </a:ext>
            </a:extLst>
          </p:cNvPr>
          <p:cNvSpPr/>
          <p:nvPr/>
        </p:nvSpPr>
        <p:spPr>
          <a:xfrm>
            <a:off x="419100" y="6638989"/>
            <a:ext cx="2794000" cy="92589"/>
          </a:xfrm>
          <a:prstGeom prst="rect">
            <a:avLst/>
          </a:prstGeom>
          <a:noFill/>
          <a:ln/>
        </p:spPr>
        <p:txBody>
          <a:bodyPr wrap="square" lIns="0" tIns="0" rIns="0" bIns="0" rtlCol="0" anchor="t">
            <a:spAutoFit/>
          </a:bodyPr>
          <a:lstStyle/>
          <a:p>
            <a:pPr>
              <a:lnSpc>
                <a:spcPct val="75000"/>
              </a:lnSpc>
            </a:pPr>
            <a:r>
              <a:rPr lang="en-US" sz="800" b="0" i="0" dirty="0">
                <a:solidFill>
                  <a:schemeClr val="tx1"/>
                </a:solidFill>
                <a:latin typeface="Arial" panose="020B0604020202020204" pitchFamily="34" charset="0"/>
                <a:ea typeface="Arial" pitchFamily="34" charset="-122"/>
                <a:cs typeface="Arial" panose="020B0604020202020204" pitchFamily="34" charset="0"/>
              </a:rPr>
              <a:t>©  2026 Western Digital Corporation. All rights reserved.</a:t>
            </a:r>
            <a:endParaRPr lang="en-US" sz="800" b="0" i="0" dirty="0">
              <a:solidFill>
                <a:schemeClr val="tx1"/>
              </a:solidFill>
              <a:latin typeface="Arial" panose="020B0604020202020204" pitchFamily="34" charset="0"/>
              <a:cs typeface="Arial" panose="020B0604020202020204" pitchFamily="34" charset="0"/>
            </a:endParaRPr>
          </a:p>
        </p:txBody>
      </p:sp>
      <p:sp>
        <p:nvSpPr>
          <p:cNvPr id="7" name="Slide Number Placeholder 1">
            <a:extLst>
              <a:ext uri="{FF2B5EF4-FFF2-40B4-BE49-F238E27FC236}">
                <a16:creationId xmlns:a16="http://schemas.microsoft.com/office/drawing/2014/main" id="{EB91A628-CC27-D7BB-57A2-EF12184D6514}"/>
              </a:ext>
            </a:extLst>
          </p:cNvPr>
          <p:cNvSpPr>
            <a:spLocks noGrp="1"/>
          </p:cNvSpPr>
          <p:nvPr>
            <p:ph type="sldNum" sz="quarter" idx="4"/>
          </p:nvPr>
        </p:nvSpPr>
        <p:spPr>
          <a:xfrm>
            <a:off x="11215668" y="6562157"/>
            <a:ext cx="658832" cy="215444"/>
          </a:xfrm>
          <a:prstGeom prst="rect">
            <a:avLst/>
          </a:prstGeom>
        </p:spPr>
        <p:txBody>
          <a:bodyPr vert="horz" lIns="91440" tIns="45720" rIns="0" bIns="45720" rtlCol="0" anchor="ctr">
            <a:spAutoFit/>
          </a:bodyPr>
          <a:lstStyle>
            <a:lvl1pPr algn="r">
              <a:defRPr sz="800" b="0" i="0">
                <a:solidFill>
                  <a:schemeClr val="tx1"/>
                </a:solidFill>
                <a:latin typeface="Arial" panose="020B0604020202020204" pitchFamily="34" charset="0"/>
                <a:cs typeface="Arial" panose="020B0604020202020204" pitchFamily="34" charset="0"/>
              </a:defRPr>
            </a:lvl1pPr>
          </a:lstStyle>
          <a:p>
            <a:fld id="{B06B19F4-CF25-446C-B362-D8BB27BE9D9B}" type="slidenum">
              <a:rPr lang="en-US" smtClean="0"/>
              <a:t>‹#›</a:t>
            </a:fld>
            <a:endParaRPr lang="en-US"/>
          </a:p>
        </p:txBody>
      </p:sp>
      <p:sp>
        <p:nvSpPr>
          <p:cNvPr id="8" name="WD Confidential">
            <a:extLst>
              <a:ext uri="{FF2B5EF4-FFF2-40B4-BE49-F238E27FC236}">
                <a16:creationId xmlns:a16="http://schemas.microsoft.com/office/drawing/2014/main" id="{DC20F77F-3AA0-4B76-4250-0F2C0B243FF0}"/>
              </a:ext>
            </a:extLst>
          </p:cNvPr>
          <p:cNvSpPr/>
          <p:nvPr/>
        </p:nvSpPr>
        <p:spPr>
          <a:xfrm>
            <a:off x="8991600" y="6638990"/>
            <a:ext cx="1244600" cy="92589"/>
          </a:xfrm>
          <a:prstGeom prst="rect">
            <a:avLst/>
          </a:prstGeom>
          <a:noFill/>
          <a:ln/>
        </p:spPr>
        <p:txBody>
          <a:bodyPr wrap="square" lIns="0" tIns="0" rIns="0" bIns="0" rtlCol="0" anchor="t">
            <a:spAutoFit/>
          </a:bodyPr>
          <a:lstStyle/>
          <a:p>
            <a:pPr>
              <a:lnSpc>
                <a:spcPct val="75000"/>
              </a:lnSpc>
            </a:pPr>
            <a:r>
              <a:rPr lang="en-US" sz="800" b="0" i="0" dirty="0">
                <a:solidFill>
                  <a:schemeClr val="tx1"/>
                </a:solidFill>
                <a:latin typeface="Arial" panose="020B0604020202020204" pitchFamily="34" charset="0"/>
                <a:ea typeface="Arial" pitchFamily="34" charset="-122"/>
                <a:cs typeface="Arial" panose="020B0604020202020204" pitchFamily="34" charset="0"/>
              </a:rPr>
              <a:t>WD CONFIDENTIAL</a:t>
            </a:r>
            <a:endParaRPr lang="en-US" sz="800" b="0" i="0" dirty="0">
              <a:solidFill>
                <a:schemeClr val="tx1"/>
              </a:solidFill>
              <a:latin typeface="Arial" panose="020B0604020202020204" pitchFamily="34" charset="0"/>
              <a:cs typeface="Arial" panose="020B0604020202020204" pitchFamily="34" charset="0"/>
            </a:endParaRPr>
          </a:p>
        </p:txBody>
      </p:sp>
      <p:pic>
        <p:nvPicPr>
          <p:cNvPr id="9" name="Logo" descr="preencoded.png">
            <a:extLst>
              <a:ext uri="{FF2B5EF4-FFF2-40B4-BE49-F238E27FC236}">
                <a16:creationId xmlns:a16="http://schemas.microsoft.com/office/drawing/2014/main" id="{5967BE44-FE85-90B0-6A34-1D9E62743B83}"/>
              </a:ext>
            </a:extLst>
          </p:cNvPr>
          <p:cNvPicPr>
            <a:picLocks noChangeAspect="1"/>
          </p:cNvPicPr>
          <p:nvPr/>
        </p:nvPicPr>
        <p:blipFill>
          <a:blip>
            <a:extLst>
              <a:ext uri="{96DAC541-7B7A-43D3-8B79-37D633B846F1}">
                <asvg:svgBlip xmlns:asvg="http://schemas.microsoft.com/office/drawing/2016/SVG/main" r:embed="rId3"/>
              </a:ext>
            </a:extLst>
          </a:blip>
          <a:srcRect/>
          <a:stretch/>
        </p:blipFill>
        <p:spPr>
          <a:xfrm>
            <a:off x="10902950" y="419100"/>
            <a:ext cx="869950" cy="222250"/>
          </a:xfrm>
          <a:prstGeom prst="rect">
            <a:avLst/>
          </a:prstGeom>
        </p:spPr>
      </p:pic>
      <p:sp>
        <p:nvSpPr>
          <p:cNvPr id="10" name="2026 Western Digital Corporation All rights reserved">
            <a:extLst>
              <a:ext uri="{FF2B5EF4-FFF2-40B4-BE49-F238E27FC236}">
                <a16:creationId xmlns:a16="http://schemas.microsoft.com/office/drawing/2014/main" id="{BBD8A698-2258-3FBA-D593-3DE31FE4283E}"/>
              </a:ext>
            </a:extLst>
          </p:cNvPr>
          <p:cNvSpPr/>
          <p:nvPr/>
        </p:nvSpPr>
        <p:spPr>
          <a:xfrm>
            <a:off x="419100" y="6638989"/>
            <a:ext cx="2794000" cy="92589"/>
          </a:xfrm>
          <a:prstGeom prst="rect">
            <a:avLst/>
          </a:prstGeom>
          <a:noFill/>
          <a:ln/>
        </p:spPr>
        <p:txBody>
          <a:bodyPr wrap="square" lIns="0" tIns="0" rIns="0" bIns="0" rtlCol="0" anchor="t">
            <a:spAutoFit/>
          </a:bodyPr>
          <a:lstStyle/>
          <a:p>
            <a:pPr>
              <a:lnSpc>
                <a:spcPct val="75000"/>
              </a:lnSpc>
            </a:pPr>
            <a:r>
              <a:rPr lang="en-US" sz="800" b="0" i="0" dirty="0">
                <a:solidFill>
                  <a:schemeClr val="tx1"/>
                </a:solidFill>
                <a:latin typeface="Arial" panose="020B0604020202020204" pitchFamily="34" charset="0"/>
                <a:ea typeface="Arial" pitchFamily="34" charset="-122"/>
                <a:cs typeface="Arial" panose="020B0604020202020204" pitchFamily="34" charset="0"/>
              </a:rPr>
              <a:t>©  2026 Western Digital Corporation. All rights reserved.</a:t>
            </a:r>
            <a:endParaRPr lang="en-US" sz="800" b="0" i="0" dirty="0">
              <a:solidFill>
                <a:schemeClr val="tx1"/>
              </a:solidFill>
              <a:latin typeface="Arial" panose="020B0604020202020204" pitchFamily="34" charset="0"/>
              <a:cs typeface="Arial" panose="020B0604020202020204" pitchFamily="34" charset="0"/>
            </a:endParaRPr>
          </a:p>
        </p:txBody>
      </p:sp>
      <p:sp>
        <p:nvSpPr>
          <p:cNvPr id="11" name="WD Confidential">
            <a:extLst>
              <a:ext uri="{FF2B5EF4-FFF2-40B4-BE49-F238E27FC236}">
                <a16:creationId xmlns:a16="http://schemas.microsoft.com/office/drawing/2014/main" id="{7BD45D5B-4074-AECC-8CFE-B661E704842E}"/>
              </a:ext>
            </a:extLst>
          </p:cNvPr>
          <p:cNvSpPr/>
          <p:nvPr/>
        </p:nvSpPr>
        <p:spPr>
          <a:xfrm>
            <a:off x="8991600" y="6638990"/>
            <a:ext cx="1244600" cy="92589"/>
          </a:xfrm>
          <a:prstGeom prst="rect">
            <a:avLst/>
          </a:prstGeom>
          <a:noFill/>
          <a:ln/>
        </p:spPr>
        <p:txBody>
          <a:bodyPr wrap="square" lIns="0" tIns="0" rIns="0" bIns="0" rtlCol="0" anchor="t">
            <a:spAutoFit/>
          </a:bodyPr>
          <a:lstStyle/>
          <a:p>
            <a:pPr>
              <a:lnSpc>
                <a:spcPct val="75000"/>
              </a:lnSpc>
            </a:pPr>
            <a:r>
              <a:rPr lang="en-US" sz="800" b="0" i="0" dirty="0">
                <a:solidFill>
                  <a:schemeClr val="tx1"/>
                </a:solidFill>
                <a:latin typeface="Arial" panose="020B0604020202020204" pitchFamily="34" charset="0"/>
                <a:ea typeface="Arial" pitchFamily="34" charset="-122"/>
                <a:cs typeface="Arial" panose="020B0604020202020204" pitchFamily="34" charset="0"/>
              </a:rPr>
              <a:t>WD CONFIDENTIAL</a:t>
            </a:r>
            <a:endParaRPr lang="en-US" sz="800" b="0" i="0" dirty="0">
              <a:solidFill>
                <a:schemeClr val="tx1"/>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087163567"/>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p:cSld name="Title and Subtitle (Right) White">
    <p:bg>
      <p:bgPr>
        <a:solidFill>
          <a:schemeClr val="bg1"/>
        </a:solidFill>
        <a:effectLst/>
      </p:bgPr>
    </p:bg>
    <p:spTree>
      <p:nvGrpSpPr>
        <p:cNvPr id="1" name=""/>
        <p:cNvGrpSpPr/>
        <p:nvPr/>
      </p:nvGrpSpPr>
      <p:grpSpPr>
        <a:xfrm>
          <a:off x="0" y="0"/>
          <a:ext cx="0" cy="0"/>
          <a:chOff x="0" y="0"/>
          <a:chExt cx="0" cy="0"/>
        </a:xfrm>
      </p:grpSpPr>
      <p:pic>
        <p:nvPicPr>
          <p:cNvPr id="4" name="Logo" descr="preencoded.png">
            <a:extLst>
              <a:ext uri="{FF2B5EF4-FFF2-40B4-BE49-F238E27FC236}">
                <a16:creationId xmlns:a16="http://schemas.microsoft.com/office/drawing/2014/main" id="{3DC0599E-ABE3-1DBC-6207-01260A8C27CD}"/>
              </a:ext>
            </a:extLst>
          </p:cNvPr>
          <p:cNvPicPr>
            <a:picLocks noChangeAspect="1"/>
          </p:cNvPicPr>
          <p:nvPr/>
        </p:nvPicPr>
        <p:blipFill>
          <a:blip>
            <a:extLst>
              <a:ext uri="{96DAC541-7B7A-43D3-8B79-37D633B846F1}">
                <asvg:svgBlip xmlns:asvg="http://schemas.microsoft.com/office/drawing/2016/SVG/main" r:embed="rId2"/>
              </a:ext>
            </a:extLst>
          </a:blip>
          <a:srcRect/>
          <a:stretch/>
        </p:blipFill>
        <p:spPr>
          <a:xfrm>
            <a:off x="10902950" y="419100"/>
            <a:ext cx="869950" cy="222250"/>
          </a:xfrm>
          <a:prstGeom prst="rect">
            <a:avLst/>
          </a:prstGeom>
        </p:spPr>
      </p:pic>
      <p:sp>
        <p:nvSpPr>
          <p:cNvPr id="3" name="Text Placeholder 14">
            <a:extLst>
              <a:ext uri="{FF2B5EF4-FFF2-40B4-BE49-F238E27FC236}">
                <a16:creationId xmlns:a16="http://schemas.microsoft.com/office/drawing/2014/main" id="{5038E714-E163-FC39-1729-F3C74D0D3A71}"/>
              </a:ext>
            </a:extLst>
          </p:cNvPr>
          <p:cNvSpPr>
            <a:spLocks noGrp="1"/>
          </p:cNvSpPr>
          <p:nvPr>
            <p:ph type="body" sz="quarter" idx="13" hasCustomPrompt="1"/>
          </p:nvPr>
        </p:nvSpPr>
        <p:spPr>
          <a:xfrm>
            <a:off x="339725" y="333800"/>
            <a:ext cx="2860675" cy="307777"/>
          </a:xfrm>
          <a:prstGeom prst="rect">
            <a:avLst/>
          </a:prstGeom>
        </p:spPr>
        <p:txBody>
          <a:bodyPr wrap="square" lIns="82296" rIns="0">
            <a:spAutoFit/>
          </a:bodyPr>
          <a:lstStyle>
            <a:lvl1pPr>
              <a:lnSpc>
                <a:spcPct val="100000"/>
              </a:lnSpc>
              <a:buNone/>
              <a:defRPr sz="1400" b="1" i="0" spc="-30">
                <a:solidFill>
                  <a:schemeClr val="tx2"/>
                </a:solidFill>
                <a:latin typeface="Arial" panose="020B0604020202020204" pitchFamily="34" charset="0"/>
                <a:cs typeface="Arial" panose="020B0604020202020204" pitchFamily="34" charset="0"/>
              </a:defRPr>
            </a:lvl1pPr>
          </a:lstStyle>
          <a:p>
            <a:pPr lvl="0"/>
            <a:r>
              <a:rPr lang="en-US" b="1" dirty="0"/>
              <a:t>Section Header</a:t>
            </a:r>
          </a:p>
        </p:txBody>
      </p:sp>
      <p:sp>
        <p:nvSpPr>
          <p:cNvPr id="5" name="Title 2">
            <a:extLst>
              <a:ext uri="{FF2B5EF4-FFF2-40B4-BE49-F238E27FC236}">
                <a16:creationId xmlns:a16="http://schemas.microsoft.com/office/drawing/2014/main" id="{4E85FB4D-4CD5-438C-9DEF-860D73ABB346}"/>
              </a:ext>
            </a:extLst>
          </p:cNvPr>
          <p:cNvSpPr>
            <a:spLocks noGrp="1"/>
          </p:cNvSpPr>
          <p:nvPr>
            <p:ph type="title" hasCustomPrompt="1"/>
          </p:nvPr>
        </p:nvSpPr>
        <p:spPr>
          <a:xfrm>
            <a:off x="339633" y="702407"/>
            <a:ext cx="4765767" cy="1215333"/>
          </a:xfrm>
          <a:prstGeom prst="rect">
            <a:avLst/>
          </a:prstGeom>
        </p:spPr>
        <p:txBody>
          <a:bodyPr wrap="square" lIns="45720" rIns="0">
            <a:spAutoFit/>
          </a:bodyPr>
          <a:lstStyle>
            <a:lvl1pPr>
              <a:lnSpc>
                <a:spcPct val="85000"/>
              </a:lnSpc>
              <a:defRPr sz="4200" b="0" i="0" spc="-130">
                <a:solidFill>
                  <a:schemeClr val="tx2"/>
                </a:solidFill>
                <a:latin typeface="Arial" panose="020B0604020202020204" pitchFamily="34" charset="0"/>
                <a:cs typeface="Arial" panose="020B0604020202020204" pitchFamily="34" charset="0"/>
              </a:defRPr>
            </a:lvl1pPr>
          </a:lstStyle>
          <a:p>
            <a:r>
              <a:rPr lang="en-US" dirty="0"/>
              <a:t>Content or Data Slide Headline</a:t>
            </a:r>
          </a:p>
        </p:txBody>
      </p:sp>
      <p:sp>
        <p:nvSpPr>
          <p:cNvPr id="9" name="Text Placeholder 10">
            <a:extLst>
              <a:ext uri="{FF2B5EF4-FFF2-40B4-BE49-F238E27FC236}">
                <a16:creationId xmlns:a16="http://schemas.microsoft.com/office/drawing/2014/main" id="{D1A82A6F-B32A-AE87-DB81-26831C56D43B}"/>
              </a:ext>
            </a:extLst>
          </p:cNvPr>
          <p:cNvSpPr>
            <a:spLocks noGrp="1"/>
          </p:cNvSpPr>
          <p:nvPr>
            <p:ph type="body" sz="quarter" idx="16" hasCustomPrompt="1"/>
          </p:nvPr>
        </p:nvSpPr>
        <p:spPr>
          <a:xfrm>
            <a:off x="6096000" y="702407"/>
            <a:ext cx="1908175" cy="757130"/>
          </a:xfrm>
          <a:prstGeom prst="rect">
            <a:avLst/>
          </a:prstGeom>
        </p:spPr>
        <p:txBody>
          <a:bodyPr wrap="square" lIns="73152" rIns="0">
            <a:spAutoFit/>
          </a:bodyPr>
          <a:lstStyle>
            <a:lvl1pPr marL="12700" indent="-12700">
              <a:buNone/>
              <a:tabLst/>
              <a:defRPr sz="1600" b="1" i="0" spc="-40">
                <a:solidFill>
                  <a:schemeClr val="tx2"/>
                </a:solidFill>
                <a:latin typeface="Arial" panose="020B0604020202020204" pitchFamily="34" charset="0"/>
                <a:cs typeface="Arial" panose="020B0604020202020204" pitchFamily="34" charset="0"/>
              </a:defRPr>
            </a:lvl1pPr>
          </a:lstStyle>
          <a:p>
            <a:pPr lvl="0"/>
            <a:r>
              <a:rPr lang="en-US" b="1" dirty="0"/>
              <a:t>Optional subtitle or key takeaway goes here</a:t>
            </a:r>
          </a:p>
        </p:txBody>
      </p:sp>
      <p:sp>
        <p:nvSpPr>
          <p:cNvPr id="6" name="2026 Western Digital Corporation All rights reserved">
            <a:extLst>
              <a:ext uri="{FF2B5EF4-FFF2-40B4-BE49-F238E27FC236}">
                <a16:creationId xmlns:a16="http://schemas.microsoft.com/office/drawing/2014/main" id="{E859BBAB-728B-1AD4-F240-65960E3235E3}"/>
              </a:ext>
            </a:extLst>
          </p:cNvPr>
          <p:cNvSpPr/>
          <p:nvPr/>
        </p:nvSpPr>
        <p:spPr>
          <a:xfrm>
            <a:off x="419100" y="6638989"/>
            <a:ext cx="2794000" cy="92589"/>
          </a:xfrm>
          <a:prstGeom prst="rect">
            <a:avLst/>
          </a:prstGeom>
          <a:noFill/>
          <a:ln/>
        </p:spPr>
        <p:txBody>
          <a:bodyPr wrap="square" lIns="0" tIns="0" rIns="0" bIns="0" rtlCol="0" anchor="t">
            <a:spAutoFit/>
          </a:bodyPr>
          <a:lstStyle/>
          <a:p>
            <a:pPr>
              <a:lnSpc>
                <a:spcPct val="75000"/>
              </a:lnSpc>
            </a:pPr>
            <a:r>
              <a:rPr lang="en-US" sz="800" b="0" i="0" dirty="0">
                <a:solidFill>
                  <a:schemeClr val="tx1"/>
                </a:solidFill>
                <a:latin typeface="Arial" panose="020B0604020202020204" pitchFamily="34" charset="0"/>
                <a:ea typeface="Arial" pitchFamily="34" charset="-122"/>
                <a:cs typeface="Arial" panose="020B0604020202020204" pitchFamily="34" charset="0"/>
              </a:rPr>
              <a:t>©  2026 Western Digital Corporation. All rights reserved.</a:t>
            </a:r>
            <a:endParaRPr lang="en-US" sz="800" b="0" i="0" dirty="0">
              <a:solidFill>
                <a:schemeClr val="tx1"/>
              </a:solidFill>
              <a:latin typeface="Arial" panose="020B0604020202020204" pitchFamily="34" charset="0"/>
              <a:cs typeface="Arial" panose="020B0604020202020204" pitchFamily="34" charset="0"/>
            </a:endParaRPr>
          </a:p>
        </p:txBody>
      </p:sp>
      <p:sp>
        <p:nvSpPr>
          <p:cNvPr id="7" name="Slide Number Placeholder 1">
            <a:extLst>
              <a:ext uri="{FF2B5EF4-FFF2-40B4-BE49-F238E27FC236}">
                <a16:creationId xmlns:a16="http://schemas.microsoft.com/office/drawing/2014/main" id="{4FC36E1C-5DDB-DAD1-AE29-676A690FBDDC}"/>
              </a:ext>
            </a:extLst>
          </p:cNvPr>
          <p:cNvSpPr>
            <a:spLocks noGrp="1"/>
          </p:cNvSpPr>
          <p:nvPr>
            <p:ph type="sldNum" sz="quarter" idx="4"/>
          </p:nvPr>
        </p:nvSpPr>
        <p:spPr>
          <a:xfrm>
            <a:off x="11215668" y="6562157"/>
            <a:ext cx="658832" cy="215444"/>
          </a:xfrm>
          <a:prstGeom prst="rect">
            <a:avLst/>
          </a:prstGeom>
        </p:spPr>
        <p:txBody>
          <a:bodyPr vert="horz" lIns="91440" tIns="45720" rIns="0" bIns="45720" rtlCol="0" anchor="ctr">
            <a:spAutoFit/>
          </a:bodyPr>
          <a:lstStyle>
            <a:lvl1pPr algn="r">
              <a:defRPr sz="800" b="0" i="0">
                <a:solidFill>
                  <a:schemeClr val="tx1"/>
                </a:solidFill>
                <a:latin typeface="Arial" panose="020B0604020202020204" pitchFamily="34" charset="0"/>
                <a:cs typeface="Arial" panose="020B0604020202020204" pitchFamily="34" charset="0"/>
              </a:defRPr>
            </a:lvl1pPr>
          </a:lstStyle>
          <a:p>
            <a:fld id="{B06B19F4-CF25-446C-B362-D8BB27BE9D9B}" type="slidenum">
              <a:rPr lang="en-US" smtClean="0"/>
              <a:t>‹#›</a:t>
            </a:fld>
            <a:endParaRPr lang="en-US"/>
          </a:p>
        </p:txBody>
      </p:sp>
      <p:sp>
        <p:nvSpPr>
          <p:cNvPr id="8" name="WD Confidential">
            <a:extLst>
              <a:ext uri="{FF2B5EF4-FFF2-40B4-BE49-F238E27FC236}">
                <a16:creationId xmlns:a16="http://schemas.microsoft.com/office/drawing/2014/main" id="{4402B233-F83C-1F9A-4CCF-EBE075349530}"/>
              </a:ext>
            </a:extLst>
          </p:cNvPr>
          <p:cNvSpPr/>
          <p:nvPr/>
        </p:nvSpPr>
        <p:spPr>
          <a:xfrm>
            <a:off x="8991600" y="6638990"/>
            <a:ext cx="1244600" cy="92589"/>
          </a:xfrm>
          <a:prstGeom prst="rect">
            <a:avLst/>
          </a:prstGeom>
          <a:noFill/>
          <a:ln/>
        </p:spPr>
        <p:txBody>
          <a:bodyPr wrap="square" lIns="0" tIns="0" rIns="0" bIns="0" rtlCol="0" anchor="t">
            <a:spAutoFit/>
          </a:bodyPr>
          <a:lstStyle/>
          <a:p>
            <a:pPr>
              <a:lnSpc>
                <a:spcPct val="75000"/>
              </a:lnSpc>
            </a:pPr>
            <a:r>
              <a:rPr lang="en-US" sz="800" b="0" i="0" dirty="0">
                <a:solidFill>
                  <a:schemeClr val="tx1"/>
                </a:solidFill>
                <a:latin typeface="Arial" panose="020B0604020202020204" pitchFamily="34" charset="0"/>
                <a:ea typeface="Arial" pitchFamily="34" charset="-122"/>
                <a:cs typeface="Arial" panose="020B0604020202020204" pitchFamily="34" charset="0"/>
              </a:rPr>
              <a:t>WD CONFIDENTIAL</a:t>
            </a:r>
            <a:endParaRPr lang="en-US" sz="800" b="0" i="0" dirty="0">
              <a:solidFill>
                <a:schemeClr val="tx1"/>
              </a:solidFill>
              <a:latin typeface="Arial" panose="020B0604020202020204" pitchFamily="34" charset="0"/>
              <a:cs typeface="Arial" panose="020B0604020202020204" pitchFamily="34" charset="0"/>
            </a:endParaRPr>
          </a:p>
        </p:txBody>
      </p:sp>
      <p:pic>
        <p:nvPicPr>
          <p:cNvPr id="2" name="Logo" descr="preencoded.png">
            <a:extLst>
              <a:ext uri="{FF2B5EF4-FFF2-40B4-BE49-F238E27FC236}">
                <a16:creationId xmlns:a16="http://schemas.microsoft.com/office/drawing/2014/main" id="{E634490A-DB97-60E0-D7BD-A2D216CC2D80}"/>
              </a:ext>
            </a:extLst>
          </p:cNvPr>
          <p:cNvPicPr>
            <a:picLocks noChangeAspect="1"/>
          </p:cNvPicPr>
          <p:nvPr/>
        </p:nvPicPr>
        <p:blipFill>
          <a:blip>
            <a:extLst>
              <a:ext uri="{96DAC541-7B7A-43D3-8B79-37D633B846F1}">
                <asvg:svgBlip xmlns:asvg="http://schemas.microsoft.com/office/drawing/2016/SVG/main" r:embed="rId2"/>
              </a:ext>
            </a:extLst>
          </a:blip>
          <a:srcRect/>
          <a:stretch/>
        </p:blipFill>
        <p:spPr>
          <a:xfrm>
            <a:off x="10902950" y="419100"/>
            <a:ext cx="869950" cy="222250"/>
          </a:xfrm>
          <a:prstGeom prst="rect">
            <a:avLst/>
          </a:prstGeom>
        </p:spPr>
      </p:pic>
      <p:sp>
        <p:nvSpPr>
          <p:cNvPr id="10" name="2026 Western Digital Corporation All rights reserved">
            <a:extLst>
              <a:ext uri="{FF2B5EF4-FFF2-40B4-BE49-F238E27FC236}">
                <a16:creationId xmlns:a16="http://schemas.microsoft.com/office/drawing/2014/main" id="{4DEB32EA-A240-BD84-565C-959A51FF146F}"/>
              </a:ext>
            </a:extLst>
          </p:cNvPr>
          <p:cNvSpPr/>
          <p:nvPr/>
        </p:nvSpPr>
        <p:spPr>
          <a:xfrm>
            <a:off x="419100" y="6638989"/>
            <a:ext cx="2794000" cy="92589"/>
          </a:xfrm>
          <a:prstGeom prst="rect">
            <a:avLst/>
          </a:prstGeom>
          <a:noFill/>
          <a:ln/>
        </p:spPr>
        <p:txBody>
          <a:bodyPr wrap="square" lIns="0" tIns="0" rIns="0" bIns="0" rtlCol="0" anchor="t">
            <a:spAutoFit/>
          </a:bodyPr>
          <a:lstStyle/>
          <a:p>
            <a:pPr>
              <a:lnSpc>
                <a:spcPct val="75000"/>
              </a:lnSpc>
            </a:pPr>
            <a:r>
              <a:rPr lang="en-US" sz="800" b="0" i="0" dirty="0">
                <a:solidFill>
                  <a:schemeClr val="tx1"/>
                </a:solidFill>
                <a:latin typeface="Arial" panose="020B0604020202020204" pitchFamily="34" charset="0"/>
                <a:ea typeface="Arial" pitchFamily="34" charset="-122"/>
                <a:cs typeface="Arial" panose="020B0604020202020204" pitchFamily="34" charset="0"/>
              </a:rPr>
              <a:t>©  2026 Western Digital Corporation. All rights reserved.</a:t>
            </a:r>
            <a:endParaRPr lang="en-US" sz="800" b="0" i="0" dirty="0">
              <a:solidFill>
                <a:schemeClr val="tx1"/>
              </a:solidFill>
              <a:latin typeface="Arial" panose="020B0604020202020204" pitchFamily="34" charset="0"/>
              <a:cs typeface="Arial" panose="020B0604020202020204" pitchFamily="34" charset="0"/>
            </a:endParaRPr>
          </a:p>
        </p:txBody>
      </p:sp>
      <p:sp>
        <p:nvSpPr>
          <p:cNvPr id="11" name="WD Confidential">
            <a:extLst>
              <a:ext uri="{FF2B5EF4-FFF2-40B4-BE49-F238E27FC236}">
                <a16:creationId xmlns:a16="http://schemas.microsoft.com/office/drawing/2014/main" id="{5302E79D-A5FF-8BA0-A938-CD4C1E35D85B}"/>
              </a:ext>
            </a:extLst>
          </p:cNvPr>
          <p:cNvSpPr/>
          <p:nvPr/>
        </p:nvSpPr>
        <p:spPr>
          <a:xfrm>
            <a:off x="8991600" y="6638990"/>
            <a:ext cx="1244600" cy="92589"/>
          </a:xfrm>
          <a:prstGeom prst="rect">
            <a:avLst/>
          </a:prstGeom>
          <a:noFill/>
          <a:ln/>
        </p:spPr>
        <p:txBody>
          <a:bodyPr wrap="square" lIns="0" tIns="0" rIns="0" bIns="0" rtlCol="0" anchor="t">
            <a:spAutoFit/>
          </a:bodyPr>
          <a:lstStyle/>
          <a:p>
            <a:pPr>
              <a:lnSpc>
                <a:spcPct val="75000"/>
              </a:lnSpc>
            </a:pPr>
            <a:r>
              <a:rPr lang="en-US" sz="800" b="0" i="0" dirty="0">
                <a:solidFill>
                  <a:schemeClr val="tx1"/>
                </a:solidFill>
                <a:latin typeface="Arial" panose="020B0604020202020204" pitchFamily="34" charset="0"/>
                <a:ea typeface="Arial" pitchFamily="34" charset="-122"/>
                <a:cs typeface="Arial" panose="020B0604020202020204" pitchFamily="34" charset="0"/>
              </a:rPr>
              <a:t>WD CONFIDENTIAL</a:t>
            </a:r>
            <a:endParaRPr lang="en-US" sz="800" b="0" i="0" dirty="0">
              <a:solidFill>
                <a:schemeClr val="tx1"/>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2386487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9.xml><?xml version="1.0" encoding="utf-8"?>
<p:sldLayout xmlns:a="http://schemas.openxmlformats.org/drawingml/2006/main" xmlns:r="http://schemas.openxmlformats.org/officeDocument/2006/relationships" xmlns:p="http://schemas.openxmlformats.org/presentationml/2006/main" showMasterSp="0" preserve="1">
  <p:cSld name="Title and Subtitle (Right) Vault Navy">
    <p:bg>
      <p:bgRef idx="1001">
        <a:schemeClr val="bg2"/>
      </p:bgRef>
    </p:bg>
    <p:spTree>
      <p:nvGrpSpPr>
        <p:cNvPr id="1" name=""/>
        <p:cNvGrpSpPr/>
        <p:nvPr/>
      </p:nvGrpSpPr>
      <p:grpSpPr>
        <a:xfrm>
          <a:off x="0" y="0"/>
          <a:ext cx="0" cy="0"/>
          <a:chOff x="0" y="0"/>
          <a:chExt cx="0" cy="0"/>
        </a:xfrm>
      </p:grpSpPr>
      <p:pic>
        <p:nvPicPr>
          <p:cNvPr id="4" name="Logo" descr="preencoded.png">
            <a:extLst>
              <a:ext uri="{FF2B5EF4-FFF2-40B4-BE49-F238E27FC236}">
                <a16:creationId xmlns:a16="http://schemas.microsoft.com/office/drawing/2014/main" id="{3DC0599E-ABE3-1DBC-6207-01260A8C27CD}"/>
              </a:ext>
            </a:extLst>
          </p:cNvPr>
          <p:cNvPicPr>
            <a:picLocks noChangeAspect="1"/>
          </p:cNvPicPr>
          <p:nvPr/>
        </p:nvPicPr>
        <p:blipFill>
          <a:blip>
            <a:extLst>
              <a:ext uri="{96DAC541-7B7A-43D3-8B79-37D633B846F1}">
                <asvg:svgBlip xmlns:asvg="http://schemas.microsoft.com/office/drawing/2016/SVG/main" r:embed="rId2"/>
              </a:ext>
            </a:extLst>
          </a:blip>
          <a:srcRect/>
          <a:stretch/>
        </p:blipFill>
        <p:spPr>
          <a:xfrm>
            <a:off x="10902950" y="419100"/>
            <a:ext cx="869950" cy="222250"/>
          </a:xfrm>
          <a:prstGeom prst="rect">
            <a:avLst/>
          </a:prstGeom>
        </p:spPr>
      </p:pic>
      <p:sp>
        <p:nvSpPr>
          <p:cNvPr id="3" name="Text Placeholder 14">
            <a:extLst>
              <a:ext uri="{FF2B5EF4-FFF2-40B4-BE49-F238E27FC236}">
                <a16:creationId xmlns:a16="http://schemas.microsoft.com/office/drawing/2014/main" id="{5038E714-E163-FC39-1729-F3C74D0D3A71}"/>
              </a:ext>
            </a:extLst>
          </p:cNvPr>
          <p:cNvSpPr>
            <a:spLocks noGrp="1"/>
          </p:cNvSpPr>
          <p:nvPr>
            <p:ph type="body" sz="quarter" idx="13" hasCustomPrompt="1"/>
          </p:nvPr>
        </p:nvSpPr>
        <p:spPr>
          <a:xfrm>
            <a:off x="339725" y="333800"/>
            <a:ext cx="2860675" cy="307777"/>
          </a:xfrm>
          <a:prstGeom prst="rect">
            <a:avLst/>
          </a:prstGeom>
        </p:spPr>
        <p:txBody>
          <a:bodyPr wrap="square" lIns="82296" rIns="0">
            <a:spAutoFit/>
          </a:bodyPr>
          <a:lstStyle>
            <a:lvl1pPr>
              <a:lnSpc>
                <a:spcPct val="100000"/>
              </a:lnSpc>
              <a:buNone/>
              <a:defRPr sz="1400" b="1" i="0" spc="-30">
                <a:solidFill>
                  <a:schemeClr val="tx1"/>
                </a:solidFill>
                <a:latin typeface="Arial" panose="020B0604020202020204" pitchFamily="34" charset="0"/>
                <a:cs typeface="Arial" panose="020B0604020202020204" pitchFamily="34" charset="0"/>
              </a:defRPr>
            </a:lvl1pPr>
          </a:lstStyle>
          <a:p>
            <a:pPr lvl="0"/>
            <a:r>
              <a:rPr lang="en-US" b="1" dirty="0"/>
              <a:t>Section Header</a:t>
            </a:r>
          </a:p>
        </p:txBody>
      </p:sp>
      <p:sp>
        <p:nvSpPr>
          <p:cNvPr id="5" name="Title 2">
            <a:extLst>
              <a:ext uri="{FF2B5EF4-FFF2-40B4-BE49-F238E27FC236}">
                <a16:creationId xmlns:a16="http://schemas.microsoft.com/office/drawing/2014/main" id="{4E85FB4D-4CD5-438C-9DEF-860D73ABB346}"/>
              </a:ext>
            </a:extLst>
          </p:cNvPr>
          <p:cNvSpPr>
            <a:spLocks noGrp="1"/>
          </p:cNvSpPr>
          <p:nvPr>
            <p:ph type="title" hasCustomPrompt="1"/>
          </p:nvPr>
        </p:nvSpPr>
        <p:spPr>
          <a:xfrm>
            <a:off x="339633" y="702407"/>
            <a:ext cx="4765767" cy="1215333"/>
          </a:xfrm>
          <a:prstGeom prst="rect">
            <a:avLst/>
          </a:prstGeom>
        </p:spPr>
        <p:txBody>
          <a:bodyPr wrap="square" lIns="45720" rIns="0">
            <a:spAutoFit/>
          </a:bodyPr>
          <a:lstStyle>
            <a:lvl1pPr>
              <a:lnSpc>
                <a:spcPct val="85000"/>
              </a:lnSpc>
              <a:defRPr sz="4200" b="0" i="0" spc="-130">
                <a:solidFill>
                  <a:schemeClr val="tx1"/>
                </a:solidFill>
                <a:latin typeface="Arial" panose="020B0604020202020204" pitchFamily="34" charset="0"/>
                <a:cs typeface="Arial" panose="020B0604020202020204" pitchFamily="34" charset="0"/>
              </a:defRPr>
            </a:lvl1pPr>
          </a:lstStyle>
          <a:p>
            <a:r>
              <a:rPr lang="en-US" dirty="0"/>
              <a:t>Content or Data Slide Headline</a:t>
            </a:r>
          </a:p>
        </p:txBody>
      </p:sp>
      <p:sp>
        <p:nvSpPr>
          <p:cNvPr id="9" name="Text Placeholder 10">
            <a:extLst>
              <a:ext uri="{FF2B5EF4-FFF2-40B4-BE49-F238E27FC236}">
                <a16:creationId xmlns:a16="http://schemas.microsoft.com/office/drawing/2014/main" id="{D1A82A6F-B32A-AE87-DB81-26831C56D43B}"/>
              </a:ext>
            </a:extLst>
          </p:cNvPr>
          <p:cNvSpPr>
            <a:spLocks noGrp="1"/>
          </p:cNvSpPr>
          <p:nvPr>
            <p:ph type="body" sz="quarter" idx="16" hasCustomPrompt="1"/>
          </p:nvPr>
        </p:nvSpPr>
        <p:spPr>
          <a:xfrm>
            <a:off x="6096000" y="702407"/>
            <a:ext cx="1908175" cy="757130"/>
          </a:xfrm>
          <a:prstGeom prst="rect">
            <a:avLst/>
          </a:prstGeom>
        </p:spPr>
        <p:txBody>
          <a:bodyPr wrap="square" lIns="73152" rIns="0">
            <a:spAutoFit/>
          </a:bodyPr>
          <a:lstStyle>
            <a:lvl1pPr marL="12700" indent="-12700">
              <a:buNone/>
              <a:tabLst/>
              <a:defRPr sz="1600" b="1" i="0" spc="-40">
                <a:solidFill>
                  <a:schemeClr val="tx1"/>
                </a:solidFill>
                <a:latin typeface="Arial" panose="020B0604020202020204" pitchFamily="34" charset="0"/>
                <a:cs typeface="Arial" panose="020B0604020202020204" pitchFamily="34" charset="0"/>
              </a:defRPr>
            </a:lvl1pPr>
          </a:lstStyle>
          <a:p>
            <a:pPr lvl="0"/>
            <a:r>
              <a:rPr lang="en-US" b="1" dirty="0"/>
              <a:t>Optional subtitle or key takeaway goes here</a:t>
            </a:r>
          </a:p>
        </p:txBody>
      </p:sp>
      <p:sp>
        <p:nvSpPr>
          <p:cNvPr id="6" name="2026 Western Digital Corporation All rights reserved">
            <a:extLst>
              <a:ext uri="{FF2B5EF4-FFF2-40B4-BE49-F238E27FC236}">
                <a16:creationId xmlns:a16="http://schemas.microsoft.com/office/drawing/2014/main" id="{1310BAEA-1179-6A57-1C60-48E419B2AF07}"/>
              </a:ext>
            </a:extLst>
          </p:cNvPr>
          <p:cNvSpPr/>
          <p:nvPr/>
        </p:nvSpPr>
        <p:spPr>
          <a:xfrm>
            <a:off x="419100" y="6638989"/>
            <a:ext cx="2794000" cy="92589"/>
          </a:xfrm>
          <a:prstGeom prst="rect">
            <a:avLst/>
          </a:prstGeom>
          <a:noFill/>
          <a:ln/>
        </p:spPr>
        <p:txBody>
          <a:bodyPr wrap="square" lIns="0" tIns="0" rIns="0" bIns="0" rtlCol="0" anchor="t">
            <a:spAutoFit/>
          </a:bodyPr>
          <a:lstStyle/>
          <a:p>
            <a:pPr>
              <a:lnSpc>
                <a:spcPct val="75000"/>
              </a:lnSpc>
            </a:pPr>
            <a:r>
              <a:rPr lang="en-US" sz="800" b="0" i="0" dirty="0">
                <a:solidFill>
                  <a:schemeClr val="tx1"/>
                </a:solidFill>
                <a:latin typeface="Arial" panose="020B0604020202020204" pitchFamily="34" charset="0"/>
                <a:ea typeface="Arial" pitchFamily="34" charset="-122"/>
                <a:cs typeface="Arial" panose="020B0604020202020204" pitchFamily="34" charset="0"/>
              </a:rPr>
              <a:t>©  2026 Western Digital Corporation. All rights reserved.</a:t>
            </a:r>
            <a:endParaRPr lang="en-US" sz="800" b="0" i="0" dirty="0">
              <a:solidFill>
                <a:schemeClr val="tx1"/>
              </a:solidFill>
              <a:latin typeface="Arial" panose="020B0604020202020204" pitchFamily="34" charset="0"/>
              <a:cs typeface="Arial" panose="020B0604020202020204" pitchFamily="34" charset="0"/>
            </a:endParaRPr>
          </a:p>
        </p:txBody>
      </p:sp>
      <p:sp>
        <p:nvSpPr>
          <p:cNvPr id="7" name="Slide Number Placeholder 1">
            <a:extLst>
              <a:ext uri="{FF2B5EF4-FFF2-40B4-BE49-F238E27FC236}">
                <a16:creationId xmlns:a16="http://schemas.microsoft.com/office/drawing/2014/main" id="{BF43CC62-22B1-1062-ACE0-78C131212169}"/>
              </a:ext>
            </a:extLst>
          </p:cNvPr>
          <p:cNvSpPr>
            <a:spLocks noGrp="1"/>
          </p:cNvSpPr>
          <p:nvPr>
            <p:ph type="sldNum" sz="quarter" idx="4"/>
          </p:nvPr>
        </p:nvSpPr>
        <p:spPr>
          <a:xfrm>
            <a:off x="11215668" y="6562157"/>
            <a:ext cx="658832" cy="215444"/>
          </a:xfrm>
          <a:prstGeom prst="rect">
            <a:avLst/>
          </a:prstGeom>
        </p:spPr>
        <p:txBody>
          <a:bodyPr vert="horz" lIns="91440" tIns="45720" rIns="0" bIns="45720" rtlCol="0" anchor="ctr">
            <a:spAutoFit/>
          </a:bodyPr>
          <a:lstStyle>
            <a:lvl1pPr algn="r">
              <a:defRPr sz="800" b="0" i="0">
                <a:solidFill>
                  <a:schemeClr val="tx1"/>
                </a:solidFill>
                <a:latin typeface="Arial" panose="020B0604020202020204" pitchFamily="34" charset="0"/>
                <a:cs typeface="Arial" panose="020B0604020202020204" pitchFamily="34" charset="0"/>
              </a:defRPr>
            </a:lvl1pPr>
          </a:lstStyle>
          <a:p>
            <a:fld id="{B06B19F4-CF25-446C-B362-D8BB27BE9D9B}" type="slidenum">
              <a:rPr lang="en-US" smtClean="0"/>
              <a:t>‹#›</a:t>
            </a:fld>
            <a:endParaRPr lang="en-US"/>
          </a:p>
        </p:txBody>
      </p:sp>
      <p:sp>
        <p:nvSpPr>
          <p:cNvPr id="8" name="WD Confidential">
            <a:extLst>
              <a:ext uri="{FF2B5EF4-FFF2-40B4-BE49-F238E27FC236}">
                <a16:creationId xmlns:a16="http://schemas.microsoft.com/office/drawing/2014/main" id="{E33C62C1-D9E5-2CF9-079C-6E54F23AA011}"/>
              </a:ext>
            </a:extLst>
          </p:cNvPr>
          <p:cNvSpPr/>
          <p:nvPr/>
        </p:nvSpPr>
        <p:spPr>
          <a:xfrm>
            <a:off x="8991600" y="6638990"/>
            <a:ext cx="1244600" cy="92589"/>
          </a:xfrm>
          <a:prstGeom prst="rect">
            <a:avLst/>
          </a:prstGeom>
          <a:noFill/>
          <a:ln/>
        </p:spPr>
        <p:txBody>
          <a:bodyPr wrap="square" lIns="0" tIns="0" rIns="0" bIns="0" rtlCol="0" anchor="t">
            <a:spAutoFit/>
          </a:bodyPr>
          <a:lstStyle/>
          <a:p>
            <a:pPr>
              <a:lnSpc>
                <a:spcPct val="75000"/>
              </a:lnSpc>
            </a:pPr>
            <a:r>
              <a:rPr lang="en-US" sz="800" b="0" i="0" dirty="0">
                <a:solidFill>
                  <a:schemeClr val="tx1"/>
                </a:solidFill>
                <a:latin typeface="Arial" panose="020B0604020202020204" pitchFamily="34" charset="0"/>
                <a:ea typeface="Arial" pitchFamily="34" charset="-122"/>
                <a:cs typeface="Arial" panose="020B0604020202020204" pitchFamily="34" charset="0"/>
              </a:rPr>
              <a:t>WD CONFIDENTIAL</a:t>
            </a:r>
            <a:endParaRPr lang="en-US" sz="800" b="0" i="0" dirty="0">
              <a:solidFill>
                <a:schemeClr val="tx1"/>
              </a:solidFill>
              <a:latin typeface="Arial" panose="020B0604020202020204" pitchFamily="34" charset="0"/>
              <a:cs typeface="Arial" panose="020B0604020202020204" pitchFamily="34" charset="0"/>
            </a:endParaRPr>
          </a:p>
        </p:txBody>
      </p:sp>
      <p:pic>
        <p:nvPicPr>
          <p:cNvPr id="2" name="Logo" descr="preencoded.png">
            <a:extLst>
              <a:ext uri="{FF2B5EF4-FFF2-40B4-BE49-F238E27FC236}">
                <a16:creationId xmlns:a16="http://schemas.microsoft.com/office/drawing/2014/main" id="{76F4FB81-4CBB-EE50-C79B-CD0230F16598}"/>
              </a:ext>
            </a:extLst>
          </p:cNvPr>
          <p:cNvPicPr>
            <a:picLocks noChangeAspect="1"/>
          </p:cNvPicPr>
          <p:nvPr/>
        </p:nvPicPr>
        <p:blipFill>
          <a:blip>
            <a:extLst>
              <a:ext uri="{96DAC541-7B7A-43D3-8B79-37D633B846F1}">
                <asvg:svgBlip xmlns:asvg="http://schemas.microsoft.com/office/drawing/2016/SVG/main" r:embed="rId3"/>
              </a:ext>
            </a:extLst>
          </a:blip>
          <a:srcRect/>
          <a:stretch/>
        </p:blipFill>
        <p:spPr>
          <a:xfrm>
            <a:off x="10902950" y="419100"/>
            <a:ext cx="869950" cy="222250"/>
          </a:xfrm>
          <a:prstGeom prst="rect">
            <a:avLst/>
          </a:prstGeom>
        </p:spPr>
      </p:pic>
      <p:sp>
        <p:nvSpPr>
          <p:cNvPr id="10" name="2026 Western Digital Corporation All rights reserved">
            <a:extLst>
              <a:ext uri="{FF2B5EF4-FFF2-40B4-BE49-F238E27FC236}">
                <a16:creationId xmlns:a16="http://schemas.microsoft.com/office/drawing/2014/main" id="{62C4627D-9C10-8E70-10AD-C6FBDACBFDFE}"/>
              </a:ext>
            </a:extLst>
          </p:cNvPr>
          <p:cNvSpPr/>
          <p:nvPr/>
        </p:nvSpPr>
        <p:spPr>
          <a:xfrm>
            <a:off x="419100" y="6638989"/>
            <a:ext cx="2794000" cy="92589"/>
          </a:xfrm>
          <a:prstGeom prst="rect">
            <a:avLst/>
          </a:prstGeom>
          <a:noFill/>
          <a:ln/>
        </p:spPr>
        <p:txBody>
          <a:bodyPr wrap="square" lIns="0" tIns="0" rIns="0" bIns="0" rtlCol="0" anchor="t">
            <a:spAutoFit/>
          </a:bodyPr>
          <a:lstStyle/>
          <a:p>
            <a:pPr>
              <a:lnSpc>
                <a:spcPct val="75000"/>
              </a:lnSpc>
            </a:pPr>
            <a:r>
              <a:rPr lang="en-US" sz="800" b="0" i="0" dirty="0">
                <a:solidFill>
                  <a:schemeClr val="tx1"/>
                </a:solidFill>
                <a:latin typeface="Arial" panose="020B0604020202020204" pitchFamily="34" charset="0"/>
                <a:ea typeface="Arial" pitchFamily="34" charset="-122"/>
                <a:cs typeface="Arial" panose="020B0604020202020204" pitchFamily="34" charset="0"/>
              </a:rPr>
              <a:t>©  2026 Western Digital Corporation. All rights reserved.</a:t>
            </a:r>
            <a:endParaRPr lang="en-US" sz="800" b="0" i="0" dirty="0">
              <a:solidFill>
                <a:schemeClr val="tx1"/>
              </a:solidFill>
              <a:latin typeface="Arial" panose="020B0604020202020204" pitchFamily="34" charset="0"/>
              <a:cs typeface="Arial" panose="020B0604020202020204" pitchFamily="34" charset="0"/>
            </a:endParaRPr>
          </a:p>
        </p:txBody>
      </p:sp>
      <p:sp>
        <p:nvSpPr>
          <p:cNvPr id="11" name="WD Confidential">
            <a:extLst>
              <a:ext uri="{FF2B5EF4-FFF2-40B4-BE49-F238E27FC236}">
                <a16:creationId xmlns:a16="http://schemas.microsoft.com/office/drawing/2014/main" id="{140EFB13-9E1C-9655-F7AB-65B8E9464BA3}"/>
              </a:ext>
            </a:extLst>
          </p:cNvPr>
          <p:cNvSpPr/>
          <p:nvPr/>
        </p:nvSpPr>
        <p:spPr>
          <a:xfrm>
            <a:off x="8991600" y="6638990"/>
            <a:ext cx="1244600" cy="92589"/>
          </a:xfrm>
          <a:prstGeom prst="rect">
            <a:avLst/>
          </a:prstGeom>
          <a:noFill/>
          <a:ln/>
        </p:spPr>
        <p:txBody>
          <a:bodyPr wrap="square" lIns="0" tIns="0" rIns="0" bIns="0" rtlCol="0" anchor="t">
            <a:spAutoFit/>
          </a:bodyPr>
          <a:lstStyle/>
          <a:p>
            <a:pPr>
              <a:lnSpc>
                <a:spcPct val="75000"/>
              </a:lnSpc>
            </a:pPr>
            <a:r>
              <a:rPr lang="en-US" sz="800" b="0" i="0" dirty="0">
                <a:solidFill>
                  <a:schemeClr val="tx1"/>
                </a:solidFill>
                <a:latin typeface="Arial" panose="020B0604020202020204" pitchFamily="34" charset="0"/>
                <a:ea typeface="Arial" pitchFamily="34" charset="-122"/>
                <a:cs typeface="Arial" panose="020B0604020202020204" pitchFamily="34" charset="0"/>
              </a:rPr>
              <a:t>WD CONFIDENTIAL</a:t>
            </a:r>
            <a:endParaRPr lang="en-US" sz="800" b="0" i="0" dirty="0">
              <a:solidFill>
                <a:schemeClr val="tx1"/>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953169032"/>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p:cSld name="Title Only White">
    <p:bg>
      <p:bgPr>
        <a:solidFill>
          <a:schemeClr val="bg1"/>
        </a:solidFill>
        <a:effectLst/>
      </p:bgPr>
    </p:bg>
    <p:spTree>
      <p:nvGrpSpPr>
        <p:cNvPr id="1" name=""/>
        <p:cNvGrpSpPr/>
        <p:nvPr/>
      </p:nvGrpSpPr>
      <p:grpSpPr>
        <a:xfrm>
          <a:off x="0" y="0"/>
          <a:ext cx="0" cy="0"/>
          <a:chOff x="0" y="0"/>
          <a:chExt cx="0" cy="0"/>
        </a:xfrm>
      </p:grpSpPr>
      <p:pic>
        <p:nvPicPr>
          <p:cNvPr id="4" name="Logo" descr="preencoded.png">
            <a:extLst>
              <a:ext uri="{FF2B5EF4-FFF2-40B4-BE49-F238E27FC236}">
                <a16:creationId xmlns:a16="http://schemas.microsoft.com/office/drawing/2014/main" id="{3DC0599E-ABE3-1DBC-6207-01260A8C27CD}"/>
              </a:ext>
            </a:extLst>
          </p:cNvPr>
          <p:cNvPicPr>
            <a:picLocks noChangeAspect="1"/>
          </p:cNvPicPr>
          <p:nvPr/>
        </p:nvPicPr>
        <p:blipFill>
          <a:blip>
            <a:extLst>
              <a:ext uri="{96DAC541-7B7A-43D3-8B79-37D633B846F1}">
                <asvg:svgBlip xmlns:asvg="http://schemas.microsoft.com/office/drawing/2016/SVG/main" r:embed="rId2"/>
              </a:ext>
            </a:extLst>
          </a:blip>
          <a:srcRect/>
          <a:stretch/>
        </p:blipFill>
        <p:spPr>
          <a:xfrm>
            <a:off x="10902950" y="419100"/>
            <a:ext cx="869950" cy="222250"/>
          </a:xfrm>
          <a:prstGeom prst="rect">
            <a:avLst/>
          </a:prstGeom>
        </p:spPr>
      </p:pic>
      <p:sp>
        <p:nvSpPr>
          <p:cNvPr id="3" name="Text Placeholder 14">
            <a:extLst>
              <a:ext uri="{FF2B5EF4-FFF2-40B4-BE49-F238E27FC236}">
                <a16:creationId xmlns:a16="http://schemas.microsoft.com/office/drawing/2014/main" id="{5038E714-E163-FC39-1729-F3C74D0D3A71}"/>
              </a:ext>
            </a:extLst>
          </p:cNvPr>
          <p:cNvSpPr>
            <a:spLocks noGrp="1"/>
          </p:cNvSpPr>
          <p:nvPr>
            <p:ph type="body" sz="quarter" idx="13" hasCustomPrompt="1"/>
          </p:nvPr>
        </p:nvSpPr>
        <p:spPr>
          <a:xfrm>
            <a:off x="339725" y="333800"/>
            <a:ext cx="2860675" cy="307777"/>
          </a:xfrm>
          <a:prstGeom prst="rect">
            <a:avLst/>
          </a:prstGeom>
        </p:spPr>
        <p:txBody>
          <a:bodyPr wrap="square" lIns="82296" rIns="0">
            <a:spAutoFit/>
          </a:bodyPr>
          <a:lstStyle>
            <a:lvl1pPr>
              <a:lnSpc>
                <a:spcPct val="100000"/>
              </a:lnSpc>
              <a:buNone/>
              <a:defRPr sz="1400" b="1" i="0" spc="-30">
                <a:solidFill>
                  <a:schemeClr val="tx2"/>
                </a:solidFill>
                <a:latin typeface="Arial" panose="020B0604020202020204" pitchFamily="34" charset="0"/>
                <a:cs typeface="Arial" panose="020B0604020202020204" pitchFamily="34" charset="0"/>
              </a:defRPr>
            </a:lvl1pPr>
          </a:lstStyle>
          <a:p>
            <a:pPr lvl="0"/>
            <a:r>
              <a:rPr lang="en-US" b="1" dirty="0"/>
              <a:t>Section Header</a:t>
            </a:r>
          </a:p>
        </p:txBody>
      </p:sp>
      <p:sp>
        <p:nvSpPr>
          <p:cNvPr id="5" name="Title 2">
            <a:extLst>
              <a:ext uri="{FF2B5EF4-FFF2-40B4-BE49-F238E27FC236}">
                <a16:creationId xmlns:a16="http://schemas.microsoft.com/office/drawing/2014/main" id="{4E85FB4D-4CD5-438C-9DEF-860D73ABB346}"/>
              </a:ext>
            </a:extLst>
          </p:cNvPr>
          <p:cNvSpPr>
            <a:spLocks noGrp="1"/>
          </p:cNvSpPr>
          <p:nvPr>
            <p:ph type="title" hasCustomPrompt="1"/>
          </p:nvPr>
        </p:nvSpPr>
        <p:spPr>
          <a:xfrm>
            <a:off x="339633" y="702407"/>
            <a:ext cx="6670767" cy="1215333"/>
          </a:xfrm>
          <a:prstGeom prst="rect">
            <a:avLst/>
          </a:prstGeom>
        </p:spPr>
        <p:txBody>
          <a:bodyPr wrap="square" lIns="45720" rIns="0">
            <a:spAutoFit/>
          </a:bodyPr>
          <a:lstStyle>
            <a:lvl1pPr>
              <a:lnSpc>
                <a:spcPct val="85000"/>
              </a:lnSpc>
              <a:defRPr sz="4200" b="0" i="0" spc="-130">
                <a:solidFill>
                  <a:schemeClr val="tx2"/>
                </a:solidFill>
                <a:latin typeface="Arial" panose="020B0604020202020204" pitchFamily="34" charset="0"/>
                <a:cs typeface="Arial" panose="020B0604020202020204" pitchFamily="34" charset="0"/>
              </a:defRPr>
            </a:lvl1pPr>
          </a:lstStyle>
          <a:p>
            <a:r>
              <a:rPr lang="en-US" dirty="0"/>
              <a:t>Content Slide – Smaller, Longer Headline</a:t>
            </a:r>
          </a:p>
        </p:txBody>
      </p:sp>
      <p:sp>
        <p:nvSpPr>
          <p:cNvPr id="6" name="2026 Western Digital Corporation All rights reserved">
            <a:extLst>
              <a:ext uri="{FF2B5EF4-FFF2-40B4-BE49-F238E27FC236}">
                <a16:creationId xmlns:a16="http://schemas.microsoft.com/office/drawing/2014/main" id="{78A068A3-D3A0-DA36-A633-EED175D1E6A4}"/>
              </a:ext>
            </a:extLst>
          </p:cNvPr>
          <p:cNvSpPr/>
          <p:nvPr/>
        </p:nvSpPr>
        <p:spPr>
          <a:xfrm>
            <a:off x="419100" y="6638989"/>
            <a:ext cx="2794000" cy="92589"/>
          </a:xfrm>
          <a:prstGeom prst="rect">
            <a:avLst/>
          </a:prstGeom>
          <a:noFill/>
          <a:ln/>
        </p:spPr>
        <p:txBody>
          <a:bodyPr wrap="square" lIns="0" tIns="0" rIns="0" bIns="0" rtlCol="0" anchor="t">
            <a:spAutoFit/>
          </a:bodyPr>
          <a:lstStyle/>
          <a:p>
            <a:pPr>
              <a:lnSpc>
                <a:spcPct val="75000"/>
              </a:lnSpc>
            </a:pPr>
            <a:r>
              <a:rPr lang="en-US" sz="800" b="0" i="0" dirty="0">
                <a:solidFill>
                  <a:schemeClr val="tx1"/>
                </a:solidFill>
                <a:latin typeface="Arial" panose="020B0604020202020204" pitchFamily="34" charset="0"/>
                <a:ea typeface="Arial" pitchFamily="34" charset="-122"/>
                <a:cs typeface="Arial" panose="020B0604020202020204" pitchFamily="34" charset="0"/>
              </a:rPr>
              <a:t>©  2026 Western Digital Corporation. All rights reserved.</a:t>
            </a:r>
            <a:endParaRPr lang="en-US" sz="800" b="0" i="0" dirty="0">
              <a:solidFill>
                <a:schemeClr val="tx1"/>
              </a:solidFill>
              <a:latin typeface="Arial" panose="020B0604020202020204" pitchFamily="34" charset="0"/>
              <a:cs typeface="Arial" panose="020B0604020202020204" pitchFamily="34" charset="0"/>
            </a:endParaRPr>
          </a:p>
        </p:txBody>
      </p:sp>
      <p:sp>
        <p:nvSpPr>
          <p:cNvPr id="7" name="Slide Number Placeholder 1">
            <a:extLst>
              <a:ext uri="{FF2B5EF4-FFF2-40B4-BE49-F238E27FC236}">
                <a16:creationId xmlns:a16="http://schemas.microsoft.com/office/drawing/2014/main" id="{828AEF02-BEDA-1BFA-000F-033EF9D980FF}"/>
              </a:ext>
            </a:extLst>
          </p:cNvPr>
          <p:cNvSpPr>
            <a:spLocks noGrp="1"/>
          </p:cNvSpPr>
          <p:nvPr>
            <p:ph type="sldNum" sz="quarter" idx="4"/>
          </p:nvPr>
        </p:nvSpPr>
        <p:spPr>
          <a:xfrm>
            <a:off x="11215668" y="6562157"/>
            <a:ext cx="658832" cy="215444"/>
          </a:xfrm>
          <a:prstGeom prst="rect">
            <a:avLst/>
          </a:prstGeom>
        </p:spPr>
        <p:txBody>
          <a:bodyPr vert="horz" lIns="91440" tIns="45720" rIns="0" bIns="45720" rtlCol="0" anchor="ctr">
            <a:spAutoFit/>
          </a:bodyPr>
          <a:lstStyle>
            <a:lvl1pPr algn="r">
              <a:defRPr sz="800" b="0" i="0">
                <a:solidFill>
                  <a:schemeClr val="tx1"/>
                </a:solidFill>
                <a:latin typeface="Arial" panose="020B0604020202020204" pitchFamily="34" charset="0"/>
                <a:cs typeface="Arial" panose="020B0604020202020204" pitchFamily="34" charset="0"/>
              </a:defRPr>
            </a:lvl1pPr>
          </a:lstStyle>
          <a:p>
            <a:fld id="{B06B19F4-CF25-446C-B362-D8BB27BE9D9B}" type="slidenum">
              <a:rPr lang="en-US" smtClean="0"/>
              <a:t>‹#›</a:t>
            </a:fld>
            <a:endParaRPr lang="en-US"/>
          </a:p>
        </p:txBody>
      </p:sp>
      <p:sp>
        <p:nvSpPr>
          <p:cNvPr id="8" name="WD Confidential">
            <a:extLst>
              <a:ext uri="{FF2B5EF4-FFF2-40B4-BE49-F238E27FC236}">
                <a16:creationId xmlns:a16="http://schemas.microsoft.com/office/drawing/2014/main" id="{C3BE7781-CA5D-312E-8344-92F548C99709}"/>
              </a:ext>
            </a:extLst>
          </p:cNvPr>
          <p:cNvSpPr/>
          <p:nvPr/>
        </p:nvSpPr>
        <p:spPr>
          <a:xfrm>
            <a:off x="8991600" y="6638990"/>
            <a:ext cx="1244600" cy="92589"/>
          </a:xfrm>
          <a:prstGeom prst="rect">
            <a:avLst/>
          </a:prstGeom>
          <a:noFill/>
          <a:ln/>
        </p:spPr>
        <p:txBody>
          <a:bodyPr wrap="square" lIns="0" tIns="0" rIns="0" bIns="0" rtlCol="0" anchor="t">
            <a:spAutoFit/>
          </a:bodyPr>
          <a:lstStyle/>
          <a:p>
            <a:pPr>
              <a:lnSpc>
                <a:spcPct val="75000"/>
              </a:lnSpc>
            </a:pPr>
            <a:r>
              <a:rPr lang="en-US" sz="800" b="0" i="0" dirty="0">
                <a:solidFill>
                  <a:schemeClr val="tx1"/>
                </a:solidFill>
                <a:latin typeface="Arial" panose="020B0604020202020204" pitchFamily="34" charset="0"/>
                <a:ea typeface="Arial" pitchFamily="34" charset="-122"/>
                <a:cs typeface="Arial" panose="020B0604020202020204" pitchFamily="34" charset="0"/>
              </a:rPr>
              <a:t>WD CONFIDENTIAL</a:t>
            </a:r>
            <a:endParaRPr lang="en-US" sz="800" b="0" i="0" dirty="0">
              <a:solidFill>
                <a:schemeClr val="tx1"/>
              </a:solidFill>
              <a:latin typeface="Arial" panose="020B0604020202020204" pitchFamily="34" charset="0"/>
              <a:cs typeface="Arial" panose="020B0604020202020204" pitchFamily="34" charset="0"/>
            </a:endParaRPr>
          </a:p>
        </p:txBody>
      </p:sp>
      <p:pic>
        <p:nvPicPr>
          <p:cNvPr id="2" name="Logo" descr="preencoded.png">
            <a:extLst>
              <a:ext uri="{FF2B5EF4-FFF2-40B4-BE49-F238E27FC236}">
                <a16:creationId xmlns:a16="http://schemas.microsoft.com/office/drawing/2014/main" id="{ABDD950E-5DE5-AF2B-CE50-CE05D6193291}"/>
              </a:ext>
            </a:extLst>
          </p:cNvPr>
          <p:cNvPicPr>
            <a:picLocks noChangeAspect="1"/>
          </p:cNvPicPr>
          <p:nvPr/>
        </p:nvPicPr>
        <p:blipFill>
          <a:blip>
            <a:extLst>
              <a:ext uri="{96DAC541-7B7A-43D3-8B79-37D633B846F1}">
                <asvg:svgBlip xmlns:asvg="http://schemas.microsoft.com/office/drawing/2016/SVG/main" r:embed="rId2"/>
              </a:ext>
            </a:extLst>
          </a:blip>
          <a:srcRect/>
          <a:stretch/>
        </p:blipFill>
        <p:spPr>
          <a:xfrm>
            <a:off x="10902950" y="419100"/>
            <a:ext cx="869950" cy="222250"/>
          </a:xfrm>
          <a:prstGeom prst="rect">
            <a:avLst/>
          </a:prstGeom>
        </p:spPr>
      </p:pic>
      <p:sp>
        <p:nvSpPr>
          <p:cNvPr id="9" name="2026 Western Digital Corporation All rights reserved">
            <a:extLst>
              <a:ext uri="{FF2B5EF4-FFF2-40B4-BE49-F238E27FC236}">
                <a16:creationId xmlns:a16="http://schemas.microsoft.com/office/drawing/2014/main" id="{8586C435-75F5-B056-DDA7-E2AF0C9279D9}"/>
              </a:ext>
            </a:extLst>
          </p:cNvPr>
          <p:cNvSpPr/>
          <p:nvPr/>
        </p:nvSpPr>
        <p:spPr>
          <a:xfrm>
            <a:off x="419100" y="6638989"/>
            <a:ext cx="2794000" cy="92589"/>
          </a:xfrm>
          <a:prstGeom prst="rect">
            <a:avLst/>
          </a:prstGeom>
          <a:noFill/>
          <a:ln/>
        </p:spPr>
        <p:txBody>
          <a:bodyPr wrap="square" lIns="0" tIns="0" rIns="0" bIns="0" rtlCol="0" anchor="t">
            <a:spAutoFit/>
          </a:bodyPr>
          <a:lstStyle/>
          <a:p>
            <a:pPr>
              <a:lnSpc>
                <a:spcPct val="75000"/>
              </a:lnSpc>
            </a:pPr>
            <a:r>
              <a:rPr lang="en-US" sz="800" b="0" i="0" dirty="0">
                <a:solidFill>
                  <a:schemeClr val="tx1"/>
                </a:solidFill>
                <a:latin typeface="Arial" panose="020B0604020202020204" pitchFamily="34" charset="0"/>
                <a:ea typeface="Arial" pitchFamily="34" charset="-122"/>
                <a:cs typeface="Arial" panose="020B0604020202020204" pitchFamily="34" charset="0"/>
              </a:rPr>
              <a:t>©  2026 Western Digital Corporation. All rights reserved.</a:t>
            </a:r>
            <a:endParaRPr lang="en-US" sz="800" b="0" i="0" dirty="0">
              <a:solidFill>
                <a:schemeClr val="tx1"/>
              </a:solidFill>
              <a:latin typeface="Arial" panose="020B0604020202020204" pitchFamily="34" charset="0"/>
              <a:cs typeface="Arial" panose="020B0604020202020204" pitchFamily="34" charset="0"/>
            </a:endParaRPr>
          </a:p>
        </p:txBody>
      </p:sp>
      <p:sp>
        <p:nvSpPr>
          <p:cNvPr id="10" name="WD Confidential">
            <a:extLst>
              <a:ext uri="{FF2B5EF4-FFF2-40B4-BE49-F238E27FC236}">
                <a16:creationId xmlns:a16="http://schemas.microsoft.com/office/drawing/2014/main" id="{2F5C06A2-9127-6A34-4605-B40F08F8D019}"/>
              </a:ext>
            </a:extLst>
          </p:cNvPr>
          <p:cNvSpPr/>
          <p:nvPr/>
        </p:nvSpPr>
        <p:spPr>
          <a:xfrm>
            <a:off x="8991600" y="6638990"/>
            <a:ext cx="1244600" cy="92589"/>
          </a:xfrm>
          <a:prstGeom prst="rect">
            <a:avLst/>
          </a:prstGeom>
          <a:noFill/>
          <a:ln/>
        </p:spPr>
        <p:txBody>
          <a:bodyPr wrap="square" lIns="0" tIns="0" rIns="0" bIns="0" rtlCol="0" anchor="t">
            <a:spAutoFit/>
          </a:bodyPr>
          <a:lstStyle/>
          <a:p>
            <a:pPr>
              <a:lnSpc>
                <a:spcPct val="75000"/>
              </a:lnSpc>
            </a:pPr>
            <a:r>
              <a:rPr lang="en-US" sz="800" b="0" i="0" dirty="0">
                <a:solidFill>
                  <a:schemeClr val="tx1"/>
                </a:solidFill>
                <a:latin typeface="Arial" panose="020B0604020202020204" pitchFamily="34" charset="0"/>
                <a:ea typeface="Arial" pitchFamily="34" charset="-122"/>
                <a:cs typeface="Arial" panose="020B0604020202020204" pitchFamily="34" charset="0"/>
              </a:rPr>
              <a:t>WD CONFIDENTIAL</a:t>
            </a:r>
            <a:endParaRPr lang="en-US" sz="800" b="0" i="0" dirty="0">
              <a:solidFill>
                <a:schemeClr val="tx1"/>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40027652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p:cSld name="Title Only Vault Navy">
    <p:bg>
      <p:bgRef idx="1001">
        <a:schemeClr val="bg2"/>
      </p:bgRef>
    </p:bg>
    <p:spTree>
      <p:nvGrpSpPr>
        <p:cNvPr id="1" name=""/>
        <p:cNvGrpSpPr/>
        <p:nvPr/>
      </p:nvGrpSpPr>
      <p:grpSpPr>
        <a:xfrm>
          <a:off x="0" y="0"/>
          <a:ext cx="0" cy="0"/>
          <a:chOff x="0" y="0"/>
          <a:chExt cx="0" cy="0"/>
        </a:xfrm>
      </p:grpSpPr>
      <p:pic>
        <p:nvPicPr>
          <p:cNvPr id="4" name="Logo" descr="preencoded.png">
            <a:extLst>
              <a:ext uri="{FF2B5EF4-FFF2-40B4-BE49-F238E27FC236}">
                <a16:creationId xmlns:a16="http://schemas.microsoft.com/office/drawing/2014/main" id="{3DC0599E-ABE3-1DBC-6207-01260A8C27CD}"/>
              </a:ext>
            </a:extLst>
          </p:cNvPr>
          <p:cNvPicPr>
            <a:picLocks noChangeAspect="1"/>
          </p:cNvPicPr>
          <p:nvPr/>
        </p:nvPicPr>
        <p:blipFill>
          <a:blip>
            <a:extLst>
              <a:ext uri="{96DAC541-7B7A-43D3-8B79-37D633B846F1}">
                <asvg:svgBlip xmlns:asvg="http://schemas.microsoft.com/office/drawing/2016/SVG/main" r:embed="rId2"/>
              </a:ext>
            </a:extLst>
          </a:blip>
          <a:srcRect/>
          <a:stretch/>
        </p:blipFill>
        <p:spPr>
          <a:xfrm>
            <a:off x="10902950" y="419100"/>
            <a:ext cx="869950" cy="222250"/>
          </a:xfrm>
          <a:prstGeom prst="rect">
            <a:avLst/>
          </a:prstGeom>
        </p:spPr>
      </p:pic>
      <p:sp>
        <p:nvSpPr>
          <p:cNvPr id="3" name="Text Placeholder 14">
            <a:extLst>
              <a:ext uri="{FF2B5EF4-FFF2-40B4-BE49-F238E27FC236}">
                <a16:creationId xmlns:a16="http://schemas.microsoft.com/office/drawing/2014/main" id="{5038E714-E163-FC39-1729-F3C74D0D3A71}"/>
              </a:ext>
            </a:extLst>
          </p:cNvPr>
          <p:cNvSpPr>
            <a:spLocks noGrp="1"/>
          </p:cNvSpPr>
          <p:nvPr>
            <p:ph type="body" sz="quarter" idx="13" hasCustomPrompt="1"/>
          </p:nvPr>
        </p:nvSpPr>
        <p:spPr>
          <a:xfrm>
            <a:off x="339725" y="333800"/>
            <a:ext cx="2860675" cy="307777"/>
          </a:xfrm>
          <a:prstGeom prst="rect">
            <a:avLst/>
          </a:prstGeom>
        </p:spPr>
        <p:txBody>
          <a:bodyPr wrap="square" lIns="82296" rIns="0">
            <a:spAutoFit/>
          </a:bodyPr>
          <a:lstStyle>
            <a:lvl1pPr>
              <a:lnSpc>
                <a:spcPct val="100000"/>
              </a:lnSpc>
              <a:buNone/>
              <a:defRPr sz="1400" b="1" i="0" spc="-30">
                <a:solidFill>
                  <a:schemeClr val="tx1"/>
                </a:solidFill>
                <a:latin typeface="Arial" panose="020B0604020202020204" pitchFamily="34" charset="0"/>
                <a:cs typeface="Arial" panose="020B0604020202020204" pitchFamily="34" charset="0"/>
              </a:defRPr>
            </a:lvl1pPr>
          </a:lstStyle>
          <a:p>
            <a:pPr lvl="0"/>
            <a:r>
              <a:rPr lang="en-US" b="1" dirty="0"/>
              <a:t>Section Header</a:t>
            </a:r>
          </a:p>
        </p:txBody>
      </p:sp>
      <p:sp>
        <p:nvSpPr>
          <p:cNvPr id="5" name="Title 2">
            <a:extLst>
              <a:ext uri="{FF2B5EF4-FFF2-40B4-BE49-F238E27FC236}">
                <a16:creationId xmlns:a16="http://schemas.microsoft.com/office/drawing/2014/main" id="{4E85FB4D-4CD5-438C-9DEF-860D73ABB346}"/>
              </a:ext>
            </a:extLst>
          </p:cNvPr>
          <p:cNvSpPr>
            <a:spLocks noGrp="1"/>
          </p:cNvSpPr>
          <p:nvPr>
            <p:ph type="title" hasCustomPrompt="1"/>
          </p:nvPr>
        </p:nvSpPr>
        <p:spPr>
          <a:xfrm>
            <a:off x="339633" y="702407"/>
            <a:ext cx="6670767" cy="1215333"/>
          </a:xfrm>
          <a:prstGeom prst="rect">
            <a:avLst/>
          </a:prstGeom>
        </p:spPr>
        <p:txBody>
          <a:bodyPr wrap="square" lIns="45720" rIns="0">
            <a:spAutoFit/>
          </a:bodyPr>
          <a:lstStyle>
            <a:lvl1pPr>
              <a:lnSpc>
                <a:spcPct val="85000"/>
              </a:lnSpc>
              <a:defRPr sz="4200" b="0" i="0" spc="-130">
                <a:solidFill>
                  <a:schemeClr val="tx1"/>
                </a:solidFill>
                <a:latin typeface="Arial" panose="020B0604020202020204" pitchFamily="34" charset="0"/>
                <a:cs typeface="Arial" panose="020B0604020202020204" pitchFamily="34" charset="0"/>
              </a:defRPr>
            </a:lvl1pPr>
          </a:lstStyle>
          <a:p>
            <a:r>
              <a:rPr lang="en-US" dirty="0"/>
              <a:t>Content Slide – Smaller, Longer Headline</a:t>
            </a:r>
          </a:p>
        </p:txBody>
      </p:sp>
      <p:sp>
        <p:nvSpPr>
          <p:cNvPr id="6" name="2026 Western Digital Corporation All rights reserved">
            <a:extLst>
              <a:ext uri="{FF2B5EF4-FFF2-40B4-BE49-F238E27FC236}">
                <a16:creationId xmlns:a16="http://schemas.microsoft.com/office/drawing/2014/main" id="{2BE2CD35-6CE7-8F5F-6D39-972D4D561784}"/>
              </a:ext>
            </a:extLst>
          </p:cNvPr>
          <p:cNvSpPr/>
          <p:nvPr/>
        </p:nvSpPr>
        <p:spPr>
          <a:xfrm>
            <a:off x="419100" y="6638989"/>
            <a:ext cx="2794000" cy="92589"/>
          </a:xfrm>
          <a:prstGeom prst="rect">
            <a:avLst/>
          </a:prstGeom>
          <a:noFill/>
          <a:ln/>
        </p:spPr>
        <p:txBody>
          <a:bodyPr wrap="square" lIns="0" tIns="0" rIns="0" bIns="0" rtlCol="0" anchor="t">
            <a:spAutoFit/>
          </a:bodyPr>
          <a:lstStyle/>
          <a:p>
            <a:pPr>
              <a:lnSpc>
                <a:spcPct val="75000"/>
              </a:lnSpc>
            </a:pPr>
            <a:r>
              <a:rPr lang="en-US" sz="800" b="0" i="0" dirty="0">
                <a:solidFill>
                  <a:schemeClr val="tx1"/>
                </a:solidFill>
                <a:latin typeface="Arial" panose="020B0604020202020204" pitchFamily="34" charset="0"/>
                <a:ea typeface="Arial" pitchFamily="34" charset="-122"/>
                <a:cs typeface="Arial" panose="020B0604020202020204" pitchFamily="34" charset="0"/>
              </a:rPr>
              <a:t>©  2026 Western Digital Corporation. All rights reserved.</a:t>
            </a:r>
            <a:endParaRPr lang="en-US" sz="800" b="0" i="0" dirty="0">
              <a:solidFill>
                <a:schemeClr val="tx1"/>
              </a:solidFill>
              <a:latin typeface="Arial" panose="020B0604020202020204" pitchFamily="34" charset="0"/>
              <a:cs typeface="Arial" panose="020B0604020202020204" pitchFamily="34" charset="0"/>
            </a:endParaRPr>
          </a:p>
        </p:txBody>
      </p:sp>
      <p:sp>
        <p:nvSpPr>
          <p:cNvPr id="7" name="Slide Number Placeholder 1">
            <a:extLst>
              <a:ext uri="{FF2B5EF4-FFF2-40B4-BE49-F238E27FC236}">
                <a16:creationId xmlns:a16="http://schemas.microsoft.com/office/drawing/2014/main" id="{06CD89FA-F357-1792-1250-99BC3F2C7862}"/>
              </a:ext>
            </a:extLst>
          </p:cNvPr>
          <p:cNvSpPr>
            <a:spLocks noGrp="1"/>
          </p:cNvSpPr>
          <p:nvPr>
            <p:ph type="sldNum" sz="quarter" idx="4"/>
          </p:nvPr>
        </p:nvSpPr>
        <p:spPr>
          <a:xfrm>
            <a:off x="11215668" y="6562157"/>
            <a:ext cx="658832" cy="215444"/>
          </a:xfrm>
          <a:prstGeom prst="rect">
            <a:avLst/>
          </a:prstGeom>
        </p:spPr>
        <p:txBody>
          <a:bodyPr vert="horz" lIns="91440" tIns="45720" rIns="0" bIns="45720" rtlCol="0" anchor="ctr">
            <a:spAutoFit/>
          </a:bodyPr>
          <a:lstStyle>
            <a:lvl1pPr algn="r">
              <a:defRPr sz="800" b="0" i="0">
                <a:solidFill>
                  <a:schemeClr val="tx1"/>
                </a:solidFill>
                <a:latin typeface="Arial" panose="020B0604020202020204" pitchFamily="34" charset="0"/>
                <a:cs typeface="Arial" panose="020B0604020202020204" pitchFamily="34" charset="0"/>
              </a:defRPr>
            </a:lvl1pPr>
          </a:lstStyle>
          <a:p>
            <a:fld id="{B06B19F4-CF25-446C-B362-D8BB27BE9D9B}" type="slidenum">
              <a:rPr lang="en-US" smtClean="0"/>
              <a:t>‹#›</a:t>
            </a:fld>
            <a:endParaRPr lang="en-US"/>
          </a:p>
        </p:txBody>
      </p:sp>
      <p:sp>
        <p:nvSpPr>
          <p:cNvPr id="8" name="WD Confidential">
            <a:extLst>
              <a:ext uri="{FF2B5EF4-FFF2-40B4-BE49-F238E27FC236}">
                <a16:creationId xmlns:a16="http://schemas.microsoft.com/office/drawing/2014/main" id="{3B1BC62A-5770-272A-7EFA-481370AAF3C8}"/>
              </a:ext>
            </a:extLst>
          </p:cNvPr>
          <p:cNvSpPr/>
          <p:nvPr/>
        </p:nvSpPr>
        <p:spPr>
          <a:xfrm>
            <a:off x="8991600" y="6638990"/>
            <a:ext cx="1244600" cy="92589"/>
          </a:xfrm>
          <a:prstGeom prst="rect">
            <a:avLst/>
          </a:prstGeom>
          <a:noFill/>
          <a:ln/>
        </p:spPr>
        <p:txBody>
          <a:bodyPr wrap="square" lIns="0" tIns="0" rIns="0" bIns="0" rtlCol="0" anchor="t">
            <a:spAutoFit/>
          </a:bodyPr>
          <a:lstStyle/>
          <a:p>
            <a:pPr>
              <a:lnSpc>
                <a:spcPct val="75000"/>
              </a:lnSpc>
            </a:pPr>
            <a:r>
              <a:rPr lang="en-US" sz="800" b="0" i="0" dirty="0">
                <a:solidFill>
                  <a:schemeClr val="tx1"/>
                </a:solidFill>
                <a:latin typeface="Arial" panose="020B0604020202020204" pitchFamily="34" charset="0"/>
                <a:ea typeface="Arial" pitchFamily="34" charset="-122"/>
                <a:cs typeface="Arial" panose="020B0604020202020204" pitchFamily="34" charset="0"/>
              </a:rPr>
              <a:t>WD CONFIDENTIAL</a:t>
            </a:r>
            <a:endParaRPr lang="en-US" sz="800" b="0" i="0" dirty="0">
              <a:solidFill>
                <a:schemeClr val="tx1"/>
              </a:solidFill>
              <a:latin typeface="Arial" panose="020B0604020202020204" pitchFamily="34" charset="0"/>
              <a:cs typeface="Arial" panose="020B0604020202020204" pitchFamily="34" charset="0"/>
            </a:endParaRPr>
          </a:p>
        </p:txBody>
      </p:sp>
      <p:pic>
        <p:nvPicPr>
          <p:cNvPr id="2" name="Logo" descr="preencoded.png">
            <a:extLst>
              <a:ext uri="{FF2B5EF4-FFF2-40B4-BE49-F238E27FC236}">
                <a16:creationId xmlns:a16="http://schemas.microsoft.com/office/drawing/2014/main" id="{98B23076-99A0-E3EB-80BE-DEF8AD529952}"/>
              </a:ext>
            </a:extLst>
          </p:cNvPr>
          <p:cNvPicPr>
            <a:picLocks noChangeAspect="1"/>
          </p:cNvPicPr>
          <p:nvPr/>
        </p:nvPicPr>
        <p:blipFill>
          <a:blip>
            <a:extLst>
              <a:ext uri="{96DAC541-7B7A-43D3-8B79-37D633B846F1}">
                <asvg:svgBlip xmlns:asvg="http://schemas.microsoft.com/office/drawing/2016/SVG/main" r:embed="rId3"/>
              </a:ext>
            </a:extLst>
          </a:blip>
          <a:srcRect/>
          <a:stretch/>
        </p:blipFill>
        <p:spPr>
          <a:xfrm>
            <a:off x="10902950" y="419100"/>
            <a:ext cx="869950" cy="222250"/>
          </a:xfrm>
          <a:prstGeom prst="rect">
            <a:avLst/>
          </a:prstGeom>
        </p:spPr>
      </p:pic>
      <p:sp>
        <p:nvSpPr>
          <p:cNvPr id="9" name="2026 Western Digital Corporation All rights reserved">
            <a:extLst>
              <a:ext uri="{FF2B5EF4-FFF2-40B4-BE49-F238E27FC236}">
                <a16:creationId xmlns:a16="http://schemas.microsoft.com/office/drawing/2014/main" id="{A264F1BF-E4DC-CC2D-01EA-E252D106CF6A}"/>
              </a:ext>
            </a:extLst>
          </p:cNvPr>
          <p:cNvSpPr/>
          <p:nvPr/>
        </p:nvSpPr>
        <p:spPr>
          <a:xfrm>
            <a:off x="419100" y="6638989"/>
            <a:ext cx="2794000" cy="92589"/>
          </a:xfrm>
          <a:prstGeom prst="rect">
            <a:avLst/>
          </a:prstGeom>
          <a:noFill/>
          <a:ln/>
        </p:spPr>
        <p:txBody>
          <a:bodyPr wrap="square" lIns="0" tIns="0" rIns="0" bIns="0" rtlCol="0" anchor="t">
            <a:spAutoFit/>
          </a:bodyPr>
          <a:lstStyle/>
          <a:p>
            <a:pPr>
              <a:lnSpc>
                <a:spcPct val="75000"/>
              </a:lnSpc>
            </a:pPr>
            <a:r>
              <a:rPr lang="en-US" sz="800" b="0" i="0" dirty="0">
                <a:solidFill>
                  <a:schemeClr val="tx1"/>
                </a:solidFill>
                <a:latin typeface="Arial" panose="020B0604020202020204" pitchFamily="34" charset="0"/>
                <a:ea typeface="Arial" pitchFamily="34" charset="-122"/>
                <a:cs typeface="Arial" panose="020B0604020202020204" pitchFamily="34" charset="0"/>
              </a:rPr>
              <a:t>©  2026 Western Digital Corporation. All rights reserved.</a:t>
            </a:r>
            <a:endParaRPr lang="en-US" sz="800" b="0" i="0" dirty="0">
              <a:solidFill>
                <a:schemeClr val="tx1"/>
              </a:solidFill>
              <a:latin typeface="Arial" panose="020B0604020202020204" pitchFamily="34" charset="0"/>
              <a:cs typeface="Arial" panose="020B0604020202020204" pitchFamily="34" charset="0"/>
            </a:endParaRPr>
          </a:p>
        </p:txBody>
      </p:sp>
      <p:sp>
        <p:nvSpPr>
          <p:cNvPr id="10" name="WD Confidential">
            <a:extLst>
              <a:ext uri="{FF2B5EF4-FFF2-40B4-BE49-F238E27FC236}">
                <a16:creationId xmlns:a16="http://schemas.microsoft.com/office/drawing/2014/main" id="{B117BA73-2B38-2A8A-9A80-6ACD02EAB366}"/>
              </a:ext>
            </a:extLst>
          </p:cNvPr>
          <p:cNvSpPr/>
          <p:nvPr/>
        </p:nvSpPr>
        <p:spPr>
          <a:xfrm>
            <a:off x="8991600" y="6638990"/>
            <a:ext cx="1244600" cy="92589"/>
          </a:xfrm>
          <a:prstGeom prst="rect">
            <a:avLst/>
          </a:prstGeom>
          <a:noFill/>
          <a:ln/>
        </p:spPr>
        <p:txBody>
          <a:bodyPr wrap="square" lIns="0" tIns="0" rIns="0" bIns="0" rtlCol="0" anchor="t">
            <a:spAutoFit/>
          </a:bodyPr>
          <a:lstStyle/>
          <a:p>
            <a:pPr>
              <a:lnSpc>
                <a:spcPct val="75000"/>
              </a:lnSpc>
            </a:pPr>
            <a:r>
              <a:rPr lang="en-US" sz="800" b="0" i="0" dirty="0">
                <a:solidFill>
                  <a:schemeClr val="tx1"/>
                </a:solidFill>
                <a:latin typeface="Arial" panose="020B0604020202020204" pitchFamily="34" charset="0"/>
                <a:ea typeface="Arial" pitchFamily="34" charset="-122"/>
                <a:cs typeface="Arial" panose="020B0604020202020204" pitchFamily="34" charset="0"/>
              </a:rPr>
              <a:t>WD CONFIDENTIAL</a:t>
            </a:r>
            <a:endParaRPr lang="en-US" sz="800" b="0" i="0" dirty="0">
              <a:solidFill>
                <a:schemeClr val="tx1"/>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535342003"/>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p:cSld name="Title Only (Bottom) White">
    <p:bg>
      <p:bgPr>
        <a:solidFill>
          <a:schemeClr val="bg1"/>
        </a:solidFill>
        <a:effectLst/>
      </p:bgPr>
    </p:bg>
    <p:spTree>
      <p:nvGrpSpPr>
        <p:cNvPr id="1" name=""/>
        <p:cNvGrpSpPr/>
        <p:nvPr/>
      </p:nvGrpSpPr>
      <p:grpSpPr>
        <a:xfrm>
          <a:off x="0" y="0"/>
          <a:ext cx="0" cy="0"/>
          <a:chOff x="0" y="0"/>
          <a:chExt cx="0" cy="0"/>
        </a:xfrm>
      </p:grpSpPr>
      <p:pic>
        <p:nvPicPr>
          <p:cNvPr id="4" name="Logo" descr="preencoded.png">
            <a:extLst>
              <a:ext uri="{FF2B5EF4-FFF2-40B4-BE49-F238E27FC236}">
                <a16:creationId xmlns:a16="http://schemas.microsoft.com/office/drawing/2014/main" id="{3DC0599E-ABE3-1DBC-6207-01260A8C27CD}"/>
              </a:ext>
            </a:extLst>
          </p:cNvPr>
          <p:cNvPicPr>
            <a:picLocks noChangeAspect="1"/>
          </p:cNvPicPr>
          <p:nvPr/>
        </p:nvPicPr>
        <p:blipFill>
          <a:blip>
            <a:extLst>
              <a:ext uri="{96DAC541-7B7A-43D3-8B79-37D633B846F1}">
                <asvg:svgBlip xmlns:asvg="http://schemas.microsoft.com/office/drawing/2016/SVG/main" r:embed="rId2"/>
              </a:ext>
            </a:extLst>
          </a:blip>
          <a:srcRect/>
          <a:stretch/>
        </p:blipFill>
        <p:spPr>
          <a:xfrm>
            <a:off x="10902950" y="419100"/>
            <a:ext cx="869950" cy="222250"/>
          </a:xfrm>
          <a:prstGeom prst="rect">
            <a:avLst/>
          </a:prstGeom>
        </p:spPr>
      </p:pic>
      <p:sp>
        <p:nvSpPr>
          <p:cNvPr id="2" name="Text Placeholder 14">
            <a:extLst>
              <a:ext uri="{FF2B5EF4-FFF2-40B4-BE49-F238E27FC236}">
                <a16:creationId xmlns:a16="http://schemas.microsoft.com/office/drawing/2014/main" id="{3CEFD179-CC6E-7D13-6450-355441A668BE}"/>
              </a:ext>
            </a:extLst>
          </p:cNvPr>
          <p:cNvSpPr>
            <a:spLocks noGrp="1"/>
          </p:cNvSpPr>
          <p:nvPr>
            <p:ph type="body" sz="quarter" idx="14" hasCustomPrompt="1"/>
          </p:nvPr>
        </p:nvSpPr>
        <p:spPr>
          <a:xfrm>
            <a:off x="339725" y="333800"/>
            <a:ext cx="2860675" cy="307777"/>
          </a:xfrm>
          <a:prstGeom prst="rect">
            <a:avLst/>
          </a:prstGeom>
        </p:spPr>
        <p:txBody>
          <a:bodyPr wrap="square" lIns="82296" rIns="0">
            <a:spAutoFit/>
          </a:bodyPr>
          <a:lstStyle>
            <a:lvl1pPr>
              <a:lnSpc>
                <a:spcPct val="100000"/>
              </a:lnSpc>
              <a:buNone/>
              <a:defRPr sz="1400" b="1" i="0" spc="-30">
                <a:solidFill>
                  <a:schemeClr val="tx2"/>
                </a:solidFill>
                <a:latin typeface="Arial" panose="020B0604020202020204" pitchFamily="34" charset="0"/>
                <a:cs typeface="Arial" panose="020B0604020202020204" pitchFamily="34" charset="0"/>
              </a:defRPr>
            </a:lvl1pPr>
          </a:lstStyle>
          <a:p>
            <a:pPr lvl="0"/>
            <a:r>
              <a:rPr lang="en-US" b="1" dirty="0"/>
              <a:t>Section Header</a:t>
            </a:r>
          </a:p>
        </p:txBody>
      </p:sp>
      <p:sp>
        <p:nvSpPr>
          <p:cNvPr id="5" name="Title 2">
            <a:extLst>
              <a:ext uri="{FF2B5EF4-FFF2-40B4-BE49-F238E27FC236}">
                <a16:creationId xmlns:a16="http://schemas.microsoft.com/office/drawing/2014/main" id="{11300218-03BC-B777-07DF-B7C3E3BE69DE}"/>
              </a:ext>
            </a:extLst>
          </p:cNvPr>
          <p:cNvSpPr>
            <a:spLocks noGrp="1"/>
          </p:cNvSpPr>
          <p:nvPr>
            <p:ph type="title" hasCustomPrompt="1"/>
          </p:nvPr>
        </p:nvSpPr>
        <p:spPr>
          <a:xfrm>
            <a:off x="339633" y="4803647"/>
            <a:ext cx="4765767" cy="1215333"/>
          </a:xfrm>
          <a:prstGeom prst="rect">
            <a:avLst/>
          </a:prstGeom>
        </p:spPr>
        <p:txBody>
          <a:bodyPr wrap="square" lIns="45720" rIns="0">
            <a:spAutoFit/>
          </a:bodyPr>
          <a:lstStyle>
            <a:lvl1pPr>
              <a:lnSpc>
                <a:spcPct val="85000"/>
              </a:lnSpc>
              <a:defRPr sz="4200" b="0" i="0" spc="-130">
                <a:solidFill>
                  <a:schemeClr val="tx2"/>
                </a:solidFill>
                <a:latin typeface="Arial" panose="020B0604020202020204" pitchFamily="34" charset="0"/>
                <a:cs typeface="Arial" panose="020B0604020202020204" pitchFamily="34" charset="0"/>
              </a:defRPr>
            </a:lvl1pPr>
          </a:lstStyle>
          <a:p>
            <a:r>
              <a:rPr lang="en-US" dirty="0"/>
              <a:t>Data Slide – Bottom Headline</a:t>
            </a:r>
          </a:p>
        </p:txBody>
      </p:sp>
      <p:sp>
        <p:nvSpPr>
          <p:cNvPr id="6" name="2026 Western Digital Corporation All rights reserved">
            <a:extLst>
              <a:ext uri="{FF2B5EF4-FFF2-40B4-BE49-F238E27FC236}">
                <a16:creationId xmlns:a16="http://schemas.microsoft.com/office/drawing/2014/main" id="{B35C2A1F-FA1A-0E07-7768-85DC5F6C03D3}"/>
              </a:ext>
            </a:extLst>
          </p:cNvPr>
          <p:cNvSpPr/>
          <p:nvPr/>
        </p:nvSpPr>
        <p:spPr>
          <a:xfrm>
            <a:off x="419100" y="6638989"/>
            <a:ext cx="2794000" cy="92589"/>
          </a:xfrm>
          <a:prstGeom prst="rect">
            <a:avLst/>
          </a:prstGeom>
          <a:noFill/>
          <a:ln/>
        </p:spPr>
        <p:txBody>
          <a:bodyPr wrap="square" lIns="0" tIns="0" rIns="0" bIns="0" rtlCol="0" anchor="t">
            <a:spAutoFit/>
          </a:bodyPr>
          <a:lstStyle/>
          <a:p>
            <a:pPr>
              <a:lnSpc>
                <a:spcPct val="75000"/>
              </a:lnSpc>
            </a:pPr>
            <a:r>
              <a:rPr lang="en-US" sz="800" b="0" i="0" dirty="0">
                <a:solidFill>
                  <a:schemeClr val="tx1"/>
                </a:solidFill>
                <a:latin typeface="Arial" panose="020B0604020202020204" pitchFamily="34" charset="0"/>
                <a:ea typeface="Arial" pitchFamily="34" charset="-122"/>
                <a:cs typeface="Arial" panose="020B0604020202020204" pitchFamily="34" charset="0"/>
              </a:rPr>
              <a:t>©  2026 Western Digital Corporation. All rights reserved.</a:t>
            </a:r>
            <a:endParaRPr lang="en-US" sz="800" b="0" i="0" dirty="0">
              <a:solidFill>
                <a:schemeClr val="tx1"/>
              </a:solidFill>
              <a:latin typeface="Arial" panose="020B0604020202020204" pitchFamily="34" charset="0"/>
              <a:cs typeface="Arial" panose="020B0604020202020204" pitchFamily="34" charset="0"/>
            </a:endParaRPr>
          </a:p>
        </p:txBody>
      </p:sp>
      <p:sp>
        <p:nvSpPr>
          <p:cNvPr id="7" name="Slide Number Placeholder 1">
            <a:extLst>
              <a:ext uri="{FF2B5EF4-FFF2-40B4-BE49-F238E27FC236}">
                <a16:creationId xmlns:a16="http://schemas.microsoft.com/office/drawing/2014/main" id="{13CF05D5-C0B3-2723-D54B-FF1C3E782DF4}"/>
              </a:ext>
            </a:extLst>
          </p:cNvPr>
          <p:cNvSpPr>
            <a:spLocks noGrp="1"/>
          </p:cNvSpPr>
          <p:nvPr>
            <p:ph type="sldNum" sz="quarter" idx="4"/>
          </p:nvPr>
        </p:nvSpPr>
        <p:spPr>
          <a:xfrm>
            <a:off x="11215668" y="6562157"/>
            <a:ext cx="658832" cy="215444"/>
          </a:xfrm>
          <a:prstGeom prst="rect">
            <a:avLst/>
          </a:prstGeom>
        </p:spPr>
        <p:txBody>
          <a:bodyPr vert="horz" lIns="91440" tIns="45720" rIns="0" bIns="45720" rtlCol="0" anchor="ctr">
            <a:spAutoFit/>
          </a:bodyPr>
          <a:lstStyle>
            <a:lvl1pPr algn="r">
              <a:defRPr sz="800" b="0" i="0">
                <a:solidFill>
                  <a:schemeClr val="tx1"/>
                </a:solidFill>
                <a:latin typeface="Arial" panose="020B0604020202020204" pitchFamily="34" charset="0"/>
                <a:cs typeface="Arial" panose="020B0604020202020204" pitchFamily="34" charset="0"/>
              </a:defRPr>
            </a:lvl1pPr>
          </a:lstStyle>
          <a:p>
            <a:fld id="{B06B19F4-CF25-446C-B362-D8BB27BE9D9B}" type="slidenum">
              <a:rPr lang="en-US" smtClean="0"/>
              <a:t>‹#›</a:t>
            </a:fld>
            <a:endParaRPr lang="en-US"/>
          </a:p>
        </p:txBody>
      </p:sp>
      <p:sp>
        <p:nvSpPr>
          <p:cNvPr id="8" name="WD Confidential">
            <a:extLst>
              <a:ext uri="{FF2B5EF4-FFF2-40B4-BE49-F238E27FC236}">
                <a16:creationId xmlns:a16="http://schemas.microsoft.com/office/drawing/2014/main" id="{72F0C9EA-888F-73F8-1FAA-2C3938396075}"/>
              </a:ext>
            </a:extLst>
          </p:cNvPr>
          <p:cNvSpPr/>
          <p:nvPr/>
        </p:nvSpPr>
        <p:spPr>
          <a:xfrm>
            <a:off x="8991600" y="6638990"/>
            <a:ext cx="1244600" cy="92589"/>
          </a:xfrm>
          <a:prstGeom prst="rect">
            <a:avLst/>
          </a:prstGeom>
          <a:noFill/>
          <a:ln/>
        </p:spPr>
        <p:txBody>
          <a:bodyPr wrap="square" lIns="0" tIns="0" rIns="0" bIns="0" rtlCol="0" anchor="t">
            <a:spAutoFit/>
          </a:bodyPr>
          <a:lstStyle/>
          <a:p>
            <a:pPr>
              <a:lnSpc>
                <a:spcPct val="75000"/>
              </a:lnSpc>
            </a:pPr>
            <a:r>
              <a:rPr lang="en-US" sz="800" b="0" i="0" dirty="0">
                <a:solidFill>
                  <a:schemeClr val="tx1"/>
                </a:solidFill>
                <a:latin typeface="Arial" panose="020B0604020202020204" pitchFamily="34" charset="0"/>
                <a:ea typeface="Arial" pitchFamily="34" charset="-122"/>
                <a:cs typeface="Arial" panose="020B0604020202020204" pitchFamily="34" charset="0"/>
              </a:rPr>
              <a:t>WD CONFIDENTIAL</a:t>
            </a:r>
            <a:endParaRPr lang="en-US" sz="800" b="0" i="0" dirty="0">
              <a:solidFill>
                <a:schemeClr val="tx1"/>
              </a:solidFill>
              <a:latin typeface="Arial" panose="020B0604020202020204" pitchFamily="34" charset="0"/>
              <a:cs typeface="Arial" panose="020B0604020202020204" pitchFamily="34" charset="0"/>
            </a:endParaRPr>
          </a:p>
        </p:txBody>
      </p:sp>
      <p:pic>
        <p:nvPicPr>
          <p:cNvPr id="3" name="Logo" descr="preencoded.png">
            <a:extLst>
              <a:ext uri="{FF2B5EF4-FFF2-40B4-BE49-F238E27FC236}">
                <a16:creationId xmlns:a16="http://schemas.microsoft.com/office/drawing/2014/main" id="{10B20E29-E654-2063-B781-47BEBC4590D3}"/>
              </a:ext>
            </a:extLst>
          </p:cNvPr>
          <p:cNvPicPr>
            <a:picLocks noChangeAspect="1"/>
          </p:cNvPicPr>
          <p:nvPr/>
        </p:nvPicPr>
        <p:blipFill>
          <a:blip>
            <a:extLst>
              <a:ext uri="{96DAC541-7B7A-43D3-8B79-37D633B846F1}">
                <asvg:svgBlip xmlns:asvg="http://schemas.microsoft.com/office/drawing/2016/SVG/main" r:embed="rId2"/>
              </a:ext>
            </a:extLst>
          </a:blip>
          <a:srcRect/>
          <a:stretch/>
        </p:blipFill>
        <p:spPr>
          <a:xfrm>
            <a:off x="10902950" y="419100"/>
            <a:ext cx="869950" cy="222250"/>
          </a:xfrm>
          <a:prstGeom prst="rect">
            <a:avLst/>
          </a:prstGeom>
        </p:spPr>
      </p:pic>
      <p:sp>
        <p:nvSpPr>
          <p:cNvPr id="9" name="2026 Western Digital Corporation All rights reserved">
            <a:extLst>
              <a:ext uri="{FF2B5EF4-FFF2-40B4-BE49-F238E27FC236}">
                <a16:creationId xmlns:a16="http://schemas.microsoft.com/office/drawing/2014/main" id="{5AFF22CB-D0F6-8D78-00FD-5292AFAED654}"/>
              </a:ext>
            </a:extLst>
          </p:cNvPr>
          <p:cNvSpPr/>
          <p:nvPr/>
        </p:nvSpPr>
        <p:spPr>
          <a:xfrm>
            <a:off x="419100" y="6638989"/>
            <a:ext cx="2794000" cy="92589"/>
          </a:xfrm>
          <a:prstGeom prst="rect">
            <a:avLst/>
          </a:prstGeom>
          <a:noFill/>
          <a:ln/>
        </p:spPr>
        <p:txBody>
          <a:bodyPr wrap="square" lIns="0" tIns="0" rIns="0" bIns="0" rtlCol="0" anchor="t">
            <a:spAutoFit/>
          </a:bodyPr>
          <a:lstStyle/>
          <a:p>
            <a:pPr>
              <a:lnSpc>
                <a:spcPct val="75000"/>
              </a:lnSpc>
            </a:pPr>
            <a:r>
              <a:rPr lang="en-US" sz="800" b="0" i="0" dirty="0">
                <a:solidFill>
                  <a:schemeClr val="tx1"/>
                </a:solidFill>
                <a:latin typeface="Arial" panose="020B0604020202020204" pitchFamily="34" charset="0"/>
                <a:ea typeface="Arial" pitchFamily="34" charset="-122"/>
                <a:cs typeface="Arial" panose="020B0604020202020204" pitchFamily="34" charset="0"/>
              </a:rPr>
              <a:t>©  2026 Western Digital Corporation. All rights reserved.</a:t>
            </a:r>
            <a:endParaRPr lang="en-US" sz="800" b="0" i="0" dirty="0">
              <a:solidFill>
                <a:schemeClr val="tx1"/>
              </a:solidFill>
              <a:latin typeface="Arial" panose="020B0604020202020204" pitchFamily="34" charset="0"/>
              <a:cs typeface="Arial" panose="020B0604020202020204" pitchFamily="34" charset="0"/>
            </a:endParaRPr>
          </a:p>
        </p:txBody>
      </p:sp>
      <p:sp>
        <p:nvSpPr>
          <p:cNvPr id="10" name="WD Confidential">
            <a:extLst>
              <a:ext uri="{FF2B5EF4-FFF2-40B4-BE49-F238E27FC236}">
                <a16:creationId xmlns:a16="http://schemas.microsoft.com/office/drawing/2014/main" id="{56F15737-163E-15D8-837B-392A067A91BA}"/>
              </a:ext>
            </a:extLst>
          </p:cNvPr>
          <p:cNvSpPr/>
          <p:nvPr/>
        </p:nvSpPr>
        <p:spPr>
          <a:xfrm>
            <a:off x="8991600" y="6638990"/>
            <a:ext cx="1244600" cy="92589"/>
          </a:xfrm>
          <a:prstGeom prst="rect">
            <a:avLst/>
          </a:prstGeom>
          <a:noFill/>
          <a:ln/>
        </p:spPr>
        <p:txBody>
          <a:bodyPr wrap="square" lIns="0" tIns="0" rIns="0" bIns="0" rtlCol="0" anchor="t">
            <a:spAutoFit/>
          </a:bodyPr>
          <a:lstStyle/>
          <a:p>
            <a:pPr>
              <a:lnSpc>
                <a:spcPct val="75000"/>
              </a:lnSpc>
            </a:pPr>
            <a:r>
              <a:rPr lang="en-US" sz="800" b="0" i="0" dirty="0">
                <a:solidFill>
                  <a:schemeClr val="tx1"/>
                </a:solidFill>
                <a:latin typeface="Arial" panose="020B0604020202020204" pitchFamily="34" charset="0"/>
                <a:ea typeface="Arial" pitchFamily="34" charset="-122"/>
                <a:cs typeface="Arial" panose="020B0604020202020204" pitchFamily="34" charset="0"/>
              </a:rPr>
              <a:t>WD CONFIDENTIAL</a:t>
            </a:r>
            <a:endParaRPr lang="en-US" sz="800" b="0" i="0" dirty="0">
              <a:solidFill>
                <a:schemeClr val="tx1"/>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59424925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p:cSld name="Title Only (Bottom) Vault Navy">
    <p:bg>
      <p:bgRef idx="1001">
        <a:schemeClr val="bg2"/>
      </p:bgRef>
    </p:bg>
    <p:spTree>
      <p:nvGrpSpPr>
        <p:cNvPr id="1" name=""/>
        <p:cNvGrpSpPr/>
        <p:nvPr/>
      </p:nvGrpSpPr>
      <p:grpSpPr>
        <a:xfrm>
          <a:off x="0" y="0"/>
          <a:ext cx="0" cy="0"/>
          <a:chOff x="0" y="0"/>
          <a:chExt cx="0" cy="0"/>
        </a:xfrm>
      </p:grpSpPr>
      <p:pic>
        <p:nvPicPr>
          <p:cNvPr id="4" name="Logo" descr="preencoded.png">
            <a:extLst>
              <a:ext uri="{FF2B5EF4-FFF2-40B4-BE49-F238E27FC236}">
                <a16:creationId xmlns:a16="http://schemas.microsoft.com/office/drawing/2014/main" id="{3DC0599E-ABE3-1DBC-6207-01260A8C27CD}"/>
              </a:ext>
            </a:extLst>
          </p:cNvPr>
          <p:cNvPicPr>
            <a:picLocks noChangeAspect="1"/>
          </p:cNvPicPr>
          <p:nvPr/>
        </p:nvPicPr>
        <p:blipFill>
          <a:blip>
            <a:extLst>
              <a:ext uri="{96DAC541-7B7A-43D3-8B79-37D633B846F1}">
                <asvg:svgBlip xmlns:asvg="http://schemas.microsoft.com/office/drawing/2016/SVG/main" r:embed="rId2"/>
              </a:ext>
            </a:extLst>
          </a:blip>
          <a:srcRect/>
          <a:stretch/>
        </p:blipFill>
        <p:spPr>
          <a:xfrm>
            <a:off x="10902950" y="419100"/>
            <a:ext cx="869950" cy="222250"/>
          </a:xfrm>
          <a:prstGeom prst="rect">
            <a:avLst/>
          </a:prstGeom>
        </p:spPr>
      </p:pic>
      <p:sp>
        <p:nvSpPr>
          <p:cNvPr id="2" name="Text Placeholder 14">
            <a:extLst>
              <a:ext uri="{FF2B5EF4-FFF2-40B4-BE49-F238E27FC236}">
                <a16:creationId xmlns:a16="http://schemas.microsoft.com/office/drawing/2014/main" id="{3CEFD179-CC6E-7D13-6450-355441A668BE}"/>
              </a:ext>
            </a:extLst>
          </p:cNvPr>
          <p:cNvSpPr>
            <a:spLocks noGrp="1"/>
          </p:cNvSpPr>
          <p:nvPr>
            <p:ph type="body" sz="quarter" idx="14" hasCustomPrompt="1"/>
          </p:nvPr>
        </p:nvSpPr>
        <p:spPr>
          <a:xfrm>
            <a:off x="339725" y="333800"/>
            <a:ext cx="2860675" cy="307777"/>
          </a:xfrm>
          <a:prstGeom prst="rect">
            <a:avLst/>
          </a:prstGeom>
        </p:spPr>
        <p:txBody>
          <a:bodyPr wrap="square" lIns="82296" rIns="0">
            <a:spAutoFit/>
          </a:bodyPr>
          <a:lstStyle>
            <a:lvl1pPr>
              <a:lnSpc>
                <a:spcPct val="100000"/>
              </a:lnSpc>
              <a:buNone/>
              <a:defRPr sz="1400" b="1" i="0" spc="-30">
                <a:solidFill>
                  <a:schemeClr val="tx1"/>
                </a:solidFill>
                <a:latin typeface="Arial" panose="020B0604020202020204" pitchFamily="34" charset="0"/>
                <a:cs typeface="Arial" panose="020B0604020202020204" pitchFamily="34" charset="0"/>
              </a:defRPr>
            </a:lvl1pPr>
          </a:lstStyle>
          <a:p>
            <a:pPr lvl="0"/>
            <a:r>
              <a:rPr lang="en-US" b="1" dirty="0"/>
              <a:t>Section Header</a:t>
            </a:r>
          </a:p>
        </p:txBody>
      </p:sp>
      <p:sp>
        <p:nvSpPr>
          <p:cNvPr id="5" name="Title 2">
            <a:extLst>
              <a:ext uri="{FF2B5EF4-FFF2-40B4-BE49-F238E27FC236}">
                <a16:creationId xmlns:a16="http://schemas.microsoft.com/office/drawing/2014/main" id="{11300218-03BC-B777-07DF-B7C3E3BE69DE}"/>
              </a:ext>
            </a:extLst>
          </p:cNvPr>
          <p:cNvSpPr>
            <a:spLocks noGrp="1"/>
          </p:cNvSpPr>
          <p:nvPr>
            <p:ph type="title" hasCustomPrompt="1"/>
          </p:nvPr>
        </p:nvSpPr>
        <p:spPr>
          <a:xfrm>
            <a:off x="339633" y="4803647"/>
            <a:ext cx="4765767" cy="1215333"/>
          </a:xfrm>
          <a:prstGeom prst="rect">
            <a:avLst/>
          </a:prstGeom>
        </p:spPr>
        <p:txBody>
          <a:bodyPr wrap="square" lIns="45720" rIns="0">
            <a:spAutoFit/>
          </a:bodyPr>
          <a:lstStyle>
            <a:lvl1pPr>
              <a:lnSpc>
                <a:spcPct val="85000"/>
              </a:lnSpc>
              <a:defRPr sz="4200" b="0" i="0" spc="-130">
                <a:solidFill>
                  <a:schemeClr val="tx1"/>
                </a:solidFill>
                <a:latin typeface="Arial" panose="020B0604020202020204" pitchFamily="34" charset="0"/>
                <a:cs typeface="Arial" panose="020B0604020202020204" pitchFamily="34" charset="0"/>
              </a:defRPr>
            </a:lvl1pPr>
          </a:lstStyle>
          <a:p>
            <a:r>
              <a:rPr lang="en-US" dirty="0"/>
              <a:t>Data Slide – Bottom Headline</a:t>
            </a:r>
          </a:p>
        </p:txBody>
      </p:sp>
      <p:sp>
        <p:nvSpPr>
          <p:cNvPr id="6" name="2026 Western Digital Corporation All rights reserved">
            <a:extLst>
              <a:ext uri="{FF2B5EF4-FFF2-40B4-BE49-F238E27FC236}">
                <a16:creationId xmlns:a16="http://schemas.microsoft.com/office/drawing/2014/main" id="{89A23E38-65E7-DD56-B4E5-8586783CF4DC}"/>
              </a:ext>
            </a:extLst>
          </p:cNvPr>
          <p:cNvSpPr/>
          <p:nvPr/>
        </p:nvSpPr>
        <p:spPr>
          <a:xfrm>
            <a:off x="419100" y="6638989"/>
            <a:ext cx="2794000" cy="92589"/>
          </a:xfrm>
          <a:prstGeom prst="rect">
            <a:avLst/>
          </a:prstGeom>
          <a:noFill/>
          <a:ln/>
        </p:spPr>
        <p:txBody>
          <a:bodyPr wrap="square" lIns="0" tIns="0" rIns="0" bIns="0" rtlCol="0" anchor="t">
            <a:spAutoFit/>
          </a:bodyPr>
          <a:lstStyle/>
          <a:p>
            <a:pPr>
              <a:lnSpc>
                <a:spcPct val="75000"/>
              </a:lnSpc>
            </a:pPr>
            <a:r>
              <a:rPr lang="en-US" sz="800" b="0" i="0" dirty="0">
                <a:solidFill>
                  <a:schemeClr val="tx1"/>
                </a:solidFill>
                <a:latin typeface="Arial" panose="020B0604020202020204" pitchFamily="34" charset="0"/>
                <a:ea typeface="Arial" pitchFamily="34" charset="-122"/>
                <a:cs typeface="Arial" panose="020B0604020202020204" pitchFamily="34" charset="0"/>
              </a:rPr>
              <a:t>©  2026 Western Digital Corporation. All rights reserved.</a:t>
            </a:r>
            <a:endParaRPr lang="en-US" sz="800" b="0" i="0" dirty="0">
              <a:solidFill>
                <a:schemeClr val="tx1"/>
              </a:solidFill>
              <a:latin typeface="Arial" panose="020B0604020202020204" pitchFamily="34" charset="0"/>
              <a:cs typeface="Arial" panose="020B0604020202020204" pitchFamily="34" charset="0"/>
            </a:endParaRPr>
          </a:p>
        </p:txBody>
      </p:sp>
      <p:sp>
        <p:nvSpPr>
          <p:cNvPr id="7" name="Slide Number Placeholder 1">
            <a:extLst>
              <a:ext uri="{FF2B5EF4-FFF2-40B4-BE49-F238E27FC236}">
                <a16:creationId xmlns:a16="http://schemas.microsoft.com/office/drawing/2014/main" id="{DE448280-606D-19BF-53C0-F94BF2C7068E}"/>
              </a:ext>
            </a:extLst>
          </p:cNvPr>
          <p:cNvSpPr>
            <a:spLocks noGrp="1"/>
          </p:cNvSpPr>
          <p:nvPr>
            <p:ph type="sldNum" sz="quarter" idx="4"/>
          </p:nvPr>
        </p:nvSpPr>
        <p:spPr>
          <a:xfrm>
            <a:off x="11215668" y="6562157"/>
            <a:ext cx="658832" cy="215444"/>
          </a:xfrm>
          <a:prstGeom prst="rect">
            <a:avLst/>
          </a:prstGeom>
        </p:spPr>
        <p:txBody>
          <a:bodyPr vert="horz" lIns="91440" tIns="45720" rIns="0" bIns="45720" rtlCol="0" anchor="ctr">
            <a:spAutoFit/>
          </a:bodyPr>
          <a:lstStyle>
            <a:lvl1pPr algn="r">
              <a:defRPr sz="800" b="0" i="0">
                <a:solidFill>
                  <a:schemeClr val="tx1"/>
                </a:solidFill>
                <a:latin typeface="Arial" panose="020B0604020202020204" pitchFamily="34" charset="0"/>
                <a:cs typeface="Arial" panose="020B0604020202020204" pitchFamily="34" charset="0"/>
              </a:defRPr>
            </a:lvl1pPr>
          </a:lstStyle>
          <a:p>
            <a:fld id="{B06B19F4-CF25-446C-B362-D8BB27BE9D9B}" type="slidenum">
              <a:rPr lang="en-US" smtClean="0"/>
              <a:t>‹#›</a:t>
            </a:fld>
            <a:endParaRPr lang="en-US"/>
          </a:p>
        </p:txBody>
      </p:sp>
      <p:sp>
        <p:nvSpPr>
          <p:cNvPr id="8" name="WD Confidential">
            <a:extLst>
              <a:ext uri="{FF2B5EF4-FFF2-40B4-BE49-F238E27FC236}">
                <a16:creationId xmlns:a16="http://schemas.microsoft.com/office/drawing/2014/main" id="{30B9BA75-8CE2-0C9A-0039-48A3A72D41AE}"/>
              </a:ext>
            </a:extLst>
          </p:cNvPr>
          <p:cNvSpPr/>
          <p:nvPr/>
        </p:nvSpPr>
        <p:spPr>
          <a:xfrm>
            <a:off x="8991600" y="6638990"/>
            <a:ext cx="1244600" cy="92589"/>
          </a:xfrm>
          <a:prstGeom prst="rect">
            <a:avLst/>
          </a:prstGeom>
          <a:noFill/>
          <a:ln/>
        </p:spPr>
        <p:txBody>
          <a:bodyPr wrap="square" lIns="0" tIns="0" rIns="0" bIns="0" rtlCol="0" anchor="t">
            <a:spAutoFit/>
          </a:bodyPr>
          <a:lstStyle/>
          <a:p>
            <a:pPr>
              <a:lnSpc>
                <a:spcPct val="75000"/>
              </a:lnSpc>
            </a:pPr>
            <a:r>
              <a:rPr lang="en-US" sz="800" b="0" i="0" dirty="0">
                <a:solidFill>
                  <a:schemeClr val="tx1"/>
                </a:solidFill>
                <a:latin typeface="Arial" panose="020B0604020202020204" pitchFamily="34" charset="0"/>
                <a:ea typeface="Arial" pitchFamily="34" charset="-122"/>
                <a:cs typeface="Arial" panose="020B0604020202020204" pitchFamily="34" charset="0"/>
              </a:rPr>
              <a:t>WD CONFIDENTIAL</a:t>
            </a:r>
            <a:endParaRPr lang="en-US" sz="800" b="0" i="0" dirty="0">
              <a:solidFill>
                <a:schemeClr val="tx1"/>
              </a:solidFill>
              <a:latin typeface="Arial" panose="020B0604020202020204" pitchFamily="34" charset="0"/>
              <a:cs typeface="Arial" panose="020B0604020202020204" pitchFamily="34" charset="0"/>
            </a:endParaRPr>
          </a:p>
        </p:txBody>
      </p:sp>
      <p:pic>
        <p:nvPicPr>
          <p:cNvPr id="3" name="Logo" descr="preencoded.png">
            <a:extLst>
              <a:ext uri="{FF2B5EF4-FFF2-40B4-BE49-F238E27FC236}">
                <a16:creationId xmlns:a16="http://schemas.microsoft.com/office/drawing/2014/main" id="{F59CFC3C-A3FC-9613-B4C7-810735CFDCD5}"/>
              </a:ext>
            </a:extLst>
          </p:cNvPr>
          <p:cNvPicPr>
            <a:picLocks noChangeAspect="1"/>
          </p:cNvPicPr>
          <p:nvPr/>
        </p:nvPicPr>
        <p:blipFill>
          <a:blip>
            <a:extLst>
              <a:ext uri="{96DAC541-7B7A-43D3-8B79-37D633B846F1}">
                <asvg:svgBlip xmlns:asvg="http://schemas.microsoft.com/office/drawing/2016/SVG/main" r:embed="rId3"/>
              </a:ext>
            </a:extLst>
          </a:blip>
          <a:srcRect/>
          <a:stretch/>
        </p:blipFill>
        <p:spPr>
          <a:xfrm>
            <a:off x="10902950" y="419100"/>
            <a:ext cx="869950" cy="222250"/>
          </a:xfrm>
          <a:prstGeom prst="rect">
            <a:avLst/>
          </a:prstGeom>
        </p:spPr>
      </p:pic>
      <p:sp>
        <p:nvSpPr>
          <p:cNvPr id="9" name="2026 Western Digital Corporation All rights reserved">
            <a:extLst>
              <a:ext uri="{FF2B5EF4-FFF2-40B4-BE49-F238E27FC236}">
                <a16:creationId xmlns:a16="http://schemas.microsoft.com/office/drawing/2014/main" id="{8DDE42A7-3D15-660C-027E-176B5AC295B5}"/>
              </a:ext>
            </a:extLst>
          </p:cNvPr>
          <p:cNvSpPr/>
          <p:nvPr/>
        </p:nvSpPr>
        <p:spPr>
          <a:xfrm>
            <a:off x="419100" y="6638989"/>
            <a:ext cx="2794000" cy="92589"/>
          </a:xfrm>
          <a:prstGeom prst="rect">
            <a:avLst/>
          </a:prstGeom>
          <a:noFill/>
          <a:ln/>
        </p:spPr>
        <p:txBody>
          <a:bodyPr wrap="square" lIns="0" tIns="0" rIns="0" bIns="0" rtlCol="0" anchor="t">
            <a:spAutoFit/>
          </a:bodyPr>
          <a:lstStyle/>
          <a:p>
            <a:pPr>
              <a:lnSpc>
                <a:spcPct val="75000"/>
              </a:lnSpc>
            </a:pPr>
            <a:r>
              <a:rPr lang="en-US" sz="800" b="0" i="0" dirty="0">
                <a:solidFill>
                  <a:schemeClr val="tx1"/>
                </a:solidFill>
                <a:latin typeface="Arial" panose="020B0604020202020204" pitchFamily="34" charset="0"/>
                <a:ea typeface="Arial" pitchFamily="34" charset="-122"/>
                <a:cs typeface="Arial" panose="020B0604020202020204" pitchFamily="34" charset="0"/>
              </a:rPr>
              <a:t>©  2026 Western Digital Corporation. All rights reserved.</a:t>
            </a:r>
            <a:endParaRPr lang="en-US" sz="800" b="0" i="0" dirty="0">
              <a:solidFill>
                <a:schemeClr val="tx1"/>
              </a:solidFill>
              <a:latin typeface="Arial" panose="020B0604020202020204" pitchFamily="34" charset="0"/>
              <a:cs typeface="Arial" panose="020B0604020202020204" pitchFamily="34" charset="0"/>
            </a:endParaRPr>
          </a:p>
        </p:txBody>
      </p:sp>
      <p:sp>
        <p:nvSpPr>
          <p:cNvPr id="10" name="WD Confidential">
            <a:extLst>
              <a:ext uri="{FF2B5EF4-FFF2-40B4-BE49-F238E27FC236}">
                <a16:creationId xmlns:a16="http://schemas.microsoft.com/office/drawing/2014/main" id="{6DC8EB8D-C8F7-BF6E-07F9-3F408DFDC670}"/>
              </a:ext>
            </a:extLst>
          </p:cNvPr>
          <p:cNvSpPr/>
          <p:nvPr/>
        </p:nvSpPr>
        <p:spPr>
          <a:xfrm>
            <a:off x="8991600" y="6638990"/>
            <a:ext cx="1244600" cy="92589"/>
          </a:xfrm>
          <a:prstGeom prst="rect">
            <a:avLst/>
          </a:prstGeom>
          <a:noFill/>
          <a:ln/>
        </p:spPr>
        <p:txBody>
          <a:bodyPr wrap="square" lIns="0" tIns="0" rIns="0" bIns="0" rtlCol="0" anchor="t">
            <a:spAutoFit/>
          </a:bodyPr>
          <a:lstStyle/>
          <a:p>
            <a:pPr>
              <a:lnSpc>
                <a:spcPct val="75000"/>
              </a:lnSpc>
            </a:pPr>
            <a:r>
              <a:rPr lang="en-US" sz="800" b="0" i="0" dirty="0">
                <a:solidFill>
                  <a:schemeClr val="tx1"/>
                </a:solidFill>
                <a:latin typeface="Arial" panose="020B0604020202020204" pitchFamily="34" charset="0"/>
                <a:ea typeface="Arial" pitchFamily="34" charset="-122"/>
                <a:cs typeface="Arial" panose="020B0604020202020204" pitchFamily="34" charset="0"/>
              </a:rPr>
              <a:t>WD CONFIDENTIAL</a:t>
            </a:r>
            <a:endParaRPr lang="en-US" sz="800" b="0" i="0" dirty="0">
              <a:solidFill>
                <a:schemeClr val="tx1"/>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4002546643"/>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p:cSld name="Title and Key Takeaway White">
    <p:bg>
      <p:bgPr>
        <a:solidFill>
          <a:schemeClr val="bg1"/>
        </a:solidFill>
        <a:effectLst/>
      </p:bgPr>
    </p:bg>
    <p:spTree>
      <p:nvGrpSpPr>
        <p:cNvPr id="1" name=""/>
        <p:cNvGrpSpPr/>
        <p:nvPr/>
      </p:nvGrpSpPr>
      <p:grpSpPr>
        <a:xfrm>
          <a:off x="0" y="0"/>
          <a:ext cx="0" cy="0"/>
          <a:chOff x="0" y="0"/>
          <a:chExt cx="0" cy="0"/>
        </a:xfrm>
      </p:grpSpPr>
      <p:pic>
        <p:nvPicPr>
          <p:cNvPr id="4" name="Logo" descr="preencoded.png">
            <a:extLst>
              <a:ext uri="{FF2B5EF4-FFF2-40B4-BE49-F238E27FC236}">
                <a16:creationId xmlns:a16="http://schemas.microsoft.com/office/drawing/2014/main" id="{3DC0599E-ABE3-1DBC-6207-01260A8C27CD}"/>
              </a:ext>
            </a:extLst>
          </p:cNvPr>
          <p:cNvPicPr>
            <a:picLocks noChangeAspect="1"/>
          </p:cNvPicPr>
          <p:nvPr/>
        </p:nvPicPr>
        <p:blipFill>
          <a:blip>
            <a:extLst>
              <a:ext uri="{96DAC541-7B7A-43D3-8B79-37D633B846F1}">
                <asvg:svgBlip xmlns:asvg="http://schemas.microsoft.com/office/drawing/2016/SVG/main" r:embed="rId2"/>
              </a:ext>
            </a:extLst>
          </a:blip>
          <a:srcRect/>
          <a:stretch/>
        </p:blipFill>
        <p:spPr>
          <a:xfrm>
            <a:off x="10902950" y="419100"/>
            <a:ext cx="869950" cy="222250"/>
          </a:xfrm>
          <a:prstGeom prst="rect">
            <a:avLst/>
          </a:prstGeom>
        </p:spPr>
      </p:pic>
      <p:sp>
        <p:nvSpPr>
          <p:cNvPr id="3" name="Text Placeholder 14">
            <a:extLst>
              <a:ext uri="{FF2B5EF4-FFF2-40B4-BE49-F238E27FC236}">
                <a16:creationId xmlns:a16="http://schemas.microsoft.com/office/drawing/2014/main" id="{5038E714-E163-FC39-1729-F3C74D0D3A71}"/>
              </a:ext>
            </a:extLst>
          </p:cNvPr>
          <p:cNvSpPr>
            <a:spLocks noGrp="1"/>
          </p:cNvSpPr>
          <p:nvPr>
            <p:ph type="body" sz="quarter" idx="13" hasCustomPrompt="1"/>
          </p:nvPr>
        </p:nvSpPr>
        <p:spPr>
          <a:xfrm>
            <a:off x="339725" y="333800"/>
            <a:ext cx="2860675" cy="307777"/>
          </a:xfrm>
          <a:prstGeom prst="rect">
            <a:avLst/>
          </a:prstGeom>
        </p:spPr>
        <p:txBody>
          <a:bodyPr wrap="square" lIns="82296" rIns="0">
            <a:spAutoFit/>
          </a:bodyPr>
          <a:lstStyle>
            <a:lvl1pPr>
              <a:lnSpc>
                <a:spcPct val="100000"/>
              </a:lnSpc>
              <a:buNone/>
              <a:defRPr sz="1400" b="1" i="0" spc="-30">
                <a:solidFill>
                  <a:schemeClr val="tx2"/>
                </a:solidFill>
                <a:latin typeface="Arial" panose="020B0604020202020204" pitchFamily="34" charset="0"/>
                <a:cs typeface="Arial" panose="020B0604020202020204" pitchFamily="34" charset="0"/>
              </a:defRPr>
            </a:lvl1pPr>
          </a:lstStyle>
          <a:p>
            <a:pPr lvl="0"/>
            <a:r>
              <a:rPr lang="en-US" b="1" dirty="0"/>
              <a:t>Section Header</a:t>
            </a:r>
          </a:p>
        </p:txBody>
      </p:sp>
      <p:sp>
        <p:nvSpPr>
          <p:cNvPr id="5" name="Title 2">
            <a:extLst>
              <a:ext uri="{FF2B5EF4-FFF2-40B4-BE49-F238E27FC236}">
                <a16:creationId xmlns:a16="http://schemas.microsoft.com/office/drawing/2014/main" id="{4E85FB4D-4CD5-438C-9DEF-860D73ABB346}"/>
              </a:ext>
            </a:extLst>
          </p:cNvPr>
          <p:cNvSpPr>
            <a:spLocks noGrp="1"/>
          </p:cNvSpPr>
          <p:nvPr>
            <p:ph type="title" hasCustomPrompt="1"/>
          </p:nvPr>
        </p:nvSpPr>
        <p:spPr>
          <a:xfrm>
            <a:off x="339633" y="702407"/>
            <a:ext cx="6670767" cy="1215333"/>
          </a:xfrm>
          <a:prstGeom prst="rect">
            <a:avLst/>
          </a:prstGeom>
        </p:spPr>
        <p:txBody>
          <a:bodyPr wrap="square" lIns="45720" rIns="0">
            <a:spAutoFit/>
          </a:bodyPr>
          <a:lstStyle>
            <a:lvl1pPr>
              <a:lnSpc>
                <a:spcPct val="85000"/>
              </a:lnSpc>
              <a:defRPr sz="4200" b="0" i="0" spc="-130">
                <a:solidFill>
                  <a:schemeClr val="tx2"/>
                </a:solidFill>
                <a:latin typeface="Arial" panose="020B0604020202020204" pitchFamily="34" charset="0"/>
                <a:cs typeface="Arial" panose="020B0604020202020204" pitchFamily="34" charset="0"/>
              </a:defRPr>
            </a:lvl1pPr>
          </a:lstStyle>
          <a:p>
            <a:r>
              <a:rPr lang="en-US" dirty="0"/>
              <a:t>Content or Data </a:t>
            </a:r>
            <a:br>
              <a:rPr lang="en-US" dirty="0"/>
            </a:br>
            <a:r>
              <a:rPr lang="en-US" dirty="0"/>
              <a:t>Slide Headline</a:t>
            </a:r>
          </a:p>
        </p:txBody>
      </p:sp>
      <p:sp>
        <p:nvSpPr>
          <p:cNvPr id="2" name="Text Placeholder 10">
            <a:extLst>
              <a:ext uri="{FF2B5EF4-FFF2-40B4-BE49-F238E27FC236}">
                <a16:creationId xmlns:a16="http://schemas.microsoft.com/office/drawing/2014/main" id="{D7CC45D7-1BAA-BAFE-C00D-0F9E4834A47D}"/>
              </a:ext>
            </a:extLst>
          </p:cNvPr>
          <p:cNvSpPr>
            <a:spLocks noGrp="1"/>
          </p:cNvSpPr>
          <p:nvPr>
            <p:ph type="body" sz="quarter" idx="16" hasCustomPrompt="1"/>
          </p:nvPr>
        </p:nvSpPr>
        <p:spPr>
          <a:xfrm>
            <a:off x="341312" y="2122728"/>
            <a:ext cx="1908175" cy="757130"/>
          </a:xfrm>
          <a:prstGeom prst="rect">
            <a:avLst/>
          </a:prstGeom>
        </p:spPr>
        <p:txBody>
          <a:bodyPr wrap="square" lIns="73152" rIns="0">
            <a:spAutoFit/>
          </a:bodyPr>
          <a:lstStyle>
            <a:lvl1pPr marL="12700" indent="-12700">
              <a:buNone/>
              <a:tabLst/>
              <a:defRPr sz="1600" b="1" i="0" spc="-40">
                <a:solidFill>
                  <a:schemeClr val="tx2"/>
                </a:solidFill>
                <a:latin typeface="Arial" panose="020B0604020202020204" pitchFamily="34" charset="0"/>
                <a:cs typeface="Arial" panose="020B0604020202020204" pitchFamily="34" charset="0"/>
              </a:defRPr>
            </a:lvl1pPr>
          </a:lstStyle>
          <a:p>
            <a:pPr lvl="0"/>
            <a:r>
              <a:rPr lang="en-US" b="1" dirty="0"/>
              <a:t>Optional subtitle or key takeaway goes here</a:t>
            </a:r>
          </a:p>
        </p:txBody>
      </p:sp>
      <p:sp>
        <p:nvSpPr>
          <p:cNvPr id="11" name="Text Placeholder 10">
            <a:extLst>
              <a:ext uri="{FF2B5EF4-FFF2-40B4-BE49-F238E27FC236}">
                <a16:creationId xmlns:a16="http://schemas.microsoft.com/office/drawing/2014/main" id="{F6CF7733-1DE9-9B58-4576-DA0FE39F7DE5}"/>
              </a:ext>
            </a:extLst>
          </p:cNvPr>
          <p:cNvSpPr>
            <a:spLocks noGrp="1"/>
          </p:cNvSpPr>
          <p:nvPr>
            <p:ph type="body" sz="quarter" idx="17" hasCustomPrompt="1"/>
          </p:nvPr>
        </p:nvSpPr>
        <p:spPr>
          <a:xfrm>
            <a:off x="339725" y="5198586"/>
            <a:ext cx="1908175" cy="738664"/>
          </a:xfrm>
          <a:prstGeom prst="rect">
            <a:avLst/>
          </a:prstGeom>
        </p:spPr>
        <p:txBody>
          <a:bodyPr wrap="square" lIns="82296" rIns="0" anchor="b">
            <a:spAutoFit/>
          </a:bodyPr>
          <a:lstStyle>
            <a:lvl1pPr marL="11113" indent="-11113">
              <a:lnSpc>
                <a:spcPct val="100000"/>
              </a:lnSpc>
              <a:buNone/>
              <a:tabLst/>
              <a:defRPr sz="1400" b="0" i="0" spc="-30">
                <a:solidFill>
                  <a:schemeClr val="tx2"/>
                </a:solidFill>
                <a:latin typeface="Arial" panose="020B0604020202020204" pitchFamily="34" charset="0"/>
                <a:cs typeface="Arial" panose="020B0604020202020204" pitchFamily="34" charset="0"/>
              </a:defRPr>
            </a:lvl1pPr>
          </a:lstStyle>
          <a:p>
            <a:pPr lvl="0"/>
            <a:r>
              <a:rPr lang="en-US" b="0" dirty="0"/>
              <a:t>Optional additional (less important) text goes here</a:t>
            </a:r>
          </a:p>
        </p:txBody>
      </p:sp>
      <p:sp>
        <p:nvSpPr>
          <p:cNvPr id="6" name="2026 Western Digital Corporation All rights reserved">
            <a:extLst>
              <a:ext uri="{FF2B5EF4-FFF2-40B4-BE49-F238E27FC236}">
                <a16:creationId xmlns:a16="http://schemas.microsoft.com/office/drawing/2014/main" id="{AABDCA64-0F1C-5EC0-64DA-CD1DEA2EC07B}"/>
              </a:ext>
            </a:extLst>
          </p:cNvPr>
          <p:cNvSpPr/>
          <p:nvPr/>
        </p:nvSpPr>
        <p:spPr>
          <a:xfrm>
            <a:off x="419100" y="6638989"/>
            <a:ext cx="2794000" cy="92589"/>
          </a:xfrm>
          <a:prstGeom prst="rect">
            <a:avLst/>
          </a:prstGeom>
          <a:noFill/>
          <a:ln/>
        </p:spPr>
        <p:txBody>
          <a:bodyPr wrap="square" lIns="0" tIns="0" rIns="0" bIns="0" rtlCol="0" anchor="t">
            <a:spAutoFit/>
          </a:bodyPr>
          <a:lstStyle/>
          <a:p>
            <a:pPr>
              <a:lnSpc>
                <a:spcPct val="75000"/>
              </a:lnSpc>
            </a:pPr>
            <a:r>
              <a:rPr lang="en-US" sz="800" b="0" i="0" dirty="0">
                <a:solidFill>
                  <a:schemeClr val="tx1"/>
                </a:solidFill>
                <a:latin typeface="Arial" panose="020B0604020202020204" pitchFamily="34" charset="0"/>
                <a:ea typeface="Arial" pitchFamily="34" charset="-122"/>
                <a:cs typeface="Arial" panose="020B0604020202020204" pitchFamily="34" charset="0"/>
              </a:rPr>
              <a:t>©  2026 Western Digital Corporation. All rights reserved.</a:t>
            </a:r>
            <a:endParaRPr lang="en-US" sz="800" b="0" i="0" dirty="0">
              <a:solidFill>
                <a:schemeClr val="tx1"/>
              </a:solidFill>
              <a:latin typeface="Arial" panose="020B0604020202020204" pitchFamily="34" charset="0"/>
              <a:cs typeface="Arial" panose="020B0604020202020204" pitchFamily="34" charset="0"/>
            </a:endParaRPr>
          </a:p>
        </p:txBody>
      </p:sp>
      <p:sp>
        <p:nvSpPr>
          <p:cNvPr id="7" name="Slide Number Placeholder 1">
            <a:extLst>
              <a:ext uri="{FF2B5EF4-FFF2-40B4-BE49-F238E27FC236}">
                <a16:creationId xmlns:a16="http://schemas.microsoft.com/office/drawing/2014/main" id="{D038555D-587B-01AE-60D5-C9BEFE14E3DE}"/>
              </a:ext>
            </a:extLst>
          </p:cNvPr>
          <p:cNvSpPr>
            <a:spLocks noGrp="1"/>
          </p:cNvSpPr>
          <p:nvPr>
            <p:ph type="sldNum" sz="quarter" idx="4"/>
          </p:nvPr>
        </p:nvSpPr>
        <p:spPr>
          <a:xfrm>
            <a:off x="11215668" y="6562157"/>
            <a:ext cx="658832" cy="215444"/>
          </a:xfrm>
          <a:prstGeom prst="rect">
            <a:avLst/>
          </a:prstGeom>
        </p:spPr>
        <p:txBody>
          <a:bodyPr vert="horz" lIns="91440" tIns="45720" rIns="0" bIns="45720" rtlCol="0" anchor="ctr">
            <a:spAutoFit/>
          </a:bodyPr>
          <a:lstStyle>
            <a:lvl1pPr algn="r">
              <a:defRPr sz="800" b="0" i="0">
                <a:solidFill>
                  <a:schemeClr val="tx1"/>
                </a:solidFill>
                <a:latin typeface="Arial" panose="020B0604020202020204" pitchFamily="34" charset="0"/>
                <a:cs typeface="Arial" panose="020B0604020202020204" pitchFamily="34" charset="0"/>
              </a:defRPr>
            </a:lvl1pPr>
          </a:lstStyle>
          <a:p>
            <a:fld id="{B06B19F4-CF25-446C-B362-D8BB27BE9D9B}" type="slidenum">
              <a:rPr lang="en-US" smtClean="0"/>
              <a:t>‹#›</a:t>
            </a:fld>
            <a:endParaRPr lang="en-US"/>
          </a:p>
        </p:txBody>
      </p:sp>
      <p:sp>
        <p:nvSpPr>
          <p:cNvPr id="8" name="WD Confidential">
            <a:extLst>
              <a:ext uri="{FF2B5EF4-FFF2-40B4-BE49-F238E27FC236}">
                <a16:creationId xmlns:a16="http://schemas.microsoft.com/office/drawing/2014/main" id="{3AE7A749-92BC-EB07-E27C-08E0B85EDE46}"/>
              </a:ext>
            </a:extLst>
          </p:cNvPr>
          <p:cNvSpPr/>
          <p:nvPr/>
        </p:nvSpPr>
        <p:spPr>
          <a:xfrm>
            <a:off x="8991600" y="6638990"/>
            <a:ext cx="1244600" cy="92589"/>
          </a:xfrm>
          <a:prstGeom prst="rect">
            <a:avLst/>
          </a:prstGeom>
          <a:noFill/>
          <a:ln/>
        </p:spPr>
        <p:txBody>
          <a:bodyPr wrap="square" lIns="0" tIns="0" rIns="0" bIns="0" rtlCol="0" anchor="t">
            <a:spAutoFit/>
          </a:bodyPr>
          <a:lstStyle/>
          <a:p>
            <a:pPr>
              <a:lnSpc>
                <a:spcPct val="75000"/>
              </a:lnSpc>
            </a:pPr>
            <a:r>
              <a:rPr lang="en-US" sz="800" b="0" i="0" dirty="0">
                <a:solidFill>
                  <a:schemeClr val="tx1"/>
                </a:solidFill>
                <a:latin typeface="Arial" panose="020B0604020202020204" pitchFamily="34" charset="0"/>
                <a:ea typeface="Arial" pitchFamily="34" charset="-122"/>
                <a:cs typeface="Arial" panose="020B0604020202020204" pitchFamily="34" charset="0"/>
              </a:rPr>
              <a:t>WD CONFIDENTIAL</a:t>
            </a:r>
            <a:endParaRPr lang="en-US" sz="800" b="0" i="0" dirty="0">
              <a:solidFill>
                <a:schemeClr val="tx1"/>
              </a:solidFill>
              <a:latin typeface="Arial" panose="020B0604020202020204" pitchFamily="34" charset="0"/>
              <a:cs typeface="Arial" panose="020B0604020202020204" pitchFamily="34" charset="0"/>
            </a:endParaRPr>
          </a:p>
        </p:txBody>
      </p:sp>
      <p:pic>
        <p:nvPicPr>
          <p:cNvPr id="9" name="Logo" descr="preencoded.png">
            <a:extLst>
              <a:ext uri="{FF2B5EF4-FFF2-40B4-BE49-F238E27FC236}">
                <a16:creationId xmlns:a16="http://schemas.microsoft.com/office/drawing/2014/main" id="{CEB8D14F-1C68-82BB-AFE1-459987D701DE}"/>
              </a:ext>
            </a:extLst>
          </p:cNvPr>
          <p:cNvPicPr>
            <a:picLocks noChangeAspect="1"/>
          </p:cNvPicPr>
          <p:nvPr/>
        </p:nvPicPr>
        <p:blipFill>
          <a:blip>
            <a:extLst>
              <a:ext uri="{96DAC541-7B7A-43D3-8B79-37D633B846F1}">
                <asvg:svgBlip xmlns:asvg="http://schemas.microsoft.com/office/drawing/2016/SVG/main" r:embed="rId2"/>
              </a:ext>
            </a:extLst>
          </a:blip>
          <a:srcRect/>
          <a:stretch/>
        </p:blipFill>
        <p:spPr>
          <a:xfrm>
            <a:off x="10902950" y="419100"/>
            <a:ext cx="869950" cy="222250"/>
          </a:xfrm>
          <a:prstGeom prst="rect">
            <a:avLst/>
          </a:prstGeom>
        </p:spPr>
      </p:pic>
      <p:sp>
        <p:nvSpPr>
          <p:cNvPr id="10" name="2026 Western Digital Corporation All rights reserved">
            <a:extLst>
              <a:ext uri="{FF2B5EF4-FFF2-40B4-BE49-F238E27FC236}">
                <a16:creationId xmlns:a16="http://schemas.microsoft.com/office/drawing/2014/main" id="{1CC8CA86-10A1-FB0C-34D3-EC8E64201B58}"/>
              </a:ext>
            </a:extLst>
          </p:cNvPr>
          <p:cNvSpPr/>
          <p:nvPr/>
        </p:nvSpPr>
        <p:spPr>
          <a:xfrm>
            <a:off x="419100" y="6638989"/>
            <a:ext cx="2794000" cy="92589"/>
          </a:xfrm>
          <a:prstGeom prst="rect">
            <a:avLst/>
          </a:prstGeom>
          <a:noFill/>
          <a:ln/>
        </p:spPr>
        <p:txBody>
          <a:bodyPr wrap="square" lIns="0" tIns="0" rIns="0" bIns="0" rtlCol="0" anchor="t">
            <a:spAutoFit/>
          </a:bodyPr>
          <a:lstStyle/>
          <a:p>
            <a:pPr>
              <a:lnSpc>
                <a:spcPct val="75000"/>
              </a:lnSpc>
            </a:pPr>
            <a:r>
              <a:rPr lang="en-US" sz="800" b="0" i="0" dirty="0">
                <a:solidFill>
                  <a:schemeClr val="tx1"/>
                </a:solidFill>
                <a:latin typeface="Arial" panose="020B0604020202020204" pitchFamily="34" charset="0"/>
                <a:ea typeface="Arial" pitchFamily="34" charset="-122"/>
                <a:cs typeface="Arial" panose="020B0604020202020204" pitchFamily="34" charset="0"/>
              </a:rPr>
              <a:t>©  2026 Western Digital Corporation. All rights reserved.</a:t>
            </a:r>
            <a:endParaRPr lang="en-US" sz="800" b="0" i="0" dirty="0">
              <a:solidFill>
                <a:schemeClr val="tx1"/>
              </a:solidFill>
              <a:latin typeface="Arial" panose="020B0604020202020204" pitchFamily="34" charset="0"/>
              <a:cs typeface="Arial" panose="020B0604020202020204" pitchFamily="34" charset="0"/>
            </a:endParaRPr>
          </a:p>
        </p:txBody>
      </p:sp>
      <p:sp>
        <p:nvSpPr>
          <p:cNvPr id="12" name="WD Confidential">
            <a:extLst>
              <a:ext uri="{FF2B5EF4-FFF2-40B4-BE49-F238E27FC236}">
                <a16:creationId xmlns:a16="http://schemas.microsoft.com/office/drawing/2014/main" id="{7C0CA1A1-4B4B-0A66-C20D-61A2B71697F4}"/>
              </a:ext>
            </a:extLst>
          </p:cNvPr>
          <p:cNvSpPr/>
          <p:nvPr/>
        </p:nvSpPr>
        <p:spPr>
          <a:xfrm>
            <a:off x="8991600" y="6638990"/>
            <a:ext cx="1244600" cy="92589"/>
          </a:xfrm>
          <a:prstGeom prst="rect">
            <a:avLst/>
          </a:prstGeom>
          <a:noFill/>
          <a:ln/>
        </p:spPr>
        <p:txBody>
          <a:bodyPr wrap="square" lIns="0" tIns="0" rIns="0" bIns="0" rtlCol="0" anchor="t">
            <a:spAutoFit/>
          </a:bodyPr>
          <a:lstStyle/>
          <a:p>
            <a:pPr>
              <a:lnSpc>
                <a:spcPct val="75000"/>
              </a:lnSpc>
            </a:pPr>
            <a:r>
              <a:rPr lang="en-US" sz="800" b="0" i="0" dirty="0">
                <a:solidFill>
                  <a:schemeClr val="tx1"/>
                </a:solidFill>
                <a:latin typeface="Arial" panose="020B0604020202020204" pitchFamily="34" charset="0"/>
                <a:ea typeface="Arial" pitchFamily="34" charset="-122"/>
                <a:cs typeface="Arial" panose="020B0604020202020204" pitchFamily="34" charset="0"/>
              </a:rPr>
              <a:t>WD CONFIDENTIAL</a:t>
            </a:r>
            <a:endParaRPr lang="en-US" sz="800" b="0" i="0" dirty="0">
              <a:solidFill>
                <a:schemeClr val="tx1"/>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99116695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p:cSld name="Title and Key Takeaway Vault Navy">
    <p:bg>
      <p:bgPr>
        <a:solidFill>
          <a:schemeClr val="tx2"/>
        </a:solidFill>
        <a:effectLst/>
      </p:bgPr>
    </p:bg>
    <p:spTree>
      <p:nvGrpSpPr>
        <p:cNvPr id="1" name=""/>
        <p:cNvGrpSpPr/>
        <p:nvPr/>
      </p:nvGrpSpPr>
      <p:grpSpPr>
        <a:xfrm>
          <a:off x="0" y="0"/>
          <a:ext cx="0" cy="0"/>
          <a:chOff x="0" y="0"/>
          <a:chExt cx="0" cy="0"/>
        </a:xfrm>
      </p:grpSpPr>
      <p:pic>
        <p:nvPicPr>
          <p:cNvPr id="2" name="Logo" descr="preencoded.png">
            <a:extLst>
              <a:ext uri="{FF2B5EF4-FFF2-40B4-BE49-F238E27FC236}">
                <a16:creationId xmlns:a16="http://schemas.microsoft.com/office/drawing/2014/main" id="{E9939BCF-4926-9BD3-1B08-CD2AABECE26F}"/>
              </a:ext>
            </a:extLst>
          </p:cNvPr>
          <p:cNvPicPr>
            <a:picLocks noChangeAspect="1"/>
          </p:cNvPicPr>
          <p:nvPr/>
        </p:nvPicPr>
        <p:blipFill>
          <a:blip>
            <a:extLst>
              <a:ext uri="{96DAC541-7B7A-43D3-8B79-37D633B846F1}">
                <asvg:svgBlip xmlns:asvg="http://schemas.microsoft.com/office/drawing/2016/SVG/main" r:embed="rId2"/>
              </a:ext>
            </a:extLst>
          </a:blip>
          <a:srcRect/>
          <a:stretch/>
        </p:blipFill>
        <p:spPr>
          <a:xfrm>
            <a:off x="10902950" y="419100"/>
            <a:ext cx="869950" cy="222250"/>
          </a:xfrm>
          <a:prstGeom prst="rect">
            <a:avLst/>
          </a:prstGeom>
        </p:spPr>
      </p:pic>
      <p:sp>
        <p:nvSpPr>
          <p:cNvPr id="3" name="Text Placeholder 14">
            <a:extLst>
              <a:ext uri="{FF2B5EF4-FFF2-40B4-BE49-F238E27FC236}">
                <a16:creationId xmlns:a16="http://schemas.microsoft.com/office/drawing/2014/main" id="{6A794357-5E34-54F0-6CE0-C841EB3D254C}"/>
              </a:ext>
            </a:extLst>
          </p:cNvPr>
          <p:cNvSpPr>
            <a:spLocks noGrp="1"/>
          </p:cNvSpPr>
          <p:nvPr>
            <p:ph type="body" sz="quarter" idx="13" hasCustomPrompt="1"/>
          </p:nvPr>
        </p:nvSpPr>
        <p:spPr>
          <a:xfrm>
            <a:off x="339725" y="333800"/>
            <a:ext cx="2860675" cy="307777"/>
          </a:xfrm>
          <a:prstGeom prst="rect">
            <a:avLst/>
          </a:prstGeom>
        </p:spPr>
        <p:txBody>
          <a:bodyPr wrap="square" lIns="82296" rIns="0">
            <a:spAutoFit/>
          </a:bodyPr>
          <a:lstStyle>
            <a:lvl1pPr>
              <a:lnSpc>
                <a:spcPct val="100000"/>
              </a:lnSpc>
              <a:buNone/>
              <a:defRPr sz="1400" b="1" i="0" spc="-30">
                <a:solidFill>
                  <a:schemeClr val="bg1"/>
                </a:solidFill>
                <a:latin typeface="Arial" panose="020B0604020202020204" pitchFamily="34" charset="0"/>
                <a:cs typeface="Arial" panose="020B0604020202020204" pitchFamily="34" charset="0"/>
              </a:defRPr>
            </a:lvl1pPr>
          </a:lstStyle>
          <a:p>
            <a:pPr lvl="0"/>
            <a:r>
              <a:rPr lang="en-US" b="1" dirty="0"/>
              <a:t>Section Header</a:t>
            </a:r>
          </a:p>
        </p:txBody>
      </p:sp>
      <p:sp>
        <p:nvSpPr>
          <p:cNvPr id="4" name="Title 2">
            <a:extLst>
              <a:ext uri="{FF2B5EF4-FFF2-40B4-BE49-F238E27FC236}">
                <a16:creationId xmlns:a16="http://schemas.microsoft.com/office/drawing/2014/main" id="{BA867570-91F0-1222-CAE7-9867B2C4A931}"/>
              </a:ext>
            </a:extLst>
          </p:cNvPr>
          <p:cNvSpPr>
            <a:spLocks noGrp="1"/>
          </p:cNvSpPr>
          <p:nvPr>
            <p:ph type="title" hasCustomPrompt="1"/>
          </p:nvPr>
        </p:nvSpPr>
        <p:spPr>
          <a:xfrm>
            <a:off x="339633" y="702407"/>
            <a:ext cx="6670768" cy="1215333"/>
          </a:xfrm>
          <a:prstGeom prst="rect">
            <a:avLst/>
          </a:prstGeom>
        </p:spPr>
        <p:txBody>
          <a:bodyPr wrap="square" lIns="45720" rIns="0">
            <a:spAutoFit/>
          </a:bodyPr>
          <a:lstStyle>
            <a:lvl1pPr>
              <a:lnSpc>
                <a:spcPct val="85000"/>
              </a:lnSpc>
              <a:defRPr sz="4200" b="0" i="0" spc="-130">
                <a:solidFill>
                  <a:schemeClr val="bg1"/>
                </a:solidFill>
                <a:latin typeface="Arial" panose="020B0604020202020204" pitchFamily="34" charset="0"/>
                <a:cs typeface="Arial" panose="020B0604020202020204" pitchFamily="34" charset="0"/>
              </a:defRPr>
            </a:lvl1pPr>
          </a:lstStyle>
          <a:p>
            <a:r>
              <a:rPr lang="en-US" dirty="0"/>
              <a:t>Content or Data </a:t>
            </a:r>
            <a:br>
              <a:rPr lang="en-US" dirty="0"/>
            </a:br>
            <a:r>
              <a:rPr lang="en-US" dirty="0"/>
              <a:t>Slide Headline</a:t>
            </a:r>
          </a:p>
        </p:txBody>
      </p:sp>
      <p:sp>
        <p:nvSpPr>
          <p:cNvPr id="5" name="Text Placeholder 10">
            <a:extLst>
              <a:ext uri="{FF2B5EF4-FFF2-40B4-BE49-F238E27FC236}">
                <a16:creationId xmlns:a16="http://schemas.microsoft.com/office/drawing/2014/main" id="{97D04FA1-D395-FF10-E1E5-9F29C071F23F}"/>
              </a:ext>
            </a:extLst>
          </p:cNvPr>
          <p:cNvSpPr>
            <a:spLocks noGrp="1"/>
          </p:cNvSpPr>
          <p:nvPr>
            <p:ph type="body" sz="quarter" idx="16" hasCustomPrompt="1"/>
          </p:nvPr>
        </p:nvSpPr>
        <p:spPr>
          <a:xfrm>
            <a:off x="341312" y="2122728"/>
            <a:ext cx="1908175" cy="757130"/>
          </a:xfrm>
          <a:prstGeom prst="rect">
            <a:avLst/>
          </a:prstGeom>
        </p:spPr>
        <p:txBody>
          <a:bodyPr wrap="square" lIns="73152" rIns="0">
            <a:spAutoFit/>
          </a:bodyPr>
          <a:lstStyle>
            <a:lvl1pPr marL="12700" indent="-12700">
              <a:buNone/>
              <a:tabLst/>
              <a:defRPr sz="1600" b="1" i="0" spc="-40">
                <a:solidFill>
                  <a:schemeClr val="bg1"/>
                </a:solidFill>
                <a:latin typeface="Arial" panose="020B0604020202020204" pitchFamily="34" charset="0"/>
                <a:cs typeface="Arial" panose="020B0604020202020204" pitchFamily="34" charset="0"/>
              </a:defRPr>
            </a:lvl1pPr>
          </a:lstStyle>
          <a:p>
            <a:pPr lvl="0"/>
            <a:r>
              <a:rPr lang="en-US" b="1" dirty="0"/>
              <a:t>Optional subtitle or key takeaway goes here</a:t>
            </a:r>
          </a:p>
        </p:txBody>
      </p:sp>
      <p:sp>
        <p:nvSpPr>
          <p:cNvPr id="6" name="Text Placeholder 10">
            <a:extLst>
              <a:ext uri="{FF2B5EF4-FFF2-40B4-BE49-F238E27FC236}">
                <a16:creationId xmlns:a16="http://schemas.microsoft.com/office/drawing/2014/main" id="{33D57A1A-BE1A-A50F-BA14-528DE7930EDC}"/>
              </a:ext>
            </a:extLst>
          </p:cNvPr>
          <p:cNvSpPr>
            <a:spLocks noGrp="1"/>
          </p:cNvSpPr>
          <p:nvPr>
            <p:ph type="body" sz="quarter" idx="17" hasCustomPrompt="1"/>
          </p:nvPr>
        </p:nvSpPr>
        <p:spPr>
          <a:xfrm>
            <a:off x="339725" y="5198586"/>
            <a:ext cx="1908175" cy="738664"/>
          </a:xfrm>
          <a:prstGeom prst="rect">
            <a:avLst/>
          </a:prstGeom>
        </p:spPr>
        <p:txBody>
          <a:bodyPr wrap="square" lIns="82296" rIns="0" anchor="b">
            <a:spAutoFit/>
          </a:bodyPr>
          <a:lstStyle>
            <a:lvl1pPr marL="11113" indent="-11113">
              <a:lnSpc>
                <a:spcPct val="100000"/>
              </a:lnSpc>
              <a:buNone/>
              <a:tabLst/>
              <a:defRPr sz="1400" b="0" i="0" spc="-30">
                <a:solidFill>
                  <a:schemeClr val="bg1"/>
                </a:solidFill>
                <a:latin typeface="Arial" panose="020B0604020202020204" pitchFamily="34" charset="0"/>
                <a:cs typeface="Arial" panose="020B0604020202020204" pitchFamily="34" charset="0"/>
              </a:defRPr>
            </a:lvl1pPr>
          </a:lstStyle>
          <a:p>
            <a:pPr lvl="0"/>
            <a:r>
              <a:rPr lang="en-US" b="0" dirty="0"/>
              <a:t>Optional additional (less important) text goes here</a:t>
            </a:r>
          </a:p>
        </p:txBody>
      </p:sp>
      <p:sp>
        <p:nvSpPr>
          <p:cNvPr id="7" name="2026 Western Digital Corporation All rights reserved">
            <a:extLst>
              <a:ext uri="{FF2B5EF4-FFF2-40B4-BE49-F238E27FC236}">
                <a16:creationId xmlns:a16="http://schemas.microsoft.com/office/drawing/2014/main" id="{C7EA4804-4B5C-6645-4E21-96164F63FEE8}"/>
              </a:ext>
            </a:extLst>
          </p:cNvPr>
          <p:cNvSpPr/>
          <p:nvPr/>
        </p:nvSpPr>
        <p:spPr>
          <a:xfrm>
            <a:off x="419100" y="6638989"/>
            <a:ext cx="2794000" cy="92589"/>
          </a:xfrm>
          <a:prstGeom prst="rect">
            <a:avLst/>
          </a:prstGeom>
          <a:noFill/>
          <a:ln/>
        </p:spPr>
        <p:txBody>
          <a:bodyPr wrap="square" lIns="0" tIns="0" rIns="0" bIns="0" rtlCol="0" anchor="t">
            <a:spAutoFit/>
          </a:bodyPr>
          <a:lstStyle/>
          <a:p>
            <a:pPr>
              <a:lnSpc>
                <a:spcPct val="75000"/>
              </a:lnSpc>
            </a:pPr>
            <a:r>
              <a:rPr lang="en-US" sz="800" b="0" i="0" dirty="0">
                <a:solidFill>
                  <a:schemeClr val="bg1"/>
                </a:solidFill>
                <a:latin typeface="Arial" panose="020B0604020202020204" pitchFamily="34" charset="0"/>
                <a:ea typeface="Arial" pitchFamily="34" charset="-122"/>
                <a:cs typeface="Arial" panose="020B0604020202020204" pitchFamily="34" charset="0"/>
              </a:rPr>
              <a:t>©  2026 Western Digital Corporation. All rights reserved.</a:t>
            </a:r>
            <a:endParaRPr lang="en-US" sz="800" b="0" i="0" dirty="0">
              <a:solidFill>
                <a:schemeClr val="bg1"/>
              </a:solidFill>
              <a:latin typeface="Arial" panose="020B0604020202020204" pitchFamily="34" charset="0"/>
              <a:cs typeface="Arial" panose="020B0604020202020204" pitchFamily="34" charset="0"/>
            </a:endParaRPr>
          </a:p>
        </p:txBody>
      </p:sp>
      <p:sp>
        <p:nvSpPr>
          <p:cNvPr id="8" name="Slide Number Placeholder 1">
            <a:extLst>
              <a:ext uri="{FF2B5EF4-FFF2-40B4-BE49-F238E27FC236}">
                <a16:creationId xmlns:a16="http://schemas.microsoft.com/office/drawing/2014/main" id="{83EDC67A-ECC2-19CB-21C7-7194007B745D}"/>
              </a:ext>
            </a:extLst>
          </p:cNvPr>
          <p:cNvSpPr>
            <a:spLocks noGrp="1"/>
          </p:cNvSpPr>
          <p:nvPr>
            <p:ph type="sldNum" sz="quarter" idx="4"/>
          </p:nvPr>
        </p:nvSpPr>
        <p:spPr>
          <a:xfrm>
            <a:off x="11215668" y="6562157"/>
            <a:ext cx="658832" cy="215444"/>
          </a:xfrm>
          <a:prstGeom prst="rect">
            <a:avLst/>
          </a:prstGeom>
        </p:spPr>
        <p:txBody>
          <a:bodyPr vert="horz" lIns="91440" tIns="45720" rIns="0" bIns="45720" rtlCol="0" anchor="ctr">
            <a:spAutoFit/>
          </a:bodyPr>
          <a:lstStyle>
            <a:lvl1pPr algn="r">
              <a:defRPr sz="800" b="0" i="0">
                <a:solidFill>
                  <a:schemeClr val="bg1"/>
                </a:solidFill>
                <a:latin typeface="Arial" panose="020B0604020202020204" pitchFamily="34" charset="0"/>
                <a:cs typeface="Arial" panose="020B0604020202020204" pitchFamily="34" charset="0"/>
              </a:defRPr>
            </a:lvl1pPr>
          </a:lstStyle>
          <a:p>
            <a:fld id="{B06B19F4-CF25-446C-B362-D8BB27BE9D9B}" type="slidenum">
              <a:rPr lang="en-US" smtClean="0"/>
              <a:t>‹#›</a:t>
            </a:fld>
            <a:endParaRPr lang="en-US"/>
          </a:p>
        </p:txBody>
      </p:sp>
      <p:sp>
        <p:nvSpPr>
          <p:cNvPr id="12" name="WD Confidential">
            <a:extLst>
              <a:ext uri="{FF2B5EF4-FFF2-40B4-BE49-F238E27FC236}">
                <a16:creationId xmlns:a16="http://schemas.microsoft.com/office/drawing/2014/main" id="{F339B6A8-73CC-E170-2B36-716394B6E1E7}"/>
              </a:ext>
            </a:extLst>
          </p:cNvPr>
          <p:cNvSpPr/>
          <p:nvPr/>
        </p:nvSpPr>
        <p:spPr>
          <a:xfrm>
            <a:off x="8991600" y="6638990"/>
            <a:ext cx="1244600" cy="92589"/>
          </a:xfrm>
          <a:prstGeom prst="rect">
            <a:avLst/>
          </a:prstGeom>
          <a:noFill/>
          <a:ln/>
        </p:spPr>
        <p:txBody>
          <a:bodyPr wrap="square" lIns="0" tIns="0" rIns="0" bIns="0" rtlCol="0" anchor="t">
            <a:spAutoFit/>
          </a:bodyPr>
          <a:lstStyle/>
          <a:p>
            <a:pPr>
              <a:lnSpc>
                <a:spcPct val="75000"/>
              </a:lnSpc>
            </a:pPr>
            <a:r>
              <a:rPr lang="en-US" sz="800" b="0" i="0" dirty="0">
                <a:solidFill>
                  <a:schemeClr val="bg1"/>
                </a:solidFill>
                <a:latin typeface="Arial" panose="020B0604020202020204" pitchFamily="34" charset="0"/>
                <a:ea typeface="Arial" pitchFamily="34" charset="-122"/>
                <a:cs typeface="Arial" panose="020B0604020202020204" pitchFamily="34" charset="0"/>
              </a:rPr>
              <a:t>WD CONFIDENTIAL</a:t>
            </a:r>
            <a:endParaRPr lang="en-US" sz="800" b="0" i="0" dirty="0">
              <a:solidFill>
                <a:schemeClr val="bg1"/>
              </a:solidFill>
              <a:latin typeface="Arial" panose="020B0604020202020204" pitchFamily="34" charset="0"/>
              <a:cs typeface="Arial" panose="020B0604020202020204" pitchFamily="34" charset="0"/>
            </a:endParaRPr>
          </a:p>
        </p:txBody>
      </p:sp>
      <p:pic>
        <p:nvPicPr>
          <p:cNvPr id="9" name="Logo" descr="preencoded.png">
            <a:extLst>
              <a:ext uri="{FF2B5EF4-FFF2-40B4-BE49-F238E27FC236}">
                <a16:creationId xmlns:a16="http://schemas.microsoft.com/office/drawing/2014/main" id="{3F81A0F5-A999-DB90-9ED6-A4524D25EED1}"/>
              </a:ext>
            </a:extLst>
          </p:cNvPr>
          <p:cNvPicPr>
            <a:picLocks noChangeAspect="1"/>
          </p:cNvPicPr>
          <p:nvPr/>
        </p:nvPicPr>
        <p:blipFill>
          <a:blip>
            <a:extLst>
              <a:ext uri="{96DAC541-7B7A-43D3-8B79-37D633B846F1}">
                <asvg:svgBlip xmlns:asvg="http://schemas.microsoft.com/office/drawing/2016/SVG/main" r:embed="rId2"/>
              </a:ext>
            </a:extLst>
          </a:blip>
          <a:srcRect/>
          <a:stretch/>
        </p:blipFill>
        <p:spPr>
          <a:xfrm>
            <a:off x="10902950" y="419100"/>
            <a:ext cx="869950" cy="222250"/>
          </a:xfrm>
          <a:prstGeom prst="rect">
            <a:avLst/>
          </a:prstGeom>
        </p:spPr>
      </p:pic>
      <p:sp>
        <p:nvSpPr>
          <p:cNvPr id="10" name="2026 Western Digital Corporation All rights reserved">
            <a:extLst>
              <a:ext uri="{FF2B5EF4-FFF2-40B4-BE49-F238E27FC236}">
                <a16:creationId xmlns:a16="http://schemas.microsoft.com/office/drawing/2014/main" id="{7036F6A1-090D-B176-1E81-46DDE7B2974B}"/>
              </a:ext>
            </a:extLst>
          </p:cNvPr>
          <p:cNvSpPr/>
          <p:nvPr/>
        </p:nvSpPr>
        <p:spPr>
          <a:xfrm>
            <a:off x="419100" y="6638989"/>
            <a:ext cx="2794000" cy="92589"/>
          </a:xfrm>
          <a:prstGeom prst="rect">
            <a:avLst/>
          </a:prstGeom>
          <a:noFill/>
          <a:ln/>
        </p:spPr>
        <p:txBody>
          <a:bodyPr wrap="square" lIns="0" tIns="0" rIns="0" bIns="0" rtlCol="0" anchor="t">
            <a:spAutoFit/>
          </a:bodyPr>
          <a:lstStyle/>
          <a:p>
            <a:pPr>
              <a:lnSpc>
                <a:spcPct val="75000"/>
              </a:lnSpc>
            </a:pPr>
            <a:r>
              <a:rPr lang="en-US" sz="800" b="0" i="0" dirty="0">
                <a:solidFill>
                  <a:schemeClr val="bg1"/>
                </a:solidFill>
                <a:latin typeface="Arial" panose="020B0604020202020204" pitchFamily="34" charset="0"/>
                <a:ea typeface="Arial" pitchFamily="34" charset="-122"/>
                <a:cs typeface="Arial" panose="020B0604020202020204" pitchFamily="34" charset="0"/>
              </a:rPr>
              <a:t>©  2026 Western Digital Corporation. All rights reserved.</a:t>
            </a:r>
            <a:endParaRPr lang="en-US" sz="800" b="0" i="0" dirty="0">
              <a:solidFill>
                <a:schemeClr val="bg1"/>
              </a:solidFill>
              <a:latin typeface="Arial" panose="020B0604020202020204" pitchFamily="34" charset="0"/>
              <a:cs typeface="Arial" panose="020B0604020202020204" pitchFamily="34" charset="0"/>
            </a:endParaRPr>
          </a:p>
        </p:txBody>
      </p:sp>
      <p:sp>
        <p:nvSpPr>
          <p:cNvPr id="11" name="WD Confidential">
            <a:extLst>
              <a:ext uri="{FF2B5EF4-FFF2-40B4-BE49-F238E27FC236}">
                <a16:creationId xmlns:a16="http://schemas.microsoft.com/office/drawing/2014/main" id="{8CB18DD6-4C33-511C-EA0D-DF2F12BF6C09}"/>
              </a:ext>
            </a:extLst>
          </p:cNvPr>
          <p:cNvSpPr/>
          <p:nvPr/>
        </p:nvSpPr>
        <p:spPr>
          <a:xfrm>
            <a:off x="8991600" y="6638990"/>
            <a:ext cx="1244600" cy="92589"/>
          </a:xfrm>
          <a:prstGeom prst="rect">
            <a:avLst/>
          </a:prstGeom>
          <a:noFill/>
          <a:ln/>
        </p:spPr>
        <p:txBody>
          <a:bodyPr wrap="square" lIns="0" tIns="0" rIns="0" bIns="0" rtlCol="0" anchor="t">
            <a:spAutoFit/>
          </a:bodyPr>
          <a:lstStyle/>
          <a:p>
            <a:pPr>
              <a:lnSpc>
                <a:spcPct val="75000"/>
              </a:lnSpc>
            </a:pPr>
            <a:r>
              <a:rPr lang="en-US" sz="800" b="0" i="0" dirty="0">
                <a:solidFill>
                  <a:schemeClr val="bg1"/>
                </a:solidFill>
                <a:latin typeface="Arial" panose="020B0604020202020204" pitchFamily="34" charset="0"/>
                <a:ea typeface="Arial" pitchFamily="34" charset="-122"/>
                <a:cs typeface="Arial" panose="020B0604020202020204" pitchFamily="34" charset="0"/>
              </a:rPr>
              <a:t>WD CONFIDENTIAL</a:t>
            </a:r>
            <a:endParaRPr lang="en-US" sz="800" b="0" i="0" dirty="0">
              <a:solidFill>
                <a:schemeClr val="bg1"/>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67075279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p:cSld name="Title and Image (Right) White">
    <p:spTree>
      <p:nvGrpSpPr>
        <p:cNvPr id="1" name=""/>
        <p:cNvGrpSpPr/>
        <p:nvPr/>
      </p:nvGrpSpPr>
      <p:grpSpPr>
        <a:xfrm>
          <a:off x="0" y="0"/>
          <a:ext cx="0" cy="0"/>
          <a:chOff x="0" y="0"/>
          <a:chExt cx="0" cy="0"/>
        </a:xfrm>
      </p:grpSpPr>
      <p:sp>
        <p:nvSpPr>
          <p:cNvPr id="9" name="Picture Placeholder 8">
            <a:extLst>
              <a:ext uri="{FF2B5EF4-FFF2-40B4-BE49-F238E27FC236}">
                <a16:creationId xmlns:a16="http://schemas.microsoft.com/office/drawing/2014/main" id="{9E974B86-CC47-E3A9-09B8-71351345FD3F}"/>
              </a:ext>
            </a:extLst>
          </p:cNvPr>
          <p:cNvSpPr>
            <a:spLocks noGrp="1"/>
          </p:cNvSpPr>
          <p:nvPr>
            <p:ph type="pic" sz="quarter" idx="15"/>
          </p:nvPr>
        </p:nvSpPr>
        <p:spPr>
          <a:xfrm>
            <a:off x="8039100" y="0"/>
            <a:ext cx="4152900" cy="6858000"/>
          </a:xfrm>
          <a:prstGeom prst="rect">
            <a:avLst/>
          </a:prstGeom>
        </p:spPr>
        <p:txBody>
          <a:bodyPr rIns="0"/>
          <a:lstStyle>
            <a:lvl1pPr>
              <a:defRPr b="0" i="0">
                <a:latin typeface="Arial" panose="020B0604020202020204" pitchFamily="34" charset="0"/>
                <a:cs typeface="Arial" panose="020B0604020202020204" pitchFamily="34" charset="0"/>
              </a:defRPr>
            </a:lvl1pPr>
          </a:lstStyle>
          <a:p>
            <a:r>
              <a:rPr lang="en-US"/>
              <a:t>Click icon to add picture</a:t>
            </a:r>
            <a:endParaRPr lang="en-US" dirty="0"/>
          </a:p>
        </p:txBody>
      </p:sp>
      <p:pic>
        <p:nvPicPr>
          <p:cNvPr id="7" name="Logo" descr="preencoded.png">
            <a:extLst>
              <a:ext uri="{FF2B5EF4-FFF2-40B4-BE49-F238E27FC236}">
                <a16:creationId xmlns:a16="http://schemas.microsoft.com/office/drawing/2014/main" id="{2B5D790D-84F2-9DA7-31E1-91ADDEF35EA1}"/>
              </a:ext>
            </a:extLst>
          </p:cNvPr>
          <p:cNvPicPr>
            <a:picLocks noChangeAspect="1"/>
          </p:cNvPicPr>
          <p:nvPr/>
        </p:nvPicPr>
        <p:blipFill>
          <a:blip>
            <a:extLst>
              <a:ext uri="{96DAC541-7B7A-43D3-8B79-37D633B846F1}">
                <asvg:svgBlip xmlns:asvg="http://schemas.microsoft.com/office/drawing/2016/SVG/main" r:embed="rId2"/>
              </a:ext>
            </a:extLst>
          </a:blip>
          <a:srcRect/>
          <a:stretch/>
        </p:blipFill>
        <p:spPr>
          <a:xfrm>
            <a:off x="10902950" y="419100"/>
            <a:ext cx="869950" cy="222250"/>
          </a:xfrm>
          <a:prstGeom prst="rect">
            <a:avLst/>
          </a:prstGeom>
        </p:spPr>
      </p:pic>
      <p:sp>
        <p:nvSpPr>
          <p:cNvPr id="2" name="Text Placeholder 14">
            <a:extLst>
              <a:ext uri="{FF2B5EF4-FFF2-40B4-BE49-F238E27FC236}">
                <a16:creationId xmlns:a16="http://schemas.microsoft.com/office/drawing/2014/main" id="{623C2038-0FB4-8A7A-D4C6-98B3F6896450}"/>
              </a:ext>
            </a:extLst>
          </p:cNvPr>
          <p:cNvSpPr>
            <a:spLocks noGrp="1"/>
          </p:cNvSpPr>
          <p:nvPr>
            <p:ph type="body" sz="quarter" idx="13" hasCustomPrompt="1"/>
          </p:nvPr>
        </p:nvSpPr>
        <p:spPr>
          <a:xfrm>
            <a:off x="339725" y="333800"/>
            <a:ext cx="2860675" cy="307777"/>
          </a:xfrm>
          <a:prstGeom prst="rect">
            <a:avLst/>
          </a:prstGeom>
        </p:spPr>
        <p:txBody>
          <a:bodyPr wrap="square" lIns="82296" rIns="0">
            <a:spAutoFit/>
          </a:bodyPr>
          <a:lstStyle>
            <a:lvl1pPr>
              <a:lnSpc>
                <a:spcPct val="100000"/>
              </a:lnSpc>
              <a:buNone/>
              <a:defRPr sz="1400" b="1" i="0" spc="-30">
                <a:solidFill>
                  <a:schemeClr val="tx2"/>
                </a:solidFill>
                <a:latin typeface="Arial" panose="020B0604020202020204" pitchFamily="34" charset="0"/>
                <a:cs typeface="Arial" panose="020B0604020202020204" pitchFamily="34" charset="0"/>
              </a:defRPr>
            </a:lvl1pPr>
          </a:lstStyle>
          <a:p>
            <a:pPr lvl="0"/>
            <a:r>
              <a:rPr lang="en-US" b="1" dirty="0"/>
              <a:t>Section Header</a:t>
            </a:r>
          </a:p>
        </p:txBody>
      </p:sp>
      <p:sp>
        <p:nvSpPr>
          <p:cNvPr id="4" name="Title 2">
            <a:extLst>
              <a:ext uri="{FF2B5EF4-FFF2-40B4-BE49-F238E27FC236}">
                <a16:creationId xmlns:a16="http://schemas.microsoft.com/office/drawing/2014/main" id="{05D2334D-E13A-AC3B-2B22-2888BA051689}"/>
              </a:ext>
            </a:extLst>
          </p:cNvPr>
          <p:cNvSpPr>
            <a:spLocks noGrp="1"/>
          </p:cNvSpPr>
          <p:nvPr>
            <p:ph type="title" hasCustomPrompt="1"/>
          </p:nvPr>
        </p:nvSpPr>
        <p:spPr>
          <a:xfrm>
            <a:off x="339633" y="702407"/>
            <a:ext cx="6670768" cy="1215333"/>
          </a:xfrm>
          <a:prstGeom prst="rect">
            <a:avLst/>
          </a:prstGeom>
        </p:spPr>
        <p:txBody>
          <a:bodyPr wrap="square" lIns="45720" rIns="0">
            <a:spAutoFit/>
          </a:bodyPr>
          <a:lstStyle>
            <a:lvl1pPr>
              <a:lnSpc>
                <a:spcPct val="85000"/>
              </a:lnSpc>
              <a:defRPr sz="4200" b="0" i="0" spc="-130">
                <a:solidFill>
                  <a:schemeClr val="tx2"/>
                </a:solidFill>
                <a:latin typeface="Arial" panose="020B0604020202020204" pitchFamily="34" charset="0"/>
                <a:cs typeface="Arial" panose="020B0604020202020204" pitchFamily="34" charset="0"/>
              </a:defRPr>
            </a:lvl1pPr>
          </a:lstStyle>
          <a:p>
            <a:r>
              <a:rPr lang="en-US" dirty="0"/>
              <a:t>Content Slide – Smaller, Longer Headline</a:t>
            </a:r>
          </a:p>
        </p:txBody>
      </p:sp>
      <p:sp>
        <p:nvSpPr>
          <p:cNvPr id="6" name="2026 Western Digital Corporation All rights reserved">
            <a:extLst>
              <a:ext uri="{FF2B5EF4-FFF2-40B4-BE49-F238E27FC236}">
                <a16:creationId xmlns:a16="http://schemas.microsoft.com/office/drawing/2014/main" id="{D0B3BE4E-DD1F-327D-F922-BCCAD7403663}"/>
              </a:ext>
            </a:extLst>
          </p:cNvPr>
          <p:cNvSpPr/>
          <p:nvPr/>
        </p:nvSpPr>
        <p:spPr>
          <a:xfrm>
            <a:off x="419100" y="6638989"/>
            <a:ext cx="2794000" cy="92589"/>
          </a:xfrm>
          <a:prstGeom prst="rect">
            <a:avLst/>
          </a:prstGeom>
          <a:noFill/>
          <a:ln/>
        </p:spPr>
        <p:txBody>
          <a:bodyPr wrap="square" lIns="0" tIns="0" rIns="0" bIns="0" rtlCol="0" anchor="t">
            <a:spAutoFit/>
          </a:bodyPr>
          <a:lstStyle/>
          <a:p>
            <a:pPr>
              <a:lnSpc>
                <a:spcPct val="75000"/>
              </a:lnSpc>
            </a:pPr>
            <a:r>
              <a:rPr lang="en-US" sz="800" b="0" i="0" dirty="0">
                <a:solidFill>
                  <a:schemeClr val="tx1"/>
                </a:solidFill>
                <a:latin typeface="Arial" panose="020B0604020202020204" pitchFamily="34" charset="0"/>
                <a:ea typeface="Arial" pitchFamily="34" charset="-122"/>
                <a:cs typeface="Arial" panose="020B0604020202020204" pitchFamily="34" charset="0"/>
              </a:rPr>
              <a:t>©  2026 Western Digital Corporation. All rights reserved.</a:t>
            </a:r>
            <a:endParaRPr lang="en-US" sz="800" b="0" i="0" dirty="0">
              <a:solidFill>
                <a:schemeClr val="tx1"/>
              </a:solidFill>
              <a:latin typeface="Arial" panose="020B0604020202020204" pitchFamily="34" charset="0"/>
              <a:cs typeface="Arial" panose="020B0604020202020204" pitchFamily="34" charset="0"/>
            </a:endParaRPr>
          </a:p>
        </p:txBody>
      </p:sp>
      <p:sp>
        <p:nvSpPr>
          <p:cNvPr id="8" name="Slide Number Placeholder 1">
            <a:extLst>
              <a:ext uri="{FF2B5EF4-FFF2-40B4-BE49-F238E27FC236}">
                <a16:creationId xmlns:a16="http://schemas.microsoft.com/office/drawing/2014/main" id="{FF9AF1F3-A435-4D15-F610-AFA97C4D5F86}"/>
              </a:ext>
            </a:extLst>
          </p:cNvPr>
          <p:cNvSpPr>
            <a:spLocks noGrp="1"/>
          </p:cNvSpPr>
          <p:nvPr>
            <p:ph type="sldNum" sz="quarter" idx="4"/>
          </p:nvPr>
        </p:nvSpPr>
        <p:spPr>
          <a:xfrm>
            <a:off x="11215668" y="6562157"/>
            <a:ext cx="658832" cy="215444"/>
          </a:xfrm>
          <a:prstGeom prst="rect">
            <a:avLst/>
          </a:prstGeom>
        </p:spPr>
        <p:txBody>
          <a:bodyPr vert="horz" lIns="91440" tIns="45720" rIns="0" bIns="45720" rtlCol="0" anchor="ctr">
            <a:spAutoFit/>
          </a:bodyPr>
          <a:lstStyle>
            <a:lvl1pPr algn="r">
              <a:defRPr sz="800" b="0" i="0">
                <a:solidFill>
                  <a:schemeClr val="tx1"/>
                </a:solidFill>
                <a:latin typeface="Arial" panose="020B0604020202020204" pitchFamily="34" charset="0"/>
                <a:cs typeface="Arial" panose="020B0604020202020204" pitchFamily="34" charset="0"/>
              </a:defRPr>
            </a:lvl1pPr>
          </a:lstStyle>
          <a:p>
            <a:fld id="{B06B19F4-CF25-446C-B362-D8BB27BE9D9B}" type="slidenum">
              <a:rPr lang="en-US" smtClean="0"/>
              <a:t>‹#›</a:t>
            </a:fld>
            <a:endParaRPr lang="en-US"/>
          </a:p>
        </p:txBody>
      </p:sp>
      <p:sp>
        <p:nvSpPr>
          <p:cNvPr id="10" name="WD Confidential">
            <a:extLst>
              <a:ext uri="{FF2B5EF4-FFF2-40B4-BE49-F238E27FC236}">
                <a16:creationId xmlns:a16="http://schemas.microsoft.com/office/drawing/2014/main" id="{2ABEF0FC-8C0A-945E-EBCF-0BC5FBC7F035}"/>
              </a:ext>
            </a:extLst>
          </p:cNvPr>
          <p:cNvSpPr/>
          <p:nvPr/>
        </p:nvSpPr>
        <p:spPr>
          <a:xfrm>
            <a:off x="8991600" y="6638990"/>
            <a:ext cx="1244600" cy="92589"/>
          </a:xfrm>
          <a:prstGeom prst="rect">
            <a:avLst/>
          </a:prstGeom>
          <a:noFill/>
          <a:ln/>
        </p:spPr>
        <p:txBody>
          <a:bodyPr wrap="square" lIns="0" tIns="0" rIns="0" bIns="0" rtlCol="0" anchor="t">
            <a:spAutoFit/>
          </a:bodyPr>
          <a:lstStyle/>
          <a:p>
            <a:pPr>
              <a:lnSpc>
                <a:spcPct val="75000"/>
              </a:lnSpc>
            </a:pPr>
            <a:r>
              <a:rPr lang="en-US" sz="800" b="0" i="0" dirty="0">
                <a:solidFill>
                  <a:schemeClr val="tx1"/>
                </a:solidFill>
                <a:latin typeface="Arial" panose="020B0604020202020204" pitchFamily="34" charset="0"/>
                <a:ea typeface="Arial" pitchFamily="34" charset="-122"/>
                <a:cs typeface="Arial" panose="020B0604020202020204" pitchFamily="34" charset="0"/>
              </a:rPr>
              <a:t>WD CONFIDENTIAL</a:t>
            </a:r>
            <a:endParaRPr lang="en-US" sz="800" b="0" i="0" dirty="0">
              <a:solidFill>
                <a:schemeClr val="tx1"/>
              </a:solidFill>
              <a:latin typeface="Arial" panose="020B0604020202020204" pitchFamily="34" charset="0"/>
              <a:cs typeface="Arial" panose="020B0604020202020204" pitchFamily="34" charset="0"/>
            </a:endParaRPr>
          </a:p>
        </p:txBody>
      </p:sp>
      <p:pic>
        <p:nvPicPr>
          <p:cNvPr id="3" name="Logo" descr="preencoded.png">
            <a:extLst>
              <a:ext uri="{FF2B5EF4-FFF2-40B4-BE49-F238E27FC236}">
                <a16:creationId xmlns:a16="http://schemas.microsoft.com/office/drawing/2014/main" id="{80390260-133C-0681-21B2-D2E9F604A40C}"/>
              </a:ext>
            </a:extLst>
          </p:cNvPr>
          <p:cNvPicPr>
            <a:picLocks noChangeAspect="1"/>
          </p:cNvPicPr>
          <p:nvPr/>
        </p:nvPicPr>
        <p:blipFill>
          <a:blip>
            <a:extLst>
              <a:ext uri="{96DAC541-7B7A-43D3-8B79-37D633B846F1}">
                <asvg:svgBlip xmlns:asvg="http://schemas.microsoft.com/office/drawing/2016/SVG/main" r:embed="rId2"/>
              </a:ext>
            </a:extLst>
          </a:blip>
          <a:srcRect/>
          <a:stretch/>
        </p:blipFill>
        <p:spPr>
          <a:xfrm>
            <a:off x="10902950" y="419100"/>
            <a:ext cx="869950" cy="222250"/>
          </a:xfrm>
          <a:prstGeom prst="rect">
            <a:avLst/>
          </a:prstGeom>
        </p:spPr>
      </p:pic>
      <p:sp>
        <p:nvSpPr>
          <p:cNvPr id="5" name="2026 Western Digital Corporation All rights reserved">
            <a:extLst>
              <a:ext uri="{FF2B5EF4-FFF2-40B4-BE49-F238E27FC236}">
                <a16:creationId xmlns:a16="http://schemas.microsoft.com/office/drawing/2014/main" id="{B85A1E9E-DC90-C129-23AC-746952B2304B}"/>
              </a:ext>
            </a:extLst>
          </p:cNvPr>
          <p:cNvSpPr/>
          <p:nvPr/>
        </p:nvSpPr>
        <p:spPr>
          <a:xfrm>
            <a:off x="419100" y="6638989"/>
            <a:ext cx="2794000" cy="92589"/>
          </a:xfrm>
          <a:prstGeom prst="rect">
            <a:avLst/>
          </a:prstGeom>
          <a:noFill/>
          <a:ln/>
        </p:spPr>
        <p:txBody>
          <a:bodyPr wrap="square" lIns="0" tIns="0" rIns="0" bIns="0" rtlCol="0" anchor="t">
            <a:spAutoFit/>
          </a:bodyPr>
          <a:lstStyle/>
          <a:p>
            <a:pPr>
              <a:lnSpc>
                <a:spcPct val="75000"/>
              </a:lnSpc>
            </a:pPr>
            <a:r>
              <a:rPr lang="en-US" sz="800" b="0" i="0" dirty="0">
                <a:solidFill>
                  <a:schemeClr val="tx1"/>
                </a:solidFill>
                <a:latin typeface="Arial" panose="020B0604020202020204" pitchFamily="34" charset="0"/>
                <a:ea typeface="Arial" pitchFamily="34" charset="-122"/>
                <a:cs typeface="Arial" panose="020B0604020202020204" pitchFamily="34" charset="0"/>
              </a:rPr>
              <a:t>©  2026 Western Digital Corporation. All rights reserved.</a:t>
            </a:r>
            <a:endParaRPr lang="en-US" sz="800" b="0" i="0" dirty="0">
              <a:solidFill>
                <a:schemeClr val="tx1"/>
              </a:solidFill>
              <a:latin typeface="Arial" panose="020B0604020202020204" pitchFamily="34" charset="0"/>
              <a:cs typeface="Arial" panose="020B0604020202020204" pitchFamily="34" charset="0"/>
            </a:endParaRPr>
          </a:p>
        </p:txBody>
      </p:sp>
      <p:sp>
        <p:nvSpPr>
          <p:cNvPr id="11" name="WD Confidential">
            <a:extLst>
              <a:ext uri="{FF2B5EF4-FFF2-40B4-BE49-F238E27FC236}">
                <a16:creationId xmlns:a16="http://schemas.microsoft.com/office/drawing/2014/main" id="{481374AE-A7AC-BED2-B935-9EABC4ECAB82}"/>
              </a:ext>
            </a:extLst>
          </p:cNvPr>
          <p:cNvSpPr/>
          <p:nvPr/>
        </p:nvSpPr>
        <p:spPr>
          <a:xfrm>
            <a:off x="8991600" y="6638990"/>
            <a:ext cx="1244600" cy="92589"/>
          </a:xfrm>
          <a:prstGeom prst="rect">
            <a:avLst/>
          </a:prstGeom>
          <a:noFill/>
          <a:ln/>
        </p:spPr>
        <p:txBody>
          <a:bodyPr wrap="square" lIns="0" tIns="0" rIns="0" bIns="0" rtlCol="0" anchor="t">
            <a:spAutoFit/>
          </a:bodyPr>
          <a:lstStyle/>
          <a:p>
            <a:pPr>
              <a:lnSpc>
                <a:spcPct val="75000"/>
              </a:lnSpc>
            </a:pPr>
            <a:r>
              <a:rPr lang="en-US" sz="800" b="0" i="0" dirty="0">
                <a:solidFill>
                  <a:schemeClr val="tx1"/>
                </a:solidFill>
                <a:latin typeface="Arial" panose="020B0604020202020204" pitchFamily="34" charset="0"/>
                <a:ea typeface="Arial" pitchFamily="34" charset="-122"/>
                <a:cs typeface="Arial" panose="020B0604020202020204" pitchFamily="34" charset="0"/>
              </a:rPr>
              <a:t>WD CONFIDENTIAL</a:t>
            </a:r>
            <a:endParaRPr lang="en-US" sz="800" b="0" i="0" dirty="0">
              <a:solidFill>
                <a:schemeClr val="tx1"/>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5148811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p:cSld name="Title and Image (Right) Vault Navy">
    <p:bg>
      <p:bgRef idx="1001">
        <a:schemeClr val="bg2"/>
      </p:bgRef>
    </p:bg>
    <p:spTree>
      <p:nvGrpSpPr>
        <p:cNvPr id="1" name=""/>
        <p:cNvGrpSpPr/>
        <p:nvPr/>
      </p:nvGrpSpPr>
      <p:grpSpPr>
        <a:xfrm>
          <a:off x="0" y="0"/>
          <a:ext cx="0" cy="0"/>
          <a:chOff x="0" y="0"/>
          <a:chExt cx="0" cy="0"/>
        </a:xfrm>
      </p:grpSpPr>
      <p:sp>
        <p:nvSpPr>
          <p:cNvPr id="9" name="Picture Placeholder 8">
            <a:extLst>
              <a:ext uri="{FF2B5EF4-FFF2-40B4-BE49-F238E27FC236}">
                <a16:creationId xmlns:a16="http://schemas.microsoft.com/office/drawing/2014/main" id="{9E974B86-CC47-E3A9-09B8-71351345FD3F}"/>
              </a:ext>
            </a:extLst>
          </p:cNvPr>
          <p:cNvSpPr>
            <a:spLocks noGrp="1"/>
          </p:cNvSpPr>
          <p:nvPr>
            <p:ph type="pic" sz="quarter" idx="15"/>
          </p:nvPr>
        </p:nvSpPr>
        <p:spPr>
          <a:xfrm>
            <a:off x="8039100" y="0"/>
            <a:ext cx="4152900" cy="6858000"/>
          </a:xfrm>
          <a:prstGeom prst="rect">
            <a:avLst/>
          </a:prstGeom>
        </p:spPr>
        <p:txBody>
          <a:bodyPr rIns="0"/>
          <a:lstStyle>
            <a:lvl1pPr>
              <a:defRPr b="0" i="0">
                <a:solidFill>
                  <a:schemeClr val="tx1"/>
                </a:solidFill>
                <a:latin typeface="Arial" panose="020B0604020202020204" pitchFamily="34" charset="0"/>
                <a:cs typeface="Arial" panose="020B0604020202020204" pitchFamily="34" charset="0"/>
              </a:defRPr>
            </a:lvl1pPr>
          </a:lstStyle>
          <a:p>
            <a:r>
              <a:rPr lang="en-US"/>
              <a:t>Click icon to add picture</a:t>
            </a:r>
            <a:endParaRPr lang="en-US" dirty="0"/>
          </a:p>
        </p:txBody>
      </p:sp>
      <p:pic>
        <p:nvPicPr>
          <p:cNvPr id="7" name="Logo" descr="preencoded.png">
            <a:extLst>
              <a:ext uri="{FF2B5EF4-FFF2-40B4-BE49-F238E27FC236}">
                <a16:creationId xmlns:a16="http://schemas.microsoft.com/office/drawing/2014/main" id="{2B5D790D-84F2-9DA7-31E1-91ADDEF35EA1}"/>
              </a:ext>
            </a:extLst>
          </p:cNvPr>
          <p:cNvPicPr>
            <a:picLocks noChangeAspect="1"/>
          </p:cNvPicPr>
          <p:nvPr/>
        </p:nvPicPr>
        <p:blipFill>
          <a:blip>
            <a:extLst>
              <a:ext uri="{96DAC541-7B7A-43D3-8B79-37D633B846F1}">
                <asvg:svgBlip xmlns:asvg="http://schemas.microsoft.com/office/drawing/2016/SVG/main" r:embed="rId2"/>
              </a:ext>
            </a:extLst>
          </a:blip>
          <a:srcRect/>
          <a:stretch/>
        </p:blipFill>
        <p:spPr>
          <a:xfrm>
            <a:off x="10902950" y="419100"/>
            <a:ext cx="869950" cy="222250"/>
          </a:xfrm>
          <a:prstGeom prst="rect">
            <a:avLst/>
          </a:prstGeom>
        </p:spPr>
      </p:pic>
      <p:sp>
        <p:nvSpPr>
          <p:cNvPr id="2" name="Text Placeholder 14">
            <a:extLst>
              <a:ext uri="{FF2B5EF4-FFF2-40B4-BE49-F238E27FC236}">
                <a16:creationId xmlns:a16="http://schemas.microsoft.com/office/drawing/2014/main" id="{623C2038-0FB4-8A7A-D4C6-98B3F6896450}"/>
              </a:ext>
            </a:extLst>
          </p:cNvPr>
          <p:cNvSpPr>
            <a:spLocks noGrp="1"/>
          </p:cNvSpPr>
          <p:nvPr>
            <p:ph type="body" sz="quarter" idx="13" hasCustomPrompt="1"/>
          </p:nvPr>
        </p:nvSpPr>
        <p:spPr>
          <a:xfrm>
            <a:off x="339725" y="333800"/>
            <a:ext cx="2860675" cy="307777"/>
          </a:xfrm>
          <a:prstGeom prst="rect">
            <a:avLst/>
          </a:prstGeom>
        </p:spPr>
        <p:txBody>
          <a:bodyPr wrap="square" lIns="82296" rIns="0">
            <a:spAutoFit/>
          </a:bodyPr>
          <a:lstStyle>
            <a:lvl1pPr>
              <a:lnSpc>
                <a:spcPct val="100000"/>
              </a:lnSpc>
              <a:buNone/>
              <a:defRPr sz="1400" b="1" i="0" spc="-30">
                <a:solidFill>
                  <a:schemeClr val="tx1"/>
                </a:solidFill>
                <a:latin typeface="Arial" panose="020B0604020202020204" pitchFamily="34" charset="0"/>
                <a:cs typeface="Arial" panose="020B0604020202020204" pitchFamily="34" charset="0"/>
              </a:defRPr>
            </a:lvl1pPr>
          </a:lstStyle>
          <a:p>
            <a:pPr lvl="0"/>
            <a:r>
              <a:rPr lang="en-US" b="1" dirty="0"/>
              <a:t>Section Header</a:t>
            </a:r>
          </a:p>
        </p:txBody>
      </p:sp>
      <p:sp>
        <p:nvSpPr>
          <p:cNvPr id="4" name="Title 2">
            <a:extLst>
              <a:ext uri="{FF2B5EF4-FFF2-40B4-BE49-F238E27FC236}">
                <a16:creationId xmlns:a16="http://schemas.microsoft.com/office/drawing/2014/main" id="{05D2334D-E13A-AC3B-2B22-2888BA051689}"/>
              </a:ext>
            </a:extLst>
          </p:cNvPr>
          <p:cNvSpPr>
            <a:spLocks noGrp="1"/>
          </p:cNvSpPr>
          <p:nvPr>
            <p:ph type="title" hasCustomPrompt="1"/>
          </p:nvPr>
        </p:nvSpPr>
        <p:spPr>
          <a:xfrm>
            <a:off x="339633" y="702407"/>
            <a:ext cx="6670768" cy="1215333"/>
          </a:xfrm>
          <a:prstGeom prst="rect">
            <a:avLst/>
          </a:prstGeom>
        </p:spPr>
        <p:txBody>
          <a:bodyPr wrap="square" lIns="45720" rIns="0">
            <a:spAutoFit/>
          </a:bodyPr>
          <a:lstStyle>
            <a:lvl1pPr>
              <a:lnSpc>
                <a:spcPct val="85000"/>
              </a:lnSpc>
              <a:defRPr sz="4200" b="0" i="0" spc="-130">
                <a:solidFill>
                  <a:schemeClr val="tx1"/>
                </a:solidFill>
                <a:latin typeface="Arial" panose="020B0604020202020204" pitchFamily="34" charset="0"/>
                <a:cs typeface="Arial" panose="020B0604020202020204" pitchFamily="34" charset="0"/>
              </a:defRPr>
            </a:lvl1pPr>
          </a:lstStyle>
          <a:p>
            <a:r>
              <a:rPr lang="en-US" dirty="0"/>
              <a:t>Content Slide – Smaller, Longer Headline</a:t>
            </a:r>
          </a:p>
        </p:txBody>
      </p:sp>
      <p:sp>
        <p:nvSpPr>
          <p:cNvPr id="6" name="2026 Western Digital Corporation All rights reserved">
            <a:extLst>
              <a:ext uri="{FF2B5EF4-FFF2-40B4-BE49-F238E27FC236}">
                <a16:creationId xmlns:a16="http://schemas.microsoft.com/office/drawing/2014/main" id="{D3F04C5A-5742-1A1E-CA60-840BC18D6CCD}"/>
              </a:ext>
            </a:extLst>
          </p:cNvPr>
          <p:cNvSpPr/>
          <p:nvPr/>
        </p:nvSpPr>
        <p:spPr>
          <a:xfrm>
            <a:off x="419100" y="6638989"/>
            <a:ext cx="2794000" cy="92589"/>
          </a:xfrm>
          <a:prstGeom prst="rect">
            <a:avLst/>
          </a:prstGeom>
          <a:noFill/>
          <a:ln/>
        </p:spPr>
        <p:txBody>
          <a:bodyPr wrap="square" lIns="0" tIns="0" rIns="0" bIns="0" rtlCol="0" anchor="t">
            <a:spAutoFit/>
          </a:bodyPr>
          <a:lstStyle/>
          <a:p>
            <a:pPr>
              <a:lnSpc>
                <a:spcPct val="75000"/>
              </a:lnSpc>
            </a:pPr>
            <a:r>
              <a:rPr lang="en-US" sz="800" b="0" i="0" dirty="0">
                <a:solidFill>
                  <a:schemeClr val="tx1"/>
                </a:solidFill>
                <a:latin typeface="Arial" panose="020B0604020202020204" pitchFamily="34" charset="0"/>
                <a:ea typeface="Arial" pitchFamily="34" charset="-122"/>
                <a:cs typeface="Arial" panose="020B0604020202020204" pitchFamily="34" charset="0"/>
              </a:rPr>
              <a:t>©  2026 Western Digital Corporation. All rights reserved.</a:t>
            </a:r>
            <a:endParaRPr lang="en-US" sz="800" b="0" i="0" dirty="0">
              <a:solidFill>
                <a:schemeClr val="tx1"/>
              </a:solidFill>
              <a:latin typeface="Arial" panose="020B0604020202020204" pitchFamily="34" charset="0"/>
              <a:cs typeface="Arial" panose="020B0604020202020204" pitchFamily="34" charset="0"/>
            </a:endParaRPr>
          </a:p>
        </p:txBody>
      </p:sp>
      <p:sp>
        <p:nvSpPr>
          <p:cNvPr id="8" name="Slide Number Placeholder 1">
            <a:extLst>
              <a:ext uri="{FF2B5EF4-FFF2-40B4-BE49-F238E27FC236}">
                <a16:creationId xmlns:a16="http://schemas.microsoft.com/office/drawing/2014/main" id="{F1EF7B17-BD9C-D0B8-E419-FE329B1E1770}"/>
              </a:ext>
            </a:extLst>
          </p:cNvPr>
          <p:cNvSpPr>
            <a:spLocks noGrp="1"/>
          </p:cNvSpPr>
          <p:nvPr>
            <p:ph type="sldNum" sz="quarter" idx="4"/>
          </p:nvPr>
        </p:nvSpPr>
        <p:spPr>
          <a:xfrm>
            <a:off x="11215668" y="6562157"/>
            <a:ext cx="658832" cy="215444"/>
          </a:xfrm>
          <a:prstGeom prst="rect">
            <a:avLst/>
          </a:prstGeom>
        </p:spPr>
        <p:txBody>
          <a:bodyPr vert="horz" lIns="91440" tIns="45720" rIns="0" bIns="45720" rtlCol="0" anchor="ctr">
            <a:spAutoFit/>
          </a:bodyPr>
          <a:lstStyle>
            <a:lvl1pPr algn="r">
              <a:defRPr sz="800" b="0" i="0">
                <a:solidFill>
                  <a:schemeClr val="tx1"/>
                </a:solidFill>
                <a:latin typeface="Arial" panose="020B0604020202020204" pitchFamily="34" charset="0"/>
                <a:cs typeface="Arial" panose="020B0604020202020204" pitchFamily="34" charset="0"/>
              </a:defRPr>
            </a:lvl1pPr>
          </a:lstStyle>
          <a:p>
            <a:fld id="{B06B19F4-CF25-446C-B362-D8BB27BE9D9B}" type="slidenum">
              <a:rPr lang="en-US" smtClean="0"/>
              <a:t>‹#›</a:t>
            </a:fld>
            <a:endParaRPr lang="en-US"/>
          </a:p>
        </p:txBody>
      </p:sp>
      <p:sp>
        <p:nvSpPr>
          <p:cNvPr id="10" name="WD Confidential">
            <a:extLst>
              <a:ext uri="{FF2B5EF4-FFF2-40B4-BE49-F238E27FC236}">
                <a16:creationId xmlns:a16="http://schemas.microsoft.com/office/drawing/2014/main" id="{E9C19F5F-3594-E4B9-2B41-9F70617EB292}"/>
              </a:ext>
            </a:extLst>
          </p:cNvPr>
          <p:cNvSpPr/>
          <p:nvPr/>
        </p:nvSpPr>
        <p:spPr>
          <a:xfrm>
            <a:off x="8991600" y="6638990"/>
            <a:ext cx="1244600" cy="92589"/>
          </a:xfrm>
          <a:prstGeom prst="rect">
            <a:avLst/>
          </a:prstGeom>
          <a:noFill/>
          <a:ln/>
        </p:spPr>
        <p:txBody>
          <a:bodyPr wrap="square" lIns="0" tIns="0" rIns="0" bIns="0" rtlCol="0" anchor="t">
            <a:spAutoFit/>
          </a:bodyPr>
          <a:lstStyle/>
          <a:p>
            <a:pPr>
              <a:lnSpc>
                <a:spcPct val="75000"/>
              </a:lnSpc>
            </a:pPr>
            <a:r>
              <a:rPr lang="en-US" sz="800" b="0" i="0" dirty="0">
                <a:solidFill>
                  <a:schemeClr val="tx1"/>
                </a:solidFill>
                <a:latin typeface="Arial" panose="020B0604020202020204" pitchFamily="34" charset="0"/>
                <a:ea typeface="Arial" pitchFamily="34" charset="-122"/>
                <a:cs typeface="Arial" panose="020B0604020202020204" pitchFamily="34" charset="0"/>
              </a:rPr>
              <a:t>WD CONFIDENTIAL</a:t>
            </a:r>
            <a:endParaRPr lang="en-US" sz="800" b="0" i="0" dirty="0">
              <a:solidFill>
                <a:schemeClr val="tx1"/>
              </a:solidFill>
              <a:latin typeface="Arial" panose="020B0604020202020204" pitchFamily="34" charset="0"/>
              <a:cs typeface="Arial" panose="020B0604020202020204" pitchFamily="34" charset="0"/>
            </a:endParaRPr>
          </a:p>
        </p:txBody>
      </p:sp>
      <p:pic>
        <p:nvPicPr>
          <p:cNvPr id="3" name="Logo" descr="preencoded.png">
            <a:extLst>
              <a:ext uri="{FF2B5EF4-FFF2-40B4-BE49-F238E27FC236}">
                <a16:creationId xmlns:a16="http://schemas.microsoft.com/office/drawing/2014/main" id="{64A62BC5-D916-2CDD-687A-02DC9B2CDBA3}"/>
              </a:ext>
            </a:extLst>
          </p:cNvPr>
          <p:cNvPicPr>
            <a:picLocks noChangeAspect="1"/>
          </p:cNvPicPr>
          <p:nvPr/>
        </p:nvPicPr>
        <p:blipFill>
          <a:blip>
            <a:extLst>
              <a:ext uri="{96DAC541-7B7A-43D3-8B79-37D633B846F1}">
                <asvg:svgBlip xmlns:asvg="http://schemas.microsoft.com/office/drawing/2016/SVG/main" r:embed="rId2"/>
              </a:ext>
            </a:extLst>
          </a:blip>
          <a:srcRect/>
          <a:stretch/>
        </p:blipFill>
        <p:spPr>
          <a:xfrm>
            <a:off x="10902950" y="419100"/>
            <a:ext cx="869950" cy="222250"/>
          </a:xfrm>
          <a:prstGeom prst="rect">
            <a:avLst/>
          </a:prstGeom>
        </p:spPr>
      </p:pic>
      <p:sp>
        <p:nvSpPr>
          <p:cNvPr id="5" name="2026 Western Digital Corporation All rights reserved">
            <a:extLst>
              <a:ext uri="{FF2B5EF4-FFF2-40B4-BE49-F238E27FC236}">
                <a16:creationId xmlns:a16="http://schemas.microsoft.com/office/drawing/2014/main" id="{F7D263AA-DC77-F7BF-5DD2-83F7187007C8}"/>
              </a:ext>
            </a:extLst>
          </p:cNvPr>
          <p:cNvSpPr/>
          <p:nvPr/>
        </p:nvSpPr>
        <p:spPr>
          <a:xfrm>
            <a:off x="419100" y="6638989"/>
            <a:ext cx="2794000" cy="92589"/>
          </a:xfrm>
          <a:prstGeom prst="rect">
            <a:avLst/>
          </a:prstGeom>
          <a:noFill/>
          <a:ln/>
        </p:spPr>
        <p:txBody>
          <a:bodyPr wrap="square" lIns="0" tIns="0" rIns="0" bIns="0" rtlCol="0" anchor="t">
            <a:spAutoFit/>
          </a:bodyPr>
          <a:lstStyle/>
          <a:p>
            <a:pPr>
              <a:lnSpc>
                <a:spcPct val="75000"/>
              </a:lnSpc>
            </a:pPr>
            <a:r>
              <a:rPr lang="en-US" sz="800" b="0" i="0" dirty="0">
                <a:solidFill>
                  <a:schemeClr val="tx1"/>
                </a:solidFill>
                <a:latin typeface="Arial" panose="020B0604020202020204" pitchFamily="34" charset="0"/>
                <a:ea typeface="Arial" pitchFamily="34" charset="-122"/>
                <a:cs typeface="Arial" panose="020B0604020202020204" pitchFamily="34" charset="0"/>
              </a:rPr>
              <a:t>©  2026 Western Digital Corporation. All rights reserved.</a:t>
            </a:r>
            <a:endParaRPr lang="en-US" sz="800" b="0" i="0" dirty="0">
              <a:solidFill>
                <a:schemeClr val="tx1"/>
              </a:solidFill>
              <a:latin typeface="Arial" panose="020B0604020202020204" pitchFamily="34" charset="0"/>
              <a:cs typeface="Arial" panose="020B0604020202020204" pitchFamily="34" charset="0"/>
            </a:endParaRPr>
          </a:p>
        </p:txBody>
      </p:sp>
      <p:sp>
        <p:nvSpPr>
          <p:cNvPr id="11" name="WD Confidential">
            <a:extLst>
              <a:ext uri="{FF2B5EF4-FFF2-40B4-BE49-F238E27FC236}">
                <a16:creationId xmlns:a16="http://schemas.microsoft.com/office/drawing/2014/main" id="{1A84FD16-9925-85BB-D88F-8228B939FD0E}"/>
              </a:ext>
            </a:extLst>
          </p:cNvPr>
          <p:cNvSpPr/>
          <p:nvPr/>
        </p:nvSpPr>
        <p:spPr>
          <a:xfrm>
            <a:off x="8991600" y="6638990"/>
            <a:ext cx="1244600" cy="92589"/>
          </a:xfrm>
          <a:prstGeom prst="rect">
            <a:avLst/>
          </a:prstGeom>
          <a:noFill/>
          <a:ln/>
        </p:spPr>
        <p:txBody>
          <a:bodyPr wrap="square" lIns="0" tIns="0" rIns="0" bIns="0" rtlCol="0" anchor="t">
            <a:spAutoFit/>
          </a:bodyPr>
          <a:lstStyle/>
          <a:p>
            <a:pPr>
              <a:lnSpc>
                <a:spcPct val="75000"/>
              </a:lnSpc>
            </a:pPr>
            <a:r>
              <a:rPr lang="en-US" sz="800" b="0" i="0" dirty="0">
                <a:solidFill>
                  <a:schemeClr val="tx1"/>
                </a:solidFill>
                <a:latin typeface="Arial" panose="020B0604020202020204" pitchFamily="34" charset="0"/>
                <a:ea typeface="Arial" pitchFamily="34" charset="-122"/>
                <a:cs typeface="Arial" panose="020B0604020202020204" pitchFamily="34" charset="0"/>
              </a:rPr>
              <a:t>WD CONFIDENTIAL</a:t>
            </a:r>
            <a:endParaRPr lang="en-US" sz="800" b="0" i="0" dirty="0">
              <a:solidFill>
                <a:schemeClr val="tx1"/>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214980926"/>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p:cSld name="Title, Content and Image (Right) White">
    <p:bg>
      <p:bgPr>
        <a:solidFill>
          <a:schemeClr val="bg1"/>
        </a:solidFill>
        <a:effectLst/>
      </p:bgPr>
    </p:bg>
    <p:spTree>
      <p:nvGrpSpPr>
        <p:cNvPr id="1" name=""/>
        <p:cNvGrpSpPr/>
        <p:nvPr/>
      </p:nvGrpSpPr>
      <p:grpSpPr>
        <a:xfrm>
          <a:off x="0" y="0"/>
          <a:ext cx="0" cy="0"/>
          <a:chOff x="0" y="0"/>
          <a:chExt cx="0" cy="0"/>
        </a:xfrm>
      </p:grpSpPr>
      <p:sp>
        <p:nvSpPr>
          <p:cNvPr id="11" name="Picture Placeholder 8">
            <a:extLst>
              <a:ext uri="{FF2B5EF4-FFF2-40B4-BE49-F238E27FC236}">
                <a16:creationId xmlns:a16="http://schemas.microsoft.com/office/drawing/2014/main" id="{DBB5D091-BEAD-9C35-8773-E2D117D7C416}"/>
              </a:ext>
            </a:extLst>
          </p:cNvPr>
          <p:cNvSpPr>
            <a:spLocks noGrp="1"/>
          </p:cNvSpPr>
          <p:nvPr>
            <p:ph type="pic" sz="quarter" idx="15"/>
          </p:nvPr>
        </p:nvSpPr>
        <p:spPr>
          <a:xfrm>
            <a:off x="8039100" y="0"/>
            <a:ext cx="4152900" cy="6858000"/>
          </a:xfrm>
          <a:prstGeom prst="rect">
            <a:avLst/>
          </a:prstGeom>
        </p:spPr>
        <p:txBody>
          <a:bodyPr rIns="0"/>
          <a:lstStyle>
            <a:lvl1pPr>
              <a:defRPr b="0" i="0">
                <a:latin typeface="Arial" panose="020B0604020202020204" pitchFamily="34" charset="0"/>
                <a:cs typeface="Arial" panose="020B0604020202020204" pitchFamily="34" charset="0"/>
              </a:defRPr>
            </a:lvl1pPr>
          </a:lstStyle>
          <a:p>
            <a:r>
              <a:rPr lang="en-US"/>
              <a:t>Click icon to add picture</a:t>
            </a:r>
            <a:endParaRPr lang="en-US" dirty="0"/>
          </a:p>
        </p:txBody>
      </p:sp>
      <p:pic>
        <p:nvPicPr>
          <p:cNvPr id="4" name="Logo" descr="preencoded.png">
            <a:extLst>
              <a:ext uri="{FF2B5EF4-FFF2-40B4-BE49-F238E27FC236}">
                <a16:creationId xmlns:a16="http://schemas.microsoft.com/office/drawing/2014/main" id="{3DC0599E-ABE3-1DBC-6207-01260A8C27CD}"/>
              </a:ext>
            </a:extLst>
          </p:cNvPr>
          <p:cNvPicPr>
            <a:picLocks noChangeAspect="1"/>
          </p:cNvPicPr>
          <p:nvPr/>
        </p:nvPicPr>
        <p:blipFill>
          <a:blip>
            <a:extLst>
              <a:ext uri="{96DAC541-7B7A-43D3-8B79-37D633B846F1}">
                <asvg:svgBlip xmlns:asvg="http://schemas.microsoft.com/office/drawing/2016/SVG/main" r:embed="rId2"/>
              </a:ext>
            </a:extLst>
          </a:blip>
          <a:srcRect/>
          <a:stretch/>
        </p:blipFill>
        <p:spPr>
          <a:xfrm>
            <a:off x="10902950" y="419100"/>
            <a:ext cx="869950" cy="222250"/>
          </a:xfrm>
          <a:prstGeom prst="rect">
            <a:avLst/>
          </a:prstGeom>
        </p:spPr>
      </p:pic>
      <p:sp>
        <p:nvSpPr>
          <p:cNvPr id="2" name="Text Placeholder 14">
            <a:extLst>
              <a:ext uri="{FF2B5EF4-FFF2-40B4-BE49-F238E27FC236}">
                <a16:creationId xmlns:a16="http://schemas.microsoft.com/office/drawing/2014/main" id="{A9512FB9-F98A-8E5C-951C-4A2FCA238B55}"/>
              </a:ext>
            </a:extLst>
          </p:cNvPr>
          <p:cNvSpPr>
            <a:spLocks noGrp="1"/>
          </p:cNvSpPr>
          <p:nvPr>
            <p:ph type="body" sz="quarter" idx="13" hasCustomPrompt="1"/>
          </p:nvPr>
        </p:nvSpPr>
        <p:spPr>
          <a:xfrm>
            <a:off x="339725" y="333800"/>
            <a:ext cx="2860675" cy="307777"/>
          </a:xfrm>
          <a:prstGeom prst="rect">
            <a:avLst/>
          </a:prstGeom>
        </p:spPr>
        <p:txBody>
          <a:bodyPr wrap="square" lIns="82296" rIns="0">
            <a:spAutoFit/>
          </a:bodyPr>
          <a:lstStyle>
            <a:lvl1pPr>
              <a:lnSpc>
                <a:spcPct val="100000"/>
              </a:lnSpc>
              <a:buNone/>
              <a:defRPr sz="1400" b="1" i="0" spc="-30">
                <a:solidFill>
                  <a:schemeClr val="tx2"/>
                </a:solidFill>
                <a:latin typeface="Arial" panose="020B0604020202020204" pitchFamily="34" charset="0"/>
                <a:cs typeface="Arial" panose="020B0604020202020204" pitchFamily="34" charset="0"/>
              </a:defRPr>
            </a:lvl1pPr>
          </a:lstStyle>
          <a:p>
            <a:pPr lvl="0"/>
            <a:r>
              <a:rPr lang="en-US" b="1" dirty="0"/>
              <a:t>Section Header</a:t>
            </a:r>
          </a:p>
        </p:txBody>
      </p:sp>
      <p:sp>
        <p:nvSpPr>
          <p:cNvPr id="9" name="Title 2">
            <a:extLst>
              <a:ext uri="{FF2B5EF4-FFF2-40B4-BE49-F238E27FC236}">
                <a16:creationId xmlns:a16="http://schemas.microsoft.com/office/drawing/2014/main" id="{8B8EFC7E-41B7-8AFB-607B-3C302BBCDEFF}"/>
              </a:ext>
            </a:extLst>
          </p:cNvPr>
          <p:cNvSpPr>
            <a:spLocks noGrp="1"/>
          </p:cNvSpPr>
          <p:nvPr>
            <p:ph type="title" hasCustomPrompt="1"/>
          </p:nvPr>
        </p:nvSpPr>
        <p:spPr>
          <a:xfrm>
            <a:off x="339633" y="702407"/>
            <a:ext cx="6670768" cy="1215333"/>
          </a:xfrm>
          <a:prstGeom prst="rect">
            <a:avLst/>
          </a:prstGeom>
        </p:spPr>
        <p:txBody>
          <a:bodyPr wrap="square" lIns="45720" rIns="0">
            <a:spAutoFit/>
          </a:bodyPr>
          <a:lstStyle>
            <a:lvl1pPr>
              <a:lnSpc>
                <a:spcPct val="85000"/>
              </a:lnSpc>
              <a:defRPr sz="4200" b="0" i="0" spc="-130">
                <a:solidFill>
                  <a:schemeClr val="tx2"/>
                </a:solidFill>
                <a:latin typeface="Arial" panose="020B0604020202020204" pitchFamily="34" charset="0"/>
                <a:cs typeface="Arial" panose="020B0604020202020204" pitchFamily="34" charset="0"/>
              </a:defRPr>
            </a:lvl1pPr>
          </a:lstStyle>
          <a:p>
            <a:r>
              <a:rPr lang="en-US" dirty="0"/>
              <a:t>Content Slide – Smaller, Longer Headline</a:t>
            </a:r>
          </a:p>
        </p:txBody>
      </p:sp>
      <p:sp>
        <p:nvSpPr>
          <p:cNvPr id="13" name="Text Placeholder 9">
            <a:extLst>
              <a:ext uri="{FF2B5EF4-FFF2-40B4-BE49-F238E27FC236}">
                <a16:creationId xmlns:a16="http://schemas.microsoft.com/office/drawing/2014/main" id="{2C4CDB26-05C0-90D4-FB52-F7EFA3B2BEA8}"/>
              </a:ext>
            </a:extLst>
          </p:cNvPr>
          <p:cNvSpPr>
            <a:spLocks noGrp="1"/>
          </p:cNvSpPr>
          <p:nvPr>
            <p:ph type="body" sz="quarter" idx="16"/>
          </p:nvPr>
        </p:nvSpPr>
        <p:spPr>
          <a:xfrm>
            <a:off x="339632" y="2156037"/>
            <a:ext cx="6670768" cy="1426031"/>
          </a:xfrm>
          <a:prstGeom prst="rect">
            <a:avLst/>
          </a:prstGeom>
        </p:spPr>
        <p:txBody>
          <a:bodyPr wrap="square" lIns="82296" rIns="0">
            <a:spAutoFit/>
          </a:bodyPr>
          <a:lstStyle>
            <a:lvl1pPr>
              <a:lnSpc>
                <a:spcPct val="100000"/>
              </a:lnSpc>
              <a:defRPr sz="1400" b="0" i="0" spc="-30">
                <a:solidFill>
                  <a:schemeClr val="tx2"/>
                </a:solidFill>
                <a:latin typeface="Arial" panose="020B0604020202020204" pitchFamily="34" charset="0"/>
                <a:cs typeface="Arial" panose="020B0604020202020204" pitchFamily="34" charset="0"/>
              </a:defRPr>
            </a:lvl1pPr>
            <a:lvl2pPr>
              <a:lnSpc>
                <a:spcPct val="100000"/>
              </a:lnSpc>
              <a:defRPr sz="1400" b="0" i="0" spc="-30">
                <a:solidFill>
                  <a:schemeClr val="tx2"/>
                </a:solidFill>
                <a:latin typeface="Arial" panose="020B0604020202020204" pitchFamily="34" charset="0"/>
                <a:cs typeface="Arial" panose="020B0604020202020204" pitchFamily="34" charset="0"/>
              </a:defRPr>
            </a:lvl2pPr>
            <a:lvl3pPr>
              <a:lnSpc>
                <a:spcPct val="100000"/>
              </a:lnSpc>
              <a:defRPr sz="1400" b="0" i="0" spc="-30">
                <a:solidFill>
                  <a:schemeClr val="tx2"/>
                </a:solidFill>
                <a:latin typeface="Arial" panose="020B0604020202020204" pitchFamily="34" charset="0"/>
                <a:cs typeface="Arial" panose="020B0604020202020204" pitchFamily="34" charset="0"/>
              </a:defRPr>
            </a:lvl3pPr>
            <a:lvl4pPr>
              <a:lnSpc>
                <a:spcPct val="100000"/>
              </a:lnSpc>
              <a:defRPr sz="1400" b="0" i="0" spc="-30">
                <a:solidFill>
                  <a:schemeClr val="tx2"/>
                </a:solidFill>
                <a:latin typeface="Arial" panose="020B0604020202020204" pitchFamily="34" charset="0"/>
                <a:cs typeface="Arial" panose="020B0604020202020204" pitchFamily="34" charset="0"/>
              </a:defRPr>
            </a:lvl4pPr>
            <a:lvl5pPr>
              <a:lnSpc>
                <a:spcPct val="100000"/>
              </a:lnSpc>
              <a:defRPr sz="1400" b="0" i="0" spc="-30">
                <a:solidFill>
                  <a:schemeClr val="tx2"/>
                </a:solidFill>
                <a:latin typeface="Arial" panose="020B0604020202020204" pitchFamily="34" charset="0"/>
                <a:cs typeface="Arial" panose="020B0604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 name="2026 Western Digital Corporation All rights reserved">
            <a:extLst>
              <a:ext uri="{FF2B5EF4-FFF2-40B4-BE49-F238E27FC236}">
                <a16:creationId xmlns:a16="http://schemas.microsoft.com/office/drawing/2014/main" id="{E2373215-143C-72E4-DB18-24A52224C547}"/>
              </a:ext>
            </a:extLst>
          </p:cNvPr>
          <p:cNvSpPr/>
          <p:nvPr/>
        </p:nvSpPr>
        <p:spPr>
          <a:xfrm>
            <a:off x="419100" y="6638989"/>
            <a:ext cx="2794000" cy="92589"/>
          </a:xfrm>
          <a:prstGeom prst="rect">
            <a:avLst/>
          </a:prstGeom>
          <a:noFill/>
          <a:ln/>
        </p:spPr>
        <p:txBody>
          <a:bodyPr wrap="square" lIns="0" tIns="0" rIns="0" bIns="0" rtlCol="0" anchor="t">
            <a:spAutoFit/>
          </a:bodyPr>
          <a:lstStyle/>
          <a:p>
            <a:pPr>
              <a:lnSpc>
                <a:spcPct val="75000"/>
              </a:lnSpc>
            </a:pPr>
            <a:r>
              <a:rPr lang="en-US" sz="800" b="0" i="0" dirty="0">
                <a:solidFill>
                  <a:schemeClr val="tx1"/>
                </a:solidFill>
                <a:latin typeface="Arial" panose="020B0604020202020204" pitchFamily="34" charset="0"/>
                <a:ea typeface="Arial" pitchFamily="34" charset="-122"/>
                <a:cs typeface="Arial" panose="020B0604020202020204" pitchFamily="34" charset="0"/>
              </a:rPr>
              <a:t>©  2026 Western Digital Corporation. All rights reserved.</a:t>
            </a:r>
            <a:endParaRPr lang="en-US" sz="800" b="0" i="0" dirty="0">
              <a:solidFill>
                <a:schemeClr val="tx1"/>
              </a:solidFill>
              <a:latin typeface="Arial" panose="020B0604020202020204" pitchFamily="34" charset="0"/>
              <a:cs typeface="Arial" panose="020B0604020202020204" pitchFamily="34" charset="0"/>
            </a:endParaRPr>
          </a:p>
        </p:txBody>
      </p:sp>
      <p:sp>
        <p:nvSpPr>
          <p:cNvPr id="5" name="Slide Number Placeholder 1">
            <a:extLst>
              <a:ext uri="{FF2B5EF4-FFF2-40B4-BE49-F238E27FC236}">
                <a16:creationId xmlns:a16="http://schemas.microsoft.com/office/drawing/2014/main" id="{B45CE4DF-8334-6E2C-DEBB-F484F0FCEEC5}"/>
              </a:ext>
            </a:extLst>
          </p:cNvPr>
          <p:cNvSpPr>
            <a:spLocks noGrp="1"/>
          </p:cNvSpPr>
          <p:nvPr>
            <p:ph type="sldNum" sz="quarter" idx="4"/>
          </p:nvPr>
        </p:nvSpPr>
        <p:spPr>
          <a:xfrm>
            <a:off x="11215668" y="6562157"/>
            <a:ext cx="658832" cy="215444"/>
          </a:xfrm>
          <a:prstGeom prst="rect">
            <a:avLst/>
          </a:prstGeom>
        </p:spPr>
        <p:txBody>
          <a:bodyPr vert="horz" lIns="91440" tIns="45720" rIns="0" bIns="45720" rtlCol="0" anchor="ctr">
            <a:spAutoFit/>
          </a:bodyPr>
          <a:lstStyle>
            <a:lvl1pPr algn="r">
              <a:defRPr sz="800" b="0" i="0">
                <a:solidFill>
                  <a:schemeClr val="tx1"/>
                </a:solidFill>
                <a:latin typeface="Arial" panose="020B0604020202020204" pitchFamily="34" charset="0"/>
                <a:cs typeface="Arial" panose="020B0604020202020204" pitchFamily="34" charset="0"/>
              </a:defRPr>
            </a:lvl1pPr>
          </a:lstStyle>
          <a:p>
            <a:fld id="{B06B19F4-CF25-446C-B362-D8BB27BE9D9B}" type="slidenum">
              <a:rPr lang="en-US" smtClean="0"/>
              <a:t>‹#›</a:t>
            </a:fld>
            <a:endParaRPr lang="en-US"/>
          </a:p>
        </p:txBody>
      </p:sp>
      <p:sp>
        <p:nvSpPr>
          <p:cNvPr id="6" name="WD Confidential">
            <a:extLst>
              <a:ext uri="{FF2B5EF4-FFF2-40B4-BE49-F238E27FC236}">
                <a16:creationId xmlns:a16="http://schemas.microsoft.com/office/drawing/2014/main" id="{F3FD56E7-5137-4D27-17D4-1DAAC934A156}"/>
              </a:ext>
            </a:extLst>
          </p:cNvPr>
          <p:cNvSpPr/>
          <p:nvPr/>
        </p:nvSpPr>
        <p:spPr>
          <a:xfrm>
            <a:off x="8991600" y="6638990"/>
            <a:ext cx="1244600" cy="92589"/>
          </a:xfrm>
          <a:prstGeom prst="rect">
            <a:avLst/>
          </a:prstGeom>
          <a:noFill/>
          <a:ln/>
        </p:spPr>
        <p:txBody>
          <a:bodyPr wrap="square" lIns="0" tIns="0" rIns="0" bIns="0" rtlCol="0" anchor="t">
            <a:spAutoFit/>
          </a:bodyPr>
          <a:lstStyle/>
          <a:p>
            <a:pPr>
              <a:lnSpc>
                <a:spcPct val="75000"/>
              </a:lnSpc>
            </a:pPr>
            <a:r>
              <a:rPr lang="en-US" sz="800" b="0" i="0" dirty="0">
                <a:solidFill>
                  <a:schemeClr val="tx1"/>
                </a:solidFill>
                <a:latin typeface="Arial" panose="020B0604020202020204" pitchFamily="34" charset="0"/>
                <a:ea typeface="Arial" pitchFamily="34" charset="-122"/>
                <a:cs typeface="Arial" panose="020B0604020202020204" pitchFamily="34" charset="0"/>
              </a:rPr>
              <a:t>WD CONFIDENTIAL</a:t>
            </a:r>
            <a:endParaRPr lang="en-US" sz="800" b="0" i="0" dirty="0">
              <a:solidFill>
                <a:schemeClr val="tx1"/>
              </a:solidFill>
              <a:latin typeface="Arial" panose="020B0604020202020204" pitchFamily="34" charset="0"/>
              <a:cs typeface="Arial" panose="020B0604020202020204" pitchFamily="34" charset="0"/>
            </a:endParaRPr>
          </a:p>
        </p:txBody>
      </p:sp>
      <p:pic>
        <p:nvPicPr>
          <p:cNvPr id="7" name="Logo" descr="preencoded.png">
            <a:extLst>
              <a:ext uri="{FF2B5EF4-FFF2-40B4-BE49-F238E27FC236}">
                <a16:creationId xmlns:a16="http://schemas.microsoft.com/office/drawing/2014/main" id="{D3C668C7-7EBC-6523-5D6D-4BFD686EBDD5}"/>
              </a:ext>
            </a:extLst>
          </p:cNvPr>
          <p:cNvPicPr>
            <a:picLocks noChangeAspect="1"/>
          </p:cNvPicPr>
          <p:nvPr/>
        </p:nvPicPr>
        <p:blipFill>
          <a:blip>
            <a:extLst>
              <a:ext uri="{96DAC541-7B7A-43D3-8B79-37D633B846F1}">
                <asvg:svgBlip xmlns:asvg="http://schemas.microsoft.com/office/drawing/2016/SVG/main" r:embed="rId2"/>
              </a:ext>
            </a:extLst>
          </a:blip>
          <a:srcRect/>
          <a:stretch/>
        </p:blipFill>
        <p:spPr>
          <a:xfrm>
            <a:off x="10902950" y="419100"/>
            <a:ext cx="869950" cy="222250"/>
          </a:xfrm>
          <a:prstGeom prst="rect">
            <a:avLst/>
          </a:prstGeom>
        </p:spPr>
      </p:pic>
      <p:sp>
        <p:nvSpPr>
          <p:cNvPr id="8" name="2026 Western Digital Corporation All rights reserved">
            <a:extLst>
              <a:ext uri="{FF2B5EF4-FFF2-40B4-BE49-F238E27FC236}">
                <a16:creationId xmlns:a16="http://schemas.microsoft.com/office/drawing/2014/main" id="{02FD642E-7DD5-F984-6F02-FB443B3A2989}"/>
              </a:ext>
            </a:extLst>
          </p:cNvPr>
          <p:cNvSpPr/>
          <p:nvPr/>
        </p:nvSpPr>
        <p:spPr>
          <a:xfrm>
            <a:off x="419100" y="6638989"/>
            <a:ext cx="2794000" cy="92589"/>
          </a:xfrm>
          <a:prstGeom prst="rect">
            <a:avLst/>
          </a:prstGeom>
          <a:noFill/>
          <a:ln/>
        </p:spPr>
        <p:txBody>
          <a:bodyPr wrap="square" lIns="0" tIns="0" rIns="0" bIns="0" rtlCol="0" anchor="t">
            <a:spAutoFit/>
          </a:bodyPr>
          <a:lstStyle/>
          <a:p>
            <a:pPr>
              <a:lnSpc>
                <a:spcPct val="75000"/>
              </a:lnSpc>
            </a:pPr>
            <a:r>
              <a:rPr lang="en-US" sz="800" b="0" i="0" dirty="0">
                <a:solidFill>
                  <a:schemeClr val="tx1"/>
                </a:solidFill>
                <a:latin typeface="Arial" panose="020B0604020202020204" pitchFamily="34" charset="0"/>
                <a:ea typeface="Arial" pitchFamily="34" charset="-122"/>
                <a:cs typeface="Arial" panose="020B0604020202020204" pitchFamily="34" charset="0"/>
              </a:rPr>
              <a:t>©  2026 Western Digital Corporation. All rights reserved.</a:t>
            </a:r>
            <a:endParaRPr lang="en-US" sz="800" b="0" i="0" dirty="0">
              <a:solidFill>
                <a:schemeClr val="tx1"/>
              </a:solidFill>
              <a:latin typeface="Arial" panose="020B0604020202020204" pitchFamily="34" charset="0"/>
              <a:cs typeface="Arial" panose="020B0604020202020204" pitchFamily="34" charset="0"/>
            </a:endParaRPr>
          </a:p>
        </p:txBody>
      </p:sp>
      <p:sp>
        <p:nvSpPr>
          <p:cNvPr id="10" name="WD Confidential">
            <a:extLst>
              <a:ext uri="{FF2B5EF4-FFF2-40B4-BE49-F238E27FC236}">
                <a16:creationId xmlns:a16="http://schemas.microsoft.com/office/drawing/2014/main" id="{007C6A82-5EEE-266E-329A-D7B3D2F5FD0F}"/>
              </a:ext>
            </a:extLst>
          </p:cNvPr>
          <p:cNvSpPr/>
          <p:nvPr/>
        </p:nvSpPr>
        <p:spPr>
          <a:xfrm>
            <a:off x="8991600" y="6638990"/>
            <a:ext cx="1244600" cy="92589"/>
          </a:xfrm>
          <a:prstGeom prst="rect">
            <a:avLst/>
          </a:prstGeom>
          <a:noFill/>
          <a:ln/>
        </p:spPr>
        <p:txBody>
          <a:bodyPr wrap="square" lIns="0" tIns="0" rIns="0" bIns="0" rtlCol="0" anchor="t">
            <a:spAutoFit/>
          </a:bodyPr>
          <a:lstStyle/>
          <a:p>
            <a:pPr>
              <a:lnSpc>
                <a:spcPct val="75000"/>
              </a:lnSpc>
            </a:pPr>
            <a:r>
              <a:rPr lang="en-US" sz="800" b="0" i="0" dirty="0">
                <a:solidFill>
                  <a:schemeClr val="tx1"/>
                </a:solidFill>
                <a:latin typeface="Arial" panose="020B0604020202020204" pitchFamily="34" charset="0"/>
                <a:ea typeface="Arial" pitchFamily="34" charset="-122"/>
                <a:cs typeface="Arial" panose="020B0604020202020204" pitchFamily="34" charset="0"/>
              </a:rPr>
              <a:t>WD CONFIDENTIAL</a:t>
            </a:r>
            <a:endParaRPr lang="en-US" sz="800" b="0" i="0" dirty="0">
              <a:solidFill>
                <a:schemeClr val="tx1"/>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89865516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p:cSld name="1_Title, Content and Image (Right) White">
    <p:bg>
      <p:bgRef idx="1001">
        <a:schemeClr val="bg2"/>
      </p:bgRef>
    </p:bg>
    <p:spTree>
      <p:nvGrpSpPr>
        <p:cNvPr id="1" name=""/>
        <p:cNvGrpSpPr/>
        <p:nvPr/>
      </p:nvGrpSpPr>
      <p:grpSpPr>
        <a:xfrm>
          <a:off x="0" y="0"/>
          <a:ext cx="0" cy="0"/>
          <a:chOff x="0" y="0"/>
          <a:chExt cx="0" cy="0"/>
        </a:xfrm>
      </p:grpSpPr>
      <p:sp>
        <p:nvSpPr>
          <p:cNvPr id="11" name="Picture Placeholder 8">
            <a:extLst>
              <a:ext uri="{FF2B5EF4-FFF2-40B4-BE49-F238E27FC236}">
                <a16:creationId xmlns:a16="http://schemas.microsoft.com/office/drawing/2014/main" id="{DBB5D091-BEAD-9C35-8773-E2D117D7C416}"/>
              </a:ext>
            </a:extLst>
          </p:cNvPr>
          <p:cNvSpPr>
            <a:spLocks noGrp="1"/>
          </p:cNvSpPr>
          <p:nvPr>
            <p:ph type="pic" sz="quarter" idx="15"/>
          </p:nvPr>
        </p:nvSpPr>
        <p:spPr>
          <a:xfrm>
            <a:off x="8039100" y="0"/>
            <a:ext cx="4152900" cy="6858000"/>
          </a:xfrm>
          <a:prstGeom prst="rect">
            <a:avLst/>
          </a:prstGeom>
        </p:spPr>
        <p:txBody>
          <a:bodyPr rIns="0"/>
          <a:lstStyle>
            <a:lvl1pPr>
              <a:defRPr b="0" i="0">
                <a:solidFill>
                  <a:schemeClr val="tx1"/>
                </a:solidFill>
                <a:latin typeface="Arial" panose="020B0604020202020204" pitchFamily="34" charset="0"/>
                <a:cs typeface="Arial" panose="020B0604020202020204" pitchFamily="34" charset="0"/>
              </a:defRPr>
            </a:lvl1pPr>
          </a:lstStyle>
          <a:p>
            <a:r>
              <a:rPr lang="en-US"/>
              <a:t>Click icon to add picture</a:t>
            </a:r>
            <a:endParaRPr lang="en-US" dirty="0"/>
          </a:p>
        </p:txBody>
      </p:sp>
      <p:sp>
        <p:nvSpPr>
          <p:cNvPr id="2" name="Text Placeholder 14">
            <a:extLst>
              <a:ext uri="{FF2B5EF4-FFF2-40B4-BE49-F238E27FC236}">
                <a16:creationId xmlns:a16="http://schemas.microsoft.com/office/drawing/2014/main" id="{A9512FB9-F98A-8E5C-951C-4A2FCA238B55}"/>
              </a:ext>
            </a:extLst>
          </p:cNvPr>
          <p:cNvSpPr>
            <a:spLocks noGrp="1"/>
          </p:cNvSpPr>
          <p:nvPr>
            <p:ph type="body" sz="quarter" idx="13" hasCustomPrompt="1"/>
          </p:nvPr>
        </p:nvSpPr>
        <p:spPr>
          <a:xfrm>
            <a:off x="339725" y="333800"/>
            <a:ext cx="2860675" cy="307777"/>
          </a:xfrm>
          <a:prstGeom prst="rect">
            <a:avLst/>
          </a:prstGeom>
        </p:spPr>
        <p:txBody>
          <a:bodyPr wrap="square" lIns="82296" rIns="0">
            <a:spAutoFit/>
          </a:bodyPr>
          <a:lstStyle>
            <a:lvl1pPr>
              <a:lnSpc>
                <a:spcPct val="100000"/>
              </a:lnSpc>
              <a:buNone/>
              <a:defRPr sz="1400" b="1" i="0" spc="-30">
                <a:solidFill>
                  <a:schemeClr val="tx1"/>
                </a:solidFill>
                <a:latin typeface="Arial" panose="020B0604020202020204" pitchFamily="34" charset="0"/>
                <a:cs typeface="Arial" panose="020B0604020202020204" pitchFamily="34" charset="0"/>
              </a:defRPr>
            </a:lvl1pPr>
          </a:lstStyle>
          <a:p>
            <a:pPr lvl="0"/>
            <a:r>
              <a:rPr lang="en-US" b="1" dirty="0"/>
              <a:t>Section Header</a:t>
            </a:r>
          </a:p>
        </p:txBody>
      </p:sp>
      <p:sp>
        <p:nvSpPr>
          <p:cNvPr id="9" name="Title 2">
            <a:extLst>
              <a:ext uri="{FF2B5EF4-FFF2-40B4-BE49-F238E27FC236}">
                <a16:creationId xmlns:a16="http://schemas.microsoft.com/office/drawing/2014/main" id="{8B8EFC7E-41B7-8AFB-607B-3C302BBCDEFF}"/>
              </a:ext>
            </a:extLst>
          </p:cNvPr>
          <p:cNvSpPr>
            <a:spLocks noGrp="1"/>
          </p:cNvSpPr>
          <p:nvPr>
            <p:ph type="title" hasCustomPrompt="1"/>
          </p:nvPr>
        </p:nvSpPr>
        <p:spPr>
          <a:xfrm>
            <a:off x="339633" y="702407"/>
            <a:ext cx="6670768" cy="1215333"/>
          </a:xfrm>
          <a:prstGeom prst="rect">
            <a:avLst/>
          </a:prstGeom>
        </p:spPr>
        <p:txBody>
          <a:bodyPr wrap="square" lIns="45720" rIns="0">
            <a:spAutoFit/>
          </a:bodyPr>
          <a:lstStyle>
            <a:lvl1pPr>
              <a:lnSpc>
                <a:spcPct val="85000"/>
              </a:lnSpc>
              <a:defRPr sz="4200" b="0" i="0" spc="-130">
                <a:solidFill>
                  <a:schemeClr val="tx1"/>
                </a:solidFill>
                <a:latin typeface="Arial" panose="020B0604020202020204" pitchFamily="34" charset="0"/>
                <a:cs typeface="Arial" panose="020B0604020202020204" pitchFamily="34" charset="0"/>
              </a:defRPr>
            </a:lvl1pPr>
          </a:lstStyle>
          <a:p>
            <a:r>
              <a:rPr lang="en-US" dirty="0"/>
              <a:t>Content Slide – Lorem Ipsum Headline</a:t>
            </a:r>
          </a:p>
        </p:txBody>
      </p:sp>
      <p:sp>
        <p:nvSpPr>
          <p:cNvPr id="13" name="Text Placeholder 9">
            <a:extLst>
              <a:ext uri="{FF2B5EF4-FFF2-40B4-BE49-F238E27FC236}">
                <a16:creationId xmlns:a16="http://schemas.microsoft.com/office/drawing/2014/main" id="{2C4CDB26-05C0-90D4-FB52-F7EFA3B2BEA8}"/>
              </a:ext>
            </a:extLst>
          </p:cNvPr>
          <p:cNvSpPr>
            <a:spLocks noGrp="1"/>
          </p:cNvSpPr>
          <p:nvPr>
            <p:ph type="body" sz="quarter" idx="16"/>
          </p:nvPr>
        </p:nvSpPr>
        <p:spPr>
          <a:xfrm>
            <a:off x="339632" y="2156037"/>
            <a:ext cx="6670768" cy="1426031"/>
          </a:xfrm>
          <a:prstGeom prst="rect">
            <a:avLst/>
          </a:prstGeom>
        </p:spPr>
        <p:txBody>
          <a:bodyPr wrap="square" lIns="82296" rIns="0">
            <a:spAutoFit/>
          </a:bodyPr>
          <a:lstStyle>
            <a:lvl1pPr>
              <a:lnSpc>
                <a:spcPct val="100000"/>
              </a:lnSpc>
              <a:defRPr sz="1400" b="0" i="0" spc="-30">
                <a:solidFill>
                  <a:schemeClr val="tx1"/>
                </a:solidFill>
                <a:latin typeface="Arial" panose="020B0604020202020204" pitchFamily="34" charset="0"/>
                <a:cs typeface="Arial" panose="020B0604020202020204" pitchFamily="34" charset="0"/>
              </a:defRPr>
            </a:lvl1pPr>
            <a:lvl2pPr>
              <a:lnSpc>
                <a:spcPct val="100000"/>
              </a:lnSpc>
              <a:defRPr sz="1400" b="0" i="0" spc="-30">
                <a:solidFill>
                  <a:schemeClr val="tx1"/>
                </a:solidFill>
                <a:latin typeface="Arial" panose="020B0604020202020204" pitchFamily="34" charset="0"/>
                <a:cs typeface="Arial" panose="020B0604020202020204" pitchFamily="34" charset="0"/>
              </a:defRPr>
            </a:lvl2pPr>
            <a:lvl3pPr>
              <a:lnSpc>
                <a:spcPct val="100000"/>
              </a:lnSpc>
              <a:defRPr sz="1400" b="0" i="0" spc="-30">
                <a:solidFill>
                  <a:schemeClr val="tx1"/>
                </a:solidFill>
                <a:latin typeface="Arial" panose="020B0604020202020204" pitchFamily="34" charset="0"/>
                <a:cs typeface="Arial" panose="020B0604020202020204" pitchFamily="34" charset="0"/>
              </a:defRPr>
            </a:lvl3pPr>
            <a:lvl4pPr>
              <a:lnSpc>
                <a:spcPct val="100000"/>
              </a:lnSpc>
              <a:defRPr sz="1400" b="0" i="0" spc="-30">
                <a:solidFill>
                  <a:schemeClr val="tx1"/>
                </a:solidFill>
                <a:latin typeface="Arial" panose="020B0604020202020204" pitchFamily="34" charset="0"/>
                <a:cs typeface="Arial" panose="020B0604020202020204" pitchFamily="34" charset="0"/>
              </a:defRPr>
            </a:lvl4pPr>
            <a:lvl5pPr>
              <a:lnSpc>
                <a:spcPct val="100000"/>
              </a:lnSpc>
              <a:defRPr sz="1400" b="0" i="0" spc="-30">
                <a:solidFill>
                  <a:schemeClr val="tx1"/>
                </a:solidFill>
                <a:latin typeface="Arial" panose="020B0604020202020204" pitchFamily="34" charset="0"/>
                <a:cs typeface="Arial" panose="020B0604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pic>
        <p:nvPicPr>
          <p:cNvPr id="4" name="Logo" descr="preencoded.png">
            <a:extLst>
              <a:ext uri="{FF2B5EF4-FFF2-40B4-BE49-F238E27FC236}">
                <a16:creationId xmlns:a16="http://schemas.microsoft.com/office/drawing/2014/main" id="{3DC0599E-ABE3-1DBC-6207-01260A8C27CD}"/>
              </a:ext>
            </a:extLst>
          </p:cNvPr>
          <p:cNvPicPr>
            <a:picLocks noChangeAspect="1"/>
          </p:cNvPicPr>
          <p:nvPr/>
        </p:nvPicPr>
        <p:blipFill>
          <a:blip>
            <a:extLst>
              <a:ext uri="{96DAC541-7B7A-43D3-8B79-37D633B846F1}">
                <asvg:svgBlip xmlns:asvg="http://schemas.microsoft.com/office/drawing/2016/SVG/main" r:embed="rId2"/>
              </a:ext>
            </a:extLst>
          </a:blip>
          <a:srcRect/>
          <a:stretch/>
        </p:blipFill>
        <p:spPr>
          <a:xfrm>
            <a:off x="10902950" y="419100"/>
            <a:ext cx="869950" cy="222250"/>
          </a:xfrm>
          <a:prstGeom prst="rect">
            <a:avLst/>
          </a:prstGeom>
        </p:spPr>
      </p:pic>
      <p:sp>
        <p:nvSpPr>
          <p:cNvPr id="3" name="2026 Western Digital Corporation All rights reserved">
            <a:extLst>
              <a:ext uri="{FF2B5EF4-FFF2-40B4-BE49-F238E27FC236}">
                <a16:creationId xmlns:a16="http://schemas.microsoft.com/office/drawing/2014/main" id="{A1754800-D91A-6F1E-1B60-80E239C599E3}"/>
              </a:ext>
            </a:extLst>
          </p:cNvPr>
          <p:cNvSpPr/>
          <p:nvPr/>
        </p:nvSpPr>
        <p:spPr>
          <a:xfrm>
            <a:off x="419100" y="6638989"/>
            <a:ext cx="2794000" cy="92589"/>
          </a:xfrm>
          <a:prstGeom prst="rect">
            <a:avLst/>
          </a:prstGeom>
          <a:noFill/>
          <a:ln/>
        </p:spPr>
        <p:txBody>
          <a:bodyPr wrap="square" lIns="0" tIns="0" rIns="0" bIns="0" rtlCol="0" anchor="t">
            <a:spAutoFit/>
          </a:bodyPr>
          <a:lstStyle/>
          <a:p>
            <a:pPr>
              <a:lnSpc>
                <a:spcPct val="75000"/>
              </a:lnSpc>
            </a:pPr>
            <a:r>
              <a:rPr lang="en-US" sz="800" b="0" i="0" dirty="0">
                <a:solidFill>
                  <a:schemeClr val="tx1"/>
                </a:solidFill>
                <a:latin typeface="Arial" panose="020B0604020202020204" pitchFamily="34" charset="0"/>
                <a:ea typeface="Arial" pitchFamily="34" charset="-122"/>
                <a:cs typeface="Arial" panose="020B0604020202020204" pitchFamily="34" charset="0"/>
              </a:rPr>
              <a:t>©  2026 Western Digital Corporation. All rights reserved.</a:t>
            </a:r>
            <a:endParaRPr lang="en-US" sz="800" b="0" i="0" dirty="0">
              <a:solidFill>
                <a:schemeClr val="tx1"/>
              </a:solidFill>
              <a:latin typeface="Arial" panose="020B0604020202020204" pitchFamily="34" charset="0"/>
              <a:cs typeface="Arial" panose="020B0604020202020204" pitchFamily="34" charset="0"/>
            </a:endParaRPr>
          </a:p>
        </p:txBody>
      </p:sp>
      <p:sp>
        <p:nvSpPr>
          <p:cNvPr id="5" name="Slide Number Placeholder 1">
            <a:extLst>
              <a:ext uri="{FF2B5EF4-FFF2-40B4-BE49-F238E27FC236}">
                <a16:creationId xmlns:a16="http://schemas.microsoft.com/office/drawing/2014/main" id="{9A38803D-431A-9E7E-63D7-F4FDCD9CA1F8}"/>
              </a:ext>
            </a:extLst>
          </p:cNvPr>
          <p:cNvSpPr>
            <a:spLocks noGrp="1"/>
          </p:cNvSpPr>
          <p:nvPr>
            <p:ph type="sldNum" sz="quarter" idx="4"/>
          </p:nvPr>
        </p:nvSpPr>
        <p:spPr>
          <a:xfrm>
            <a:off x="11215668" y="6562157"/>
            <a:ext cx="658832" cy="215444"/>
          </a:xfrm>
          <a:prstGeom prst="rect">
            <a:avLst/>
          </a:prstGeom>
        </p:spPr>
        <p:txBody>
          <a:bodyPr vert="horz" lIns="91440" tIns="45720" rIns="0" bIns="45720" rtlCol="0" anchor="ctr">
            <a:spAutoFit/>
          </a:bodyPr>
          <a:lstStyle>
            <a:lvl1pPr algn="r">
              <a:defRPr sz="800" b="0" i="0">
                <a:solidFill>
                  <a:schemeClr val="tx1"/>
                </a:solidFill>
                <a:latin typeface="Arial" panose="020B0604020202020204" pitchFamily="34" charset="0"/>
                <a:cs typeface="Arial" panose="020B0604020202020204" pitchFamily="34" charset="0"/>
              </a:defRPr>
            </a:lvl1pPr>
          </a:lstStyle>
          <a:p>
            <a:fld id="{B06B19F4-CF25-446C-B362-D8BB27BE9D9B}" type="slidenum">
              <a:rPr lang="en-US" smtClean="0"/>
              <a:t>‹#›</a:t>
            </a:fld>
            <a:endParaRPr lang="en-US"/>
          </a:p>
        </p:txBody>
      </p:sp>
      <p:sp>
        <p:nvSpPr>
          <p:cNvPr id="6" name="WD Confidential">
            <a:extLst>
              <a:ext uri="{FF2B5EF4-FFF2-40B4-BE49-F238E27FC236}">
                <a16:creationId xmlns:a16="http://schemas.microsoft.com/office/drawing/2014/main" id="{E171678C-25FB-CE95-0F9A-9410318FDB1C}"/>
              </a:ext>
            </a:extLst>
          </p:cNvPr>
          <p:cNvSpPr/>
          <p:nvPr/>
        </p:nvSpPr>
        <p:spPr>
          <a:xfrm>
            <a:off x="8991600" y="6638990"/>
            <a:ext cx="1244600" cy="92589"/>
          </a:xfrm>
          <a:prstGeom prst="rect">
            <a:avLst/>
          </a:prstGeom>
          <a:noFill/>
          <a:ln/>
        </p:spPr>
        <p:txBody>
          <a:bodyPr wrap="square" lIns="0" tIns="0" rIns="0" bIns="0" rtlCol="0" anchor="t">
            <a:spAutoFit/>
          </a:bodyPr>
          <a:lstStyle/>
          <a:p>
            <a:pPr>
              <a:lnSpc>
                <a:spcPct val="75000"/>
              </a:lnSpc>
            </a:pPr>
            <a:r>
              <a:rPr lang="en-US" sz="800" b="0" i="0" dirty="0">
                <a:solidFill>
                  <a:schemeClr val="tx1"/>
                </a:solidFill>
                <a:latin typeface="Arial" panose="020B0604020202020204" pitchFamily="34" charset="0"/>
                <a:ea typeface="Arial" pitchFamily="34" charset="-122"/>
                <a:cs typeface="Arial" panose="020B0604020202020204" pitchFamily="34" charset="0"/>
              </a:rPr>
              <a:t>WD CONFIDENTIAL</a:t>
            </a:r>
            <a:endParaRPr lang="en-US" sz="800" b="0" i="0" dirty="0">
              <a:solidFill>
                <a:schemeClr val="tx1"/>
              </a:solidFill>
              <a:latin typeface="Arial" panose="020B0604020202020204" pitchFamily="34" charset="0"/>
              <a:cs typeface="Arial" panose="020B0604020202020204" pitchFamily="34" charset="0"/>
            </a:endParaRPr>
          </a:p>
        </p:txBody>
      </p:sp>
      <p:pic>
        <p:nvPicPr>
          <p:cNvPr id="7" name="Logo" descr="preencoded.png">
            <a:extLst>
              <a:ext uri="{FF2B5EF4-FFF2-40B4-BE49-F238E27FC236}">
                <a16:creationId xmlns:a16="http://schemas.microsoft.com/office/drawing/2014/main" id="{046CDC01-57AD-5990-BF86-B1C67DA204EA}"/>
              </a:ext>
            </a:extLst>
          </p:cNvPr>
          <p:cNvPicPr>
            <a:picLocks noChangeAspect="1"/>
          </p:cNvPicPr>
          <p:nvPr/>
        </p:nvPicPr>
        <p:blipFill>
          <a:blip>
            <a:extLst>
              <a:ext uri="{96DAC541-7B7A-43D3-8B79-37D633B846F1}">
                <asvg:svgBlip xmlns:asvg="http://schemas.microsoft.com/office/drawing/2016/SVG/main" r:embed="rId3"/>
              </a:ext>
            </a:extLst>
          </a:blip>
          <a:srcRect/>
          <a:stretch/>
        </p:blipFill>
        <p:spPr>
          <a:xfrm>
            <a:off x="10902950" y="419100"/>
            <a:ext cx="869950" cy="222250"/>
          </a:xfrm>
          <a:prstGeom prst="rect">
            <a:avLst/>
          </a:prstGeom>
        </p:spPr>
      </p:pic>
      <p:sp>
        <p:nvSpPr>
          <p:cNvPr id="8" name="2026 Western Digital Corporation All rights reserved">
            <a:extLst>
              <a:ext uri="{FF2B5EF4-FFF2-40B4-BE49-F238E27FC236}">
                <a16:creationId xmlns:a16="http://schemas.microsoft.com/office/drawing/2014/main" id="{21F94EE5-4DC6-AD54-3F51-84B2F756529F}"/>
              </a:ext>
            </a:extLst>
          </p:cNvPr>
          <p:cNvSpPr/>
          <p:nvPr/>
        </p:nvSpPr>
        <p:spPr>
          <a:xfrm>
            <a:off x="419100" y="6638989"/>
            <a:ext cx="2794000" cy="92589"/>
          </a:xfrm>
          <a:prstGeom prst="rect">
            <a:avLst/>
          </a:prstGeom>
          <a:noFill/>
          <a:ln/>
        </p:spPr>
        <p:txBody>
          <a:bodyPr wrap="square" lIns="0" tIns="0" rIns="0" bIns="0" rtlCol="0" anchor="t">
            <a:spAutoFit/>
          </a:bodyPr>
          <a:lstStyle/>
          <a:p>
            <a:pPr>
              <a:lnSpc>
                <a:spcPct val="75000"/>
              </a:lnSpc>
            </a:pPr>
            <a:r>
              <a:rPr lang="en-US" sz="800" b="0" i="0" dirty="0">
                <a:solidFill>
                  <a:schemeClr val="tx1"/>
                </a:solidFill>
                <a:latin typeface="Arial" panose="020B0604020202020204" pitchFamily="34" charset="0"/>
                <a:ea typeface="Arial" pitchFamily="34" charset="-122"/>
                <a:cs typeface="Arial" panose="020B0604020202020204" pitchFamily="34" charset="0"/>
              </a:rPr>
              <a:t>©  2026 Western Digital Corporation. All rights reserved.</a:t>
            </a:r>
            <a:endParaRPr lang="en-US" sz="800" b="0" i="0" dirty="0">
              <a:solidFill>
                <a:schemeClr val="tx1"/>
              </a:solidFill>
              <a:latin typeface="Arial" panose="020B0604020202020204" pitchFamily="34" charset="0"/>
              <a:cs typeface="Arial" panose="020B0604020202020204" pitchFamily="34" charset="0"/>
            </a:endParaRPr>
          </a:p>
        </p:txBody>
      </p:sp>
      <p:sp>
        <p:nvSpPr>
          <p:cNvPr id="10" name="WD Confidential">
            <a:extLst>
              <a:ext uri="{FF2B5EF4-FFF2-40B4-BE49-F238E27FC236}">
                <a16:creationId xmlns:a16="http://schemas.microsoft.com/office/drawing/2014/main" id="{5BC46434-69E9-9B2E-224F-A9E62D3D90DA}"/>
              </a:ext>
            </a:extLst>
          </p:cNvPr>
          <p:cNvSpPr/>
          <p:nvPr/>
        </p:nvSpPr>
        <p:spPr>
          <a:xfrm>
            <a:off x="8991600" y="6638990"/>
            <a:ext cx="1244600" cy="92589"/>
          </a:xfrm>
          <a:prstGeom prst="rect">
            <a:avLst/>
          </a:prstGeom>
          <a:noFill/>
          <a:ln/>
        </p:spPr>
        <p:txBody>
          <a:bodyPr wrap="square" lIns="0" tIns="0" rIns="0" bIns="0" rtlCol="0" anchor="t">
            <a:spAutoFit/>
          </a:bodyPr>
          <a:lstStyle/>
          <a:p>
            <a:pPr>
              <a:lnSpc>
                <a:spcPct val="75000"/>
              </a:lnSpc>
            </a:pPr>
            <a:r>
              <a:rPr lang="en-US" sz="800" b="0" i="0" dirty="0">
                <a:solidFill>
                  <a:schemeClr val="tx1"/>
                </a:solidFill>
                <a:latin typeface="Arial" panose="020B0604020202020204" pitchFamily="34" charset="0"/>
                <a:ea typeface="Arial" pitchFamily="34" charset="-122"/>
                <a:cs typeface="Arial" panose="020B0604020202020204" pitchFamily="34" charset="0"/>
              </a:rPr>
              <a:t>WD CONFIDENTIAL</a:t>
            </a:r>
            <a:endParaRPr lang="en-US" sz="800" b="0" i="0" dirty="0">
              <a:solidFill>
                <a:schemeClr val="tx1"/>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93647714"/>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p:cSld name="Title (Reversed) and Image (Left) White">
    <p:spTree>
      <p:nvGrpSpPr>
        <p:cNvPr id="1" name=""/>
        <p:cNvGrpSpPr/>
        <p:nvPr/>
      </p:nvGrpSpPr>
      <p:grpSpPr>
        <a:xfrm>
          <a:off x="0" y="0"/>
          <a:ext cx="0" cy="0"/>
          <a:chOff x="0" y="0"/>
          <a:chExt cx="0" cy="0"/>
        </a:xfrm>
      </p:grpSpPr>
      <p:sp>
        <p:nvSpPr>
          <p:cNvPr id="9" name="Picture Placeholder 8">
            <a:extLst>
              <a:ext uri="{FF2B5EF4-FFF2-40B4-BE49-F238E27FC236}">
                <a16:creationId xmlns:a16="http://schemas.microsoft.com/office/drawing/2014/main" id="{9E974B86-CC47-E3A9-09B8-71351345FD3F}"/>
              </a:ext>
            </a:extLst>
          </p:cNvPr>
          <p:cNvSpPr>
            <a:spLocks noGrp="1"/>
          </p:cNvSpPr>
          <p:nvPr>
            <p:ph type="pic" sz="quarter" idx="15"/>
          </p:nvPr>
        </p:nvSpPr>
        <p:spPr>
          <a:xfrm>
            <a:off x="0" y="0"/>
            <a:ext cx="5105400" cy="6858000"/>
          </a:xfrm>
          <a:prstGeom prst="rect">
            <a:avLst/>
          </a:prstGeom>
        </p:spPr>
        <p:txBody>
          <a:bodyPr rIns="0"/>
          <a:lstStyle>
            <a:lvl1pPr>
              <a:defRPr b="0" i="0">
                <a:latin typeface="Arial" panose="020B0604020202020204" pitchFamily="34" charset="0"/>
                <a:cs typeface="Arial" panose="020B0604020202020204" pitchFamily="34" charset="0"/>
              </a:defRPr>
            </a:lvl1pPr>
          </a:lstStyle>
          <a:p>
            <a:r>
              <a:rPr lang="en-US"/>
              <a:t>Click icon to add picture</a:t>
            </a:r>
            <a:endParaRPr lang="en-US" dirty="0"/>
          </a:p>
        </p:txBody>
      </p:sp>
      <p:sp>
        <p:nvSpPr>
          <p:cNvPr id="12" name="Rectangle 11">
            <a:extLst>
              <a:ext uri="{FF2B5EF4-FFF2-40B4-BE49-F238E27FC236}">
                <a16:creationId xmlns:a16="http://schemas.microsoft.com/office/drawing/2014/main" id="{AE5CBFB3-5C63-E76A-81F6-352AF6A96AC7}"/>
              </a:ext>
            </a:extLst>
          </p:cNvPr>
          <p:cNvSpPr/>
          <p:nvPr/>
        </p:nvSpPr>
        <p:spPr>
          <a:xfrm>
            <a:off x="0" y="0"/>
            <a:ext cx="5105400" cy="6858000"/>
          </a:xfrm>
          <a:prstGeom prst="rect">
            <a:avLst/>
          </a:prstGeom>
          <a:gradFill flip="none" rotWithShape="1">
            <a:gsLst>
              <a:gs pos="50000">
                <a:schemeClr val="tx1">
                  <a:alpha val="0"/>
                </a:schemeClr>
              </a:gs>
              <a:gs pos="0">
                <a:schemeClr val="tx1"/>
              </a:gs>
              <a:gs pos="99000">
                <a:schemeClr val="tx1">
                  <a:alpha val="0"/>
                </a:schemeClr>
              </a:gs>
            </a:gsLst>
            <a:lin ang="54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b="0" i="0" dirty="0">
              <a:latin typeface="Arial" panose="020B0604020202020204" pitchFamily="34" charset="0"/>
              <a:cs typeface="Arial" panose="020B0604020202020204" pitchFamily="34" charset="0"/>
            </a:endParaRPr>
          </a:p>
        </p:txBody>
      </p:sp>
      <p:pic>
        <p:nvPicPr>
          <p:cNvPr id="6" name="Logo" descr="preencoded.png">
            <a:extLst>
              <a:ext uri="{FF2B5EF4-FFF2-40B4-BE49-F238E27FC236}">
                <a16:creationId xmlns:a16="http://schemas.microsoft.com/office/drawing/2014/main" id="{6F697425-33B5-9D49-D509-9E59F4BC326C}"/>
              </a:ext>
            </a:extLst>
          </p:cNvPr>
          <p:cNvPicPr>
            <a:picLocks noChangeAspect="1"/>
          </p:cNvPicPr>
          <p:nvPr/>
        </p:nvPicPr>
        <p:blipFill>
          <a:blip>
            <a:extLst>
              <a:ext uri="{96DAC541-7B7A-43D3-8B79-37D633B846F1}">
                <asvg:svgBlip xmlns:asvg="http://schemas.microsoft.com/office/drawing/2016/SVG/main" r:embed="rId2"/>
              </a:ext>
            </a:extLst>
          </a:blip>
          <a:srcRect/>
          <a:stretch/>
        </p:blipFill>
        <p:spPr>
          <a:xfrm>
            <a:off x="10902950" y="419100"/>
            <a:ext cx="869950" cy="222250"/>
          </a:xfrm>
          <a:prstGeom prst="rect">
            <a:avLst/>
          </a:prstGeom>
        </p:spPr>
      </p:pic>
      <p:sp>
        <p:nvSpPr>
          <p:cNvPr id="3" name="Text Placeholder 14">
            <a:extLst>
              <a:ext uri="{FF2B5EF4-FFF2-40B4-BE49-F238E27FC236}">
                <a16:creationId xmlns:a16="http://schemas.microsoft.com/office/drawing/2014/main" id="{D739DB5F-A9FD-67F2-C5EA-D8FA35DDD455}"/>
              </a:ext>
            </a:extLst>
          </p:cNvPr>
          <p:cNvSpPr>
            <a:spLocks noGrp="1"/>
          </p:cNvSpPr>
          <p:nvPr>
            <p:ph type="body" sz="quarter" idx="13" hasCustomPrompt="1"/>
          </p:nvPr>
        </p:nvSpPr>
        <p:spPr>
          <a:xfrm>
            <a:off x="339725" y="333800"/>
            <a:ext cx="2860675" cy="307777"/>
          </a:xfrm>
          <a:prstGeom prst="rect">
            <a:avLst/>
          </a:prstGeom>
        </p:spPr>
        <p:txBody>
          <a:bodyPr wrap="square" lIns="82296" rIns="0">
            <a:spAutoFit/>
          </a:bodyPr>
          <a:lstStyle>
            <a:lvl1pPr>
              <a:lnSpc>
                <a:spcPct val="100000"/>
              </a:lnSpc>
              <a:buNone/>
              <a:defRPr sz="1400" b="1" i="0" spc="-30">
                <a:solidFill>
                  <a:schemeClr val="bg1"/>
                </a:solidFill>
                <a:latin typeface="Arial" panose="020B0604020202020204" pitchFamily="34" charset="0"/>
                <a:cs typeface="Arial" panose="020B0604020202020204" pitchFamily="34" charset="0"/>
              </a:defRPr>
            </a:lvl1pPr>
          </a:lstStyle>
          <a:p>
            <a:pPr lvl="0"/>
            <a:r>
              <a:rPr lang="en-US" b="1" dirty="0"/>
              <a:t>Section Header</a:t>
            </a:r>
          </a:p>
        </p:txBody>
      </p:sp>
      <p:sp>
        <p:nvSpPr>
          <p:cNvPr id="4" name="Title 2">
            <a:extLst>
              <a:ext uri="{FF2B5EF4-FFF2-40B4-BE49-F238E27FC236}">
                <a16:creationId xmlns:a16="http://schemas.microsoft.com/office/drawing/2014/main" id="{D72B7712-95DC-7639-85F6-0FB935384190}"/>
              </a:ext>
            </a:extLst>
          </p:cNvPr>
          <p:cNvSpPr>
            <a:spLocks noGrp="1"/>
          </p:cNvSpPr>
          <p:nvPr>
            <p:ph type="title" hasCustomPrompt="1"/>
          </p:nvPr>
        </p:nvSpPr>
        <p:spPr>
          <a:xfrm>
            <a:off x="339633" y="702407"/>
            <a:ext cx="4765767" cy="1215333"/>
          </a:xfrm>
          <a:prstGeom prst="rect">
            <a:avLst/>
          </a:prstGeom>
        </p:spPr>
        <p:txBody>
          <a:bodyPr wrap="square" lIns="45720" rIns="0">
            <a:spAutoFit/>
          </a:bodyPr>
          <a:lstStyle>
            <a:lvl1pPr>
              <a:lnSpc>
                <a:spcPct val="85000"/>
              </a:lnSpc>
              <a:defRPr sz="4200" b="0" i="0" spc="-130">
                <a:solidFill>
                  <a:schemeClr val="bg1"/>
                </a:solidFill>
                <a:latin typeface="Arial" panose="020B0604020202020204" pitchFamily="34" charset="0"/>
                <a:cs typeface="Arial" panose="020B0604020202020204" pitchFamily="34" charset="0"/>
              </a:defRPr>
            </a:lvl1pPr>
          </a:lstStyle>
          <a:p>
            <a:r>
              <a:rPr lang="en-US" dirty="0"/>
              <a:t>Content Slide – </a:t>
            </a:r>
            <a:br>
              <a:rPr lang="en-US" dirty="0"/>
            </a:br>
            <a:r>
              <a:rPr lang="en-US" dirty="0"/>
              <a:t>Title Reversed</a:t>
            </a:r>
          </a:p>
        </p:txBody>
      </p:sp>
      <p:sp>
        <p:nvSpPr>
          <p:cNvPr id="8" name="2026 Western Digital Corporation All rights reserved">
            <a:extLst>
              <a:ext uri="{FF2B5EF4-FFF2-40B4-BE49-F238E27FC236}">
                <a16:creationId xmlns:a16="http://schemas.microsoft.com/office/drawing/2014/main" id="{FE7513F5-F1D9-336A-FCDC-4025CC657F1A}"/>
              </a:ext>
            </a:extLst>
          </p:cNvPr>
          <p:cNvSpPr/>
          <p:nvPr/>
        </p:nvSpPr>
        <p:spPr>
          <a:xfrm>
            <a:off x="419100" y="6638989"/>
            <a:ext cx="2794000" cy="92589"/>
          </a:xfrm>
          <a:prstGeom prst="rect">
            <a:avLst/>
          </a:prstGeom>
          <a:noFill/>
          <a:ln/>
        </p:spPr>
        <p:txBody>
          <a:bodyPr wrap="square" lIns="0" tIns="0" rIns="0" bIns="0" rtlCol="0" anchor="t">
            <a:spAutoFit/>
          </a:bodyPr>
          <a:lstStyle/>
          <a:p>
            <a:pPr>
              <a:lnSpc>
                <a:spcPct val="75000"/>
              </a:lnSpc>
            </a:pPr>
            <a:r>
              <a:rPr lang="en-US" sz="800" b="0" i="0" dirty="0">
                <a:solidFill>
                  <a:schemeClr val="tx1"/>
                </a:solidFill>
                <a:latin typeface="Arial" panose="020B0604020202020204" pitchFamily="34" charset="0"/>
                <a:ea typeface="Arial" pitchFamily="34" charset="-122"/>
                <a:cs typeface="Arial" panose="020B0604020202020204" pitchFamily="34" charset="0"/>
              </a:rPr>
              <a:t>©  2026 Western Digital Corporation. All rights reserved.</a:t>
            </a:r>
            <a:endParaRPr lang="en-US" sz="800" b="0" i="0" dirty="0">
              <a:solidFill>
                <a:schemeClr val="tx1"/>
              </a:solidFill>
              <a:latin typeface="Arial" panose="020B0604020202020204" pitchFamily="34" charset="0"/>
              <a:cs typeface="Arial" panose="020B0604020202020204" pitchFamily="34" charset="0"/>
            </a:endParaRPr>
          </a:p>
        </p:txBody>
      </p:sp>
      <p:sp>
        <p:nvSpPr>
          <p:cNvPr id="10" name="Slide Number Placeholder 1">
            <a:extLst>
              <a:ext uri="{FF2B5EF4-FFF2-40B4-BE49-F238E27FC236}">
                <a16:creationId xmlns:a16="http://schemas.microsoft.com/office/drawing/2014/main" id="{5467E32F-C75B-80DF-09E8-A08F7B09E10F}"/>
              </a:ext>
            </a:extLst>
          </p:cNvPr>
          <p:cNvSpPr>
            <a:spLocks noGrp="1"/>
          </p:cNvSpPr>
          <p:nvPr>
            <p:ph type="sldNum" sz="quarter" idx="4"/>
          </p:nvPr>
        </p:nvSpPr>
        <p:spPr>
          <a:xfrm>
            <a:off x="11215668" y="6562157"/>
            <a:ext cx="658832" cy="215444"/>
          </a:xfrm>
          <a:prstGeom prst="rect">
            <a:avLst/>
          </a:prstGeom>
        </p:spPr>
        <p:txBody>
          <a:bodyPr vert="horz" lIns="91440" tIns="45720" rIns="0" bIns="45720" rtlCol="0" anchor="ctr">
            <a:spAutoFit/>
          </a:bodyPr>
          <a:lstStyle>
            <a:lvl1pPr algn="r">
              <a:defRPr sz="800" b="0" i="0">
                <a:solidFill>
                  <a:schemeClr val="tx1"/>
                </a:solidFill>
                <a:latin typeface="Arial" panose="020B0604020202020204" pitchFamily="34" charset="0"/>
                <a:cs typeface="Arial" panose="020B0604020202020204" pitchFamily="34" charset="0"/>
              </a:defRPr>
            </a:lvl1pPr>
          </a:lstStyle>
          <a:p>
            <a:fld id="{B06B19F4-CF25-446C-B362-D8BB27BE9D9B}" type="slidenum">
              <a:rPr lang="en-US" smtClean="0"/>
              <a:t>‹#›</a:t>
            </a:fld>
            <a:endParaRPr lang="en-US"/>
          </a:p>
        </p:txBody>
      </p:sp>
      <p:sp>
        <p:nvSpPr>
          <p:cNvPr id="11" name="WD Confidential">
            <a:extLst>
              <a:ext uri="{FF2B5EF4-FFF2-40B4-BE49-F238E27FC236}">
                <a16:creationId xmlns:a16="http://schemas.microsoft.com/office/drawing/2014/main" id="{D6F95B93-2502-5684-FD9E-A3D22721EA1A}"/>
              </a:ext>
            </a:extLst>
          </p:cNvPr>
          <p:cNvSpPr/>
          <p:nvPr/>
        </p:nvSpPr>
        <p:spPr>
          <a:xfrm>
            <a:off x="8991600" y="6638990"/>
            <a:ext cx="1244600" cy="92589"/>
          </a:xfrm>
          <a:prstGeom prst="rect">
            <a:avLst/>
          </a:prstGeom>
          <a:noFill/>
          <a:ln/>
        </p:spPr>
        <p:txBody>
          <a:bodyPr wrap="square" lIns="0" tIns="0" rIns="0" bIns="0" rtlCol="0" anchor="t">
            <a:spAutoFit/>
          </a:bodyPr>
          <a:lstStyle/>
          <a:p>
            <a:pPr>
              <a:lnSpc>
                <a:spcPct val="75000"/>
              </a:lnSpc>
            </a:pPr>
            <a:r>
              <a:rPr lang="en-US" sz="800" b="0" i="0" dirty="0">
                <a:solidFill>
                  <a:schemeClr val="tx1"/>
                </a:solidFill>
                <a:latin typeface="Arial" panose="020B0604020202020204" pitchFamily="34" charset="0"/>
                <a:ea typeface="Arial" pitchFamily="34" charset="-122"/>
                <a:cs typeface="Arial" panose="020B0604020202020204" pitchFamily="34" charset="0"/>
              </a:rPr>
              <a:t>WD CONFIDENTIAL</a:t>
            </a:r>
            <a:endParaRPr lang="en-US" sz="800" b="0" i="0" dirty="0">
              <a:solidFill>
                <a:schemeClr val="tx1"/>
              </a:solidFill>
              <a:latin typeface="Arial" panose="020B0604020202020204" pitchFamily="34" charset="0"/>
              <a:cs typeface="Arial" panose="020B0604020202020204" pitchFamily="34" charset="0"/>
            </a:endParaRPr>
          </a:p>
        </p:txBody>
      </p:sp>
      <p:sp>
        <p:nvSpPr>
          <p:cNvPr id="2" name="Rectangle 1">
            <a:extLst>
              <a:ext uri="{FF2B5EF4-FFF2-40B4-BE49-F238E27FC236}">
                <a16:creationId xmlns:a16="http://schemas.microsoft.com/office/drawing/2014/main" id="{FC706484-A416-5A9C-C472-D6312022A665}"/>
              </a:ext>
            </a:extLst>
          </p:cNvPr>
          <p:cNvSpPr/>
          <p:nvPr/>
        </p:nvSpPr>
        <p:spPr>
          <a:xfrm>
            <a:off x="0" y="0"/>
            <a:ext cx="5105400" cy="6858000"/>
          </a:xfrm>
          <a:prstGeom prst="rect">
            <a:avLst/>
          </a:prstGeom>
          <a:gradFill flip="none" rotWithShape="1">
            <a:gsLst>
              <a:gs pos="50000">
                <a:schemeClr val="tx1">
                  <a:alpha val="0"/>
                </a:schemeClr>
              </a:gs>
              <a:gs pos="0">
                <a:schemeClr val="tx1"/>
              </a:gs>
              <a:gs pos="99000">
                <a:schemeClr val="tx1">
                  <a:alpha val="0"/>
                </a:schemeClr>
              </a:gs>
            </a:gsLst>
            <a:lin ang="54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b="0" i="0" dirty="0">
              <a:latin typeface="Arial" panose="020B0604020202020204" pitchFamily="34" charset="0"/>
              <a:cs typeface="Arial" panose="020B0604020202020204" pitchFamily="34" charset="0"/>
            </a:endParaRPr>
          </a:p>
        </p:txBody>
      </p:sp>
      <p:pic>
        <p:nvPicPr>
          <p:cNvPr id="5" name="Logo" descr="preencoded.png">
            <a:extLst>
              <a:ext uri="{FF2B5EF4-FFF2-40B4-BE49-F238E27FC236}">
                <a16:creationId xmlns:a16="http://schemas.microsoft.com/office/drawing/2014/main" id="{555A276F-F759-FB6A-04DA-F4D16DBB6FA8}"/>
              </a:ext>
            </a:extLst>
          </p:cNvPr>
          <p:cNvPicPr>
            <a:picLocks noChangeAspect="1"/>
          </p:cNvPicPr>
          <p:nvPr/>
        </p:nvPicPr>
        <p:blipFill>
          <a:blip>
            <a:extLst>
              <a:ext uri="{96DAC541-7B7A-43D3-8B79-37D633B846F1}">
                <asvg:svgBlip xmlns:asvg="http://schemas.microsoft.com/office/drawing/2016/SVG/main" r:embed="rId2"/>
              </a:ext>
            </a:extLst>
          </a:blip>
          <a:srcRect/>
          <a:stretch/>
        </p:blipFill>
        <p:spPr>
          <a:xfrm>
            <a:off x="10902950" y="419100"/>
            <a:ext cx="869950" cy="222250"/>
          </a:xfrm>
          <a:prstGeom prst="rect">
            <a:avLst/>
          </a:prstGeom>
        </p:spPr>
      </p:pic>
      <p:sp>
        <p:nvSpPr>
          <p:cNvPr id="7" name="2026 Western Digital Corporation All rights reserved">
            <a:extLst>
              <a:ext uri="{FF2B5EF4-FFF2-40B4-BE49-F238E27FC236}">
                <a16:creationId xmlns:a16="http://schemas.microsoft.com/office/drawing/2014/main" id="{9AF21BF5-7529-4276-2DDB-82AF2B03FE73}"/>
              </a:ext>
            </a:extLst>
          </p:cNvPr>
          <p:cNvSpPr/>
          <p:nvPr/>
        </p:nvSpPr>
        <p:spPr>
          <a:xfrm>
            <a:off x="419100" y="6638989"/>
            <a:ext cx="2794000" cy="92589"/>
          </a:xfrm>
          <a:prstGeom prst="rect">
            <a:avLst/>
          </a:prstGeom>
          <a:noFill/>
          <a:ln/>
        </p:spPr>
        <p:txBody>
          <a:bodyPr wrap="square" lIns="0" tIns="0" rIns="0" bIns="0" rtlCol="0" anchor="t">
            <a:spAutoFit/>
          </a:bodyPr>
          <a:lstStyle/>
          <a:p>
            <a:pPr>
              <a:lnSpc>
                <a:spcPct val="75000"/>
              </a:lnSpc>
            </a:pPr>
            <a:r>
              <a:rPr lang="en-US" sz="800" b="0" i="0" dirty="0">
                <a:solidFill>
                  <a:schemeClr val="tx1"/>
                </a:solidFill>
                <a:latin typeface="Arial" panose="020B0604020202020204" pitchFamily="34" charset="0"/>
                <a:ea typeface="Arial" pitchFamily="34" charset="-122"/>
                <a:cs typeface="Arial" panose="020B0604020202020204" pitchFamily="34" charset="0"/>
              </a:rPr>
              <a:t>©  2026 Western Digital Corporation. All rights reserved.</a:t>
            </a:r>
            <a:endParaRPr lang="en-US" sz="800" b="0" i="0" dirty="0">
              <a:solidFill>
                <a:schemeClr val="tx1"/>
              </a:solidFill>
              <a:latin typeface="Arial" panose="020B0604020202020204" pitchFamily="34" charset="0"/>
              <a:cs typeface="Arial" panose="020B0604020202020204" pitchFamily="34" charset="0"/>
            </a:endParaRPr>
          </a:p>
        </p:txBody>
      </p:sp>
      <p:sp>
        <p:nvSpPr>
          <p:cNvPr id="13" name="WD Confidential">
            <a:extLst>
              <a:ext uri="{FF2B5EF4-FFF2-40B4-BE49-F238E27FC236}">
                <a16:creationId xmlns:a16="http://schemas.microsoft.com/office/drawing/2014/main" id="{7505C072-7B52-8059-881B-C89763D8F5B1}"/>
              </a:ext>
            </a:extLst>
          </p:cNvPr>
          <p:cNvSpPr/>
          <p:nvPr/>
        </p:nvSpPr>
        <p:spPr>
          <a:xfrm>
            <a:off x="8991600" y="6638990"/>
            <a:ext cx="1244600" cy="92589"/>
          </a:xfrm>
          <a:prstGeom prst="rect">
            <a:avLst/>
          </a:prstGeom>
          <a:noFill/>
          <a:ln/>
        </p:spPr>
        <p:txBody>
          <a:bodyPr wrap="square" lIns="0" tIns="0" rIns="0" bIns="0" rtlCol="0" anchor="t">
            <a:spAutoFit/>
          </a:bodyPr>
          <a:lstStyle/>
          <a:p>
            <a:pPr>
              <a:lnSpc>
                <a:spcPct val="75000"/>
              </a:lnSpc>
            </a:pPr>
            <a:r>
              <a:rPr lang="en-US" sz="800" b="0" i="0" dirty="0">
                <a:solidFill>
                  <a:schemeClr val="tx1"/>
                </a:solidFill>
                <a:latin typeface="Arial" panose="020B0604020202020204" pitchFamily="34" charset="0"/>
                <a:ea typeface="Arial" pitchFamily="34" charset="-122"/>
                <a:cs typeface="Arial" panose="020B0604020202020204" pitchFamily="34" charset="0"/>
              </a:rPr>
              <a:t>WD CONFIDENTIAL</a:t>
            </a:r>
            <a:endParaRPr lang="en-US" sz="800" b="0" i="0" dirty="0">
              <a:solidFill>
                <a:schemeClr val="tx1"/>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76353912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p:cSld name="Title (Reversed) and Image (Left) Vault Navy">
    <p:bg>
      <p:bgRef idx="1001">
        <a:schemeClr val="bg2"/>
      </p:bgRef>
    </p:bg>
    <p:spTree>
      <p:nvGrpSpPr>
        <p:cNvPr id="1" name=""/>
        <p:cNvGrpSpPr/>
        <p:nvPr/>
      </p:nvGrpSpPr>
      <p:grpSpPr>
        <a:xfrm>
          <a:off x="0" y="0"/>
          <a:ext cx="0" cy="0"/>
          <a:chOff x="0" y="0"/>
          <a:chExt cx="0" cy="0"/>
        </a:xfrm>
      </p:grpSpPr>
      <p:sp>
        <p:nvSpPr>
          <p:cNvPr id="9" name="Picture Placeholder 8">
            <a:extLst>
              <a:ext uri="{FF2B5EF4-FFF2-40B4-BE49-F238E27FC236}">
                <a16:creationId xmlns:a16="http://schemas.microsoft.com/office/drawing/2014/main" id="{9E974B86-CC47-E3A9-09B8-71351345FD3F}"/>
              </a:ext>
            </a:extLst>
          </p:cNvPr>
          <p:cNvSpPr>
            <a:spLocks noGrp="1"/>
          </p:cNvSpPr>
          <p:nvPr>
            <p:ph type="pic" sz="quarter" idx="15"/>
          </p:nvPr>
        </p:nvSpPr>
        <p:spPr>
          <a:xfrm>
            <a:off x="0" y="0"/>
            <a:ext cx="5105400" cy="6858000"/>
          </a:xfrm>
          <a:prstGeom prst="rect">
            <a:avLst/>
          </a:prstGeom>
        </p:spPr>
        <p:txBody>
          <a:bodyPr rIns="0"/>
          <a:lstStyle>
            <a:lvl1pPr>
              <a:defRPr b="0" i="0">
                <a:solidFill>
                  <a:schemeClr val="tx1"/>
                </a:solidFill>
                <a:latin typeface="Arial" panose="020B0604020202020204" pitchFamily="34" charset="0"/>
                <a:cs typeface="Arial" panose="020B0604020202020204" pitchFamily="34" charset="0"/>
              </a:defRPr>
            </a:lvl1pPr>
          </a:lstStyle>
          <a:p>
            <a:r>
              <a:rPr lang="en-US"/>
              <a:t>Click icon to add picture</a:t>
            </a:r>
            <a:endParaRPr lang="en-US" dirty="0"/>
          </a:p>
        </p:txBody>
      </p:sp>
      <p:sp>
        <p:nvSpPr>
          <p:cNvPr id="12" name="Rectangle 11">
            <a:extLst>
              <a:ext uri="{FF2B5EF4-FFF2-40B4-BE49-F238E27FC236}">
                <a16:creationId xmlns:a16="http://schemas.microsoft.com/office/drawing/2014/main" id="{AE5CBFB3-5C63-E76A-81F6-352AF6A96AC7}"/>
              </a:ext>
            </a:extLst>
          </p:cNvPr>
          <p:cNvSpPr/>
          <p:nvPr/>
        </p:nvSpPr>
        <p:spPr>
          <a:xfrm>
            <a:off x="0" y="0"/>
            <a:ext cx="5105400" cy="6858000"/>
          </a:xfrm>
          <a:prstGeom prst="rect">
            <a:avLst/>
          </a:prstGeom>
          <a:gradFill flip="none" rotWithShape="1">
            <a:gsLst>
              <a:gs pos="50000">
                <a:schemeClr val="tx1">
                  <a:alpha val="0"/>
                </a:schemeClr>
              </a:gs>
              <a:gs pos="0">
                <a:schemeClr val="bg1"/>
              </a:gs>
              <a:gs pos="99000">
                <a:schemeClr val="tx1">
                  <a:alpha val="0"/>
                </a:schemeClr>
              </a:gs>
            </a:gsLst>
            <a:lin ang="54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b="0" i="0" dirty="0">
              <a:solidFill>
                <a:schemeClr val="tx1"/>
              </a:solidFill>
              <a:latin typeface="Arial" panose="020B0604020202020204" pitchFamily="34" charset="0"/>
              <a:cs typeface="Arial" panose="020B0604020202020204" pitchFamily="34" charset="0"/>
            </a:endParaRPr>
          </a:p>
        </p:txBody>
      </p:sp>
      <p:pic>
        <p:nvPicPr>
          <p:cNvPr id="6" name="Logo" descr="preencoded.png">
            <a:extLst>
              <a:ext uri="{FF2B5EF4-FFF2-40B4-BE49-F238E27FC236}">
                <a16:creationId xmlns:a16="http://schemas.microsoft.com/office/drawing/2014/main" id="{6F697425-33B5-9D49-D509-9E59F4BC326C}"/>
              </a:ext>
            </a:extLst>
          </p:cNvPr>
          <p:cNvPicPr>
            <a:picLocks noChangeAspect="1"/>
          </p:cNvPicPr>
          <p:nvPr/>
        </p:nvPicPr>
        <p:blipFill>
          <a:blip>
            <a:extLst>
              <a:ext uri="{96DAC541-7B7A-43D3-8B79-37D633B846F1}">
                <asvg:svgBlip xmlns:asvg="http://schemas.microsoft.com/office/drawing/2016/SVG/main" r:embed="rId2"/>
              </a:ext>
            </a:extLst>
          </a:blip>
          <a:srcRect/>
          <a:stretch/>
        </p:blipFill>
        <p:spPr>
          <a:xfrm>
            <a:off x="10902950" y="419100"/>
            <a:ext cx="869950" cy="222250"/>
          </a:xfrm>
          <a:prstGeom prst="rect">
            <a:avLst/>
          </a:prstGeom>
        </p:spPr>
      </p:pic>
      <p:sp>
        <p:nvSpPr>
          <p:cNvPr id="3" name="Text Placeholder 14">
            <a:extLst>
              <a:ext uri="{FF2B5EF4-FFF2-40B4-BE49-F238E27FC236}">
                <a16:creationId xmlns:a16="http://schemas.microsoft.com/office/drawing/2014/main" id="{D739DB5F-A9FD-67F2-C5EA-D8FA35DDD455}"/>
              </a:ext>
            </a:extLst>
          </p:cNvPr>
          <p:cNvSpPr>
            <a:spLocks noGrp="1"/>
          </p:cNvSpPr>
          <p:nvPr>
            <p:ph type="body" sz="quarter" idx="13" hasCustomPrompt="1"/>
          </p:nvPr>
        </p:nvSpPr>
        <p:spPr>
          <a:xfrm>
            <a:off x="339725" y="333800"/>
            <a:ext cx="2860675" cy="307777"/>
          </a:xfrm>
          <a:prstGeom prst="rect">
            <a:avLst/>
          </a:prstGeom>
        </p:spPr>
        <p:txBody>
          <a:bodyPr wrap="square" lIns="82296" rIns="0">
            <a:spAutoFit/>
          </a:bodyPr>
          <a:lstStyle>
            <a:lvl1pPr>
              <a:lnSpc>
                <a:spcPct val="100000"/>
              </a:lnSpc>
              <a:buNone/>
              <a:defRPr sz="1400" b="1" i="0" spc="-30">
                <a:solidFill>
                  <a:schemeClr val="tx1"/>
                </a:solidFill>
                <a:latin typeface="Arial" panose="020B0604020202020204" pitchFamily="34" charset="0"/>
                <a:cs typeface="Arial" panose="020B0604020202020204" pitchFamily="34" charset="0"/>
              </a:defRPr>
            </a:lvl1pPr>
          </a:lstStyle>
          <a:p>
            <a:pPr lvl="0"/>
            <a:r>
              <a:rPr lang="en-US" b="1" dirty="0"/>
              <a:t>Section Header</a:t>
            </a:r>
          </a:p>
        </p:txBody>
      </p:sp>
      <p:sp>
        <p:nvSpPr>
          <p:cNvPr id="4" name="Title 2">
            <a:extLst>
              <a:ext uri="{FF2B5EF4-FFF2-40B4-BE49-F238E27FC236}">
                <a16:creationId xmlns:a16="http://schemas.microsoft.com/office/drawing/2014/main" id="{D72B7712-95DC-7639-85F6-0FB935384190}"/>
              </a:ext>
            </a:extLst>
          </p:cNvPr>
          <p:cNvSpPr>
            <a:spLocks noGrp="1"/>
          </p:cNvSpPr>
          <p:nvPr>
            <p:ph type="title" hasCustomPrompt="1"/>
          </p:nvPr>
        </p:nvSpPr>
        <p:spPr>
          <a:xfrm>
            <a:off x="339633" y="702407"/>
            <a:ext cx="4765767" cy="1215333"/>
          </a:xfrm>
          <a:prstGeom prst="rect">
            <a:avLst/>
          </a:prstGeom>
        </p:spPr>
        <p:txBody>
          <a:bodyPr wrap="square" lIns="45720" rIns="0">
            <a:spAutoFit/>
          </a:bodyPr>
          <a:lstStyle>
            <a:lvl1pPr>
              <a:lnSpc>
                <a:spcPct val="85000"/>
              </a:lnSpc>
              <a:defRPr sz="4200" b="0" i="0" spc="-130">
                <a:solidFill>
                  <a:schemeClr val="tx1"/>
                </a:solidFill>
                <a:latin typeface="Arial" panose="020B0604020202020204" pitchFamily="34" charset="0"/>
                <a:cs typeface="Arial" panose="020B0604020202020204" pitchFamily="34" charset="0"/>
              </a:defRPr>
            </a:lvl1pPr>
          </a:lstStyle>
          <a:p>
            <a:r>
              <a:rPr lang="en-US" dirty="0"/>
              <a:t>Content Slide – </a:t>
            </a:r>
            <a:br>
              <a:rPr lang="en-US" dirty="0"/>
            </a:br>
            <a:r>
              <a:rPr lang="en-US" dirty="0"/>
              <a:t>Title Reversed</a:t>
            </a:r>
          </a:p>
        </p:txBody>
      </p:sp>
      <p:sp>
        <p:nvSpPr>
          <p:cNvPr id="8" name="2026 Western Digital Corporation All rights reserved">
            <a:extLst>
              <a:ext uri="{FF2B5EF4-FFF2-40B4-BE49-F238E27FC236}">
                <a16:creationId xmlns:a16="http://schemas.microsoft.com/office/drawing/2014/main" id="{D4CE2AA7-6F6A-715E-2844-FD817473448C}"/>
              </a:ext>
            </a:extLst>
          </p:cNvPr>
          <p:cNvSpPr/>
          <p:nvPr/>
        </p:nvSpPr>
        <p:spPr>
          <a:xfrm>
            <a:off x="419100" y="6638989"/>
            <a:ext cx="2794000" cy="92589"/>
          </a:xfrm>
          <a:prstGeom prst="rect">
            <a:avLst/>
          </a:prstGeom>
          <a:noFill/>
          <a:ln/>
        </p:spPr>
        <p:txBody>
          <a:bodyPr wrap="square" lIns="0" tIns="0" rIns="0" bIns="0" rtlCol="0" anchor="t">
            <a:spAutoFit/>
          </a:bodyPr>
          <a:lstStyle/>
          <a:p>
            <a:pPr>
              <a:lnSpc>
                <a:spcPct val="75000"/>
              </a:lnSpc>
            </a:pPr>
            <a:r>
              <a:rPr lang="en-US" sz="800" b="0" i="0" dirty="0">
                <a:solidFill>
                  <a:schemeClr val="tx1"/>
                </a:solidFill>
                <a:latin typeface="Arial" panose="020B0604020202020204" pitchFamily="34" charset="0"/>
                <a:ea typeface="Arial" pitchFamily="34" charset="-122"/>
                <a:cs typeface="Arial" panose="020B0604020202020204" pitchFamily="34" charset="0"/>
              </a:rPr>
              <a:t>©  2026 Western Digital Corporation. All rights reserved.</a:t>
            </a:r>
            <a:endParaRPr lang="en-US" sz="800" b="0" i="0" dirty="0">
              <a:solidFill>
                <a:schemeClr val="tx1"/>
              </a:solidFill>
              <a:latin typeface="Arial" panose="020B0604020202020204" pitchFamily="34" charset="0"/>
              <a:cs typeface="Arial" panose="020B0604020202020204" pitchFamily="34" charset="0"/>
            </a:endParaRPr>
          </a:p>
        </p:txBody>
      </p:sp>
      <p:sp>
        <p:nvSpPr>
          <p:cNvPr id="10" name="Slide Number Placeholder 1">
            <a:extLst>
              <a:ext uri="{FF2B5EF4-FFF2-40B4-BE49-F238E27FC236}">
                <a16:creationId xmlns:a16="http://schemas.microsoft.com/office/drawing/2014/main" id="{4E925586-E1A3-2711-4260-20ACB17F52F8}"/>
              </a:ext>
            </a:extLst>
          </p:cNvPr>
          <p:cNvSpPr>
            <a:spLocks noGrp="1"/>
          </p:cNvSpPr>
          <p:nvPr>
            <p:ph type="sldNum" sz="quarter" idx="4"/>
          </p:nvPr>
        </p:nvSpPr>
        <p:spPr>
          <a:xfrm>
            <a:off x="11215668" y="6562157"/>
            <a:ext cx="658832" cy="215444"/>
          </a:xfrm>
          <a:prstGeom prst="rect">
            <a:avLst/>
          </a:prstGeom>
        </p:spPr>
        <p:txBody>
          <a:bodyPr vert="horz" lIns="91440" tIns="45720" rIns="0" bIns="45720" rtlCol="0" anchor="ctr">
            <a:spAutoFit/>
          </a:bodyPr>
          <a:lstStyle>
            <a:lvl1pPr algn="r">
              <a:defRPr sz="800" b="0" i="0">
                <a:solidFill>
                  <a:schemeClr val="tx1"/>
                </a:solidFill>
                <a:latin typeface="Arial" panose="020B0604020202020204" pitchFamily="34" charset="0"/>
                <a:cs typeface="Arial" panose="020B0604020202020204" pitchFamily="34" charset="0"/>
              </a:defRPr>
            </a:lvl1pPr>
          </a:lstStyle>
          <a:p>
            <a:fld id="{B06B19F4-CF25-446C-B362-D8BB27BE9D9B}" type="slidenum">
              <a:rPr lang="en-US" smtClean="0"/>
              <a:t>‹#›</a:t>
            </a:fld>
            <a:endParaRPr lang="en-US"/>
          </a:p>
        </p:txBody>
      </p:sp>
      <p:sp>
        <p:nvSpPr>
          <p:cNvPr id="11" name="WD Confidential">
            <a:extLst>
              <a:ext uri="{FF2B5EF4-FFF2-40B4-BE49-F238E27FC236}">
                <a16:creationId xmlns:a16="http://schemas.microsoft.com/office/drawing/2014/main" id="{F1726C1D-A19D-40D2-D37D-1F82A06C2F31}"/>
              </a:ext>
            </a:extLst>
          </p:cNvPr>
          <p:cNvSpPr/>
          <p:nvPr/>
        </p:nvSpPr>
        <p:spPr>
          <a:xfrm>
            <a:off x="8991600" y="6638990"/>
            <a:ext cx="1244600" cy="92589"/>
          </a:xfrm>
          <a:prstGeom prst="rect">
            <a:avLst/>
          </a:prstGeom>
          <a:noFill/>
          <a:ln/>
        </p:spPr>
        <p:txBody>
          <a:bodyPr wrap="square" lIns="0" tIns="0" rIns="0" bIns="0" rtlCol="0" anchor="t">
            <a:spAutoFit/>
          </a:bodyPr>
          <a:lstStyle/>
          <a:p>
            <a:pPr>
              <a:lnSpc>
                <a:spcPct val="75000"/>
              </a:lnSpc>
            </a:pPr>
            <a:r>
              <a:rPr lang="en-US" sz="800" b="0" i="0" dirty="0">
                <a:solidFill>
                  <a:schemeClr val="tx1"/>
                </a:solidFill>
                <a:latin typeface="Arial" panose="020B0604020202020204" pitchFamily="34" charset="0"/>
                <a:ea typeface="Arial" pitchFamily="34" charset="-122"/>
                <a:cs typeface="Arial" panose="020B0604020202020204" pitchFamily="34" charset="0"/>
              </a:rPr>
              <a:t>WD CONFIDENTIAL</a:t>
            </a:r>
            <a:endParaRPr lang="en-US" sz="800" b="0" i="0" dirty="0">
              <a:solidFill>
                <a:schemeClr val="tx1"/>
              </a:solidFill>
              <a:latin typeface="Arial" panose="020B0604020202020204" pitchFamily="34" charset="0"/>
              <a:cs typeface="Arial" panose="020B0604020202020204" pitchFamily="34" charset="0"/>
            </a:endParaRPr>
          </a:p>
        </p:txBody>
      </p:sp>
      <p:sp>
        <p:nvSpPr>
          <p:cNvPr id="2" name="Rectangle 1">
            <a:extLst>
              <a:ext uri="{FF2B5EF4-FFF2-40B4-BE49-F238E27FC236}">
                <a16:creationId xmlns:a16="http://schemas.microsoft.com/office/drawing/2014/main" id="{AEB1B7FB-4D8B-4E38-6436-CC6A16C22EA7}"/>
              </a:ext>
            </a:extLst>
          </p:cNvPr>
          <p:cNvSpPr/>
          <p:nvPr/>
        </p:nvSpPr>
        <p:spPr>
          <a:xfrm>
            <a:off x="0" y="0"/>
            <a:ext cx="5105400" cy="6858000"/>
          </a:xfrm>
          <a:prstGeom prst="rect">
            <a:avLst/>
          </a:prstGeom>
          <a:gradFill flip="none" rotWithShape="1">
            <a:gsLst>
              <a:gs pos="50000">
                <a:schemeClr val="tx1">
                  <a:alpha val="0"/>
                </a:schemeClr>
              </a:gs>
              <a:gs pos="0">
                <a:schemeClr val="bg1"/>
              </a:gs>
              <a:gs pos="99000">
                <a:schemeClr val="tx1">
                  <a:alpha val="0"/>
                </a:schemeClr>
              </a:gs>
            </a:gsLst>
            <a:lin ang="54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b="0" i="0" dirty="0">
              <a:solidFill>
                <a:schemeClr val="tx1"/>
              </a:solidFill>
              <a:latin typeface="Arial" panose="020B0604020202020204" pitchFamily="34" charset="0"/>
              <a:cs typeface="Arial" panose="020B0604020202020204" pitchFamily="34" charset="0"/>
            </a:endParaRPr>
          </a:p>
        </p:txBody>
      </p:sp>
      <p:pic>
        <p:nvPicPr>
          <p:cNvPr id="5" name="Logo" descr="preencoded.png">
            <a:extLst>
              <a:ext uri="{FF2B5EF4-FFF2-40B4-BE49-F238E27FC236}">
                <a16:creationId xmlns:a16="http://schemas.microsoft.com/office/drawing/2014/main" id="{309E1E26-DD20-9126-5608-4FFA1EEC1F1B}"/>
              </a:ext>
            </a:extLst>
          </p:cNvPr>
          <p:cNvPicPr>
            <a:picLocks noChangeAspect="1"/>
          </p:cNvPicPr>
          <p:nvPr/>
        </p:nvPicPr>
        <p:blipFill>
          <a:blip>
            <a:extLst>
              <a:ext uri="{96DAC541-7B7A-43D3-8B79-37D633B846F1}">
                <asvg:svgBlip xmlns:asvg="http://schemas.microsoft.com/office/drawing/2016/SVG/main" r:embed="rId3"/>
              </a:ext>
            </a:extLst>
          </a:blip>
          <a:srcRect/>
          <a:stretch/>
        </p:blipFill>
        <p:spPr>
          <a:xfrm>
            <a:off x="10902950" y="419100"/>
            <a:ext cx="869950" cy="222250"/>
          </a:xfrm>
          <a:prstGeom prst="rect">
            <a:avLst/>
          </a:prstGeom>
        </p:spPr>
      </p:pic>
      <p:sp>
        <p:nvSpPr>
          <p:cNvPr id="7" name="2026 Western Digital Corporation All rights reserved">
            <a:extLst>
              <a:ext uri="{FF2B5EF4-FFF2-40B4-BE49-F238E27FC236}">
                <a16:creationId xmlns:a16="http://schemas.microsoft.com/office/drawing/2014/main" id="{BF6F5ED3-3984-89F9-F325-CE4CA2867F1C}"/>
              </a:ext>
            </a:extLst>
          </p:cNvPr>
          <p:cNvSpPr/>
          <p:nvPr/>
        </p:nvSpPr>
        <p:spPr>
          <a:xfrm>
            <a:off x="419100" y="6638989"/>
            <a:ext cx="2794000" cy="92589"/>
          </a:xfrm>
          <a:prstGeom prst="rect">
            <a:avLst/>
          </a:prstGeom>
          <a:noFill/>
          <a:ln/>
        </p:spPr>
        <p:txBody>
          <a:bodyPr wrap="square" lIns="0" tIns="0" rIns="0" bIns="0" rtlCol="0" anchor="t">
            <a:spAutoFit/>
          </a:bodyPr>
          <a:lstStyle/>
          <a:p>
            <a:pPr>
              <a:lnSpc>
                <a:spcPct val="75000"/>
              </a:lnSpc>
            </a:pPr>
            <a:r>
              <a:rPr lang="en-US" sz="800" b="0" i="0" dirty="0">
                <a:solidFill>
                  <a:schemeClr val="tx1"/>
                </a:solidFill>
                <a:latin typeface="Arial" panose="020B0604020202020204" pitchFamily="34" charset="0"/>
                <a:ea typeface="Arial" pitchFamily="34" charset="-122"/>
                <a:cs typeface="Arial" panose="020B0604020202020204" pitchFamily="34" charset="0"/>
              </a:rPr>
              <a:t>©  2026 Western Digital Corporation. All rights reserved.</a:t>
            </a:r>
            <a:endParaRPr lang="en-US" sz="800" b="0" i="0" dirty="0">
              <a:solidFill>
                <a:schemeClr val="tx1"/>
              </a:solidFill>
              <a:latin typeface="Arial" panose="020B0604020202020204" pitchFamily="34" charset="0"/>
              <a:cs typeface="Arial" panose="020B0604020202020204" pitchFamily="34" charset="0"/>
            </a:endParaRPr>
          </a:p>
        </p:txBody>
      </p:sp>
      <p:sp>
        <p:nvSpPr>
          <p:cNvPr id="13" name="WD Confidential">
            <a:extLst>
              <a:ext uri="{FF2B5EF4-FFF2-40B4-BE49-F238E27FC236}">
                <a16:creationId xmlns:a16="http://schemas.microsoft.com/office/drawing/2014/main" id="{CF57352B-3910-B79A-FFD5-4614EAF3E558}"/>
              </a:ext>
            </a:extLst>
          </p:cNvPr>
          <p:cNvSpPr/>
          <p:nvPr/>
        </p:nvSpPr>
        <p:spPr>
          <a:xfrm>
            <a:off x="8991600" y="6638990"/>
            <a:ext cx="1244600" cy="92589"/>
          </a:xfrm>
          <a:prstGeom prst="rect">
            <a:avLst/>
          </a:prstGeom>
          <a:noFill/>
          <a:ln/>
        </p:spPr>
        <p:txBody>
          <a:bodyPr wrap="square" lIns="0" tIns="0" rIns="0" bIns="0" rtlCol="0" anchor="t">
            <a:spAutoFit/>
          </a:bodyPr>
          <a:lstStyle/>
          <a:p>
            <a:pPr>
              <a:lnSpc>
                <a:spcPct val="75000"/>
              </a:lnSpc>
            </a:pPr>
            <a:r>
              <a:rPr lang="en-US" sz="800" b="0" i="0" dirty="0">
                <a:solidFill>
                  <a:schemeClr val="tx1"/>
                </a:solidFill>
                <a:latin typeface="Arial" panose="020B0604020202020204" pitchFamily="34" charset="0"/>
                <a:ea typeface="Arial" pitchFamily="34" charset="-122"/>
                <a:cs typeface="Arial" panose="020B0604020202020204" pitchFamily="34" charset="0"/>
              </a:rPr>
              <a:t>WD CONFIDENTIAL</a:t>
            </a:r>
            <a:endParaRPr lang="en-US" sz="800" b="0" i="0" dirty="0">
              <a:solidFill>
                <a:schemeClr val="tx1"/>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554276974"/>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p:cSld name="Title and 4-Image Grid White">
    <p:bg>
      <p:bgPr>
        <a:solidFill>
          <a:schemeClr val="bg1"/>
        </a:solidFill>
        <a:effectLst/>
      </p:bgPr>
    </p:bg>
    <p:spTree>
      <p:nvGrpSpPr>
        <p:cNvPr id="1" name=""/>
        <p:cNvGrpSpPr/>
        <p:nvPr/>
      </p:nvGrpSpPr>
      <p:grpSpPr>
        <a:xfrm>
          <a:off x="0" y="0"/>
          <a:ext cx="0" cy="0"/>
          <a:chOff x="0" y="0"/>
          <a:chExt cx="0" cy="0"/>
        </a:xfrm>
      </p:grpSpPr>
      <p:sp>
        <p:nvSpPr>
          <p:cNvPr id="11" name="Picture Placeholder 4">
            <a:extLst>
              <a:ext uri="{FF2B5EF4-FFF2-40B4-BE49-F238E27FC236}">
                <a16:creationId xmlns:a16="http://schemas.microsoft.com/office/drawing/2014/main" id="{83F5FE23-B62A-7209-F6C5-B67C514CECDA}"/>
              </a:ext>
            </a:extLst>
          </p:cNvPr>
          <p:cNvSpPr>
            <a:spLocks noGrp="1"/>
          </p:cNvSpPr>
          <p:nvPr>
            <p:ph type="pic" sz="quarter" idx="17"/>
          </p:nvPr>
        </p:nvSpPr>
        <p:spPr>
          <a:xfrm>
            <a:off x="8039100" y="4565652"/>
            <a:ext cx="2074302" cy="2299272"/>
          </a:xfrm>
          <a:prstGeom prst="rect">
            <a:avLst/>
          </a:prstGeom>
        </p:spPr>
        <p:txBody>
          <a:bodyPr rIns="0"/>
          <a:lstStyle>
            <a:lvl1pPr>
              <a:defRPr b="0" i="0">
                <a:latin typeface="Arial" panose="020B0604020202020204" pitchFamily="34" charset="0"/>
                <a:cs typeface="Arial" panose="020B0604020202020204" pitchFamily="34" charset="0"/>
              </a:defRPr>
            </a:lvl1pPr>
          </a:lstStyle>
          <a:p>
            <a:r>
              <a:rPr lang="en-US"/>
              <a:t>Click icon to add picture</a:t>
            </a:r>
            <a:endParaRPr lang="en-US" dirty="0"/>
          </a:p>
        </p:txBody>
      </p:sp>
      <p:sp>
        <p:nvSpPr>
          <p:cNvPr id="12" name="Picture Placeholder 4">
            <a:extLst>
              <a:ext uri="{FF2B5EF4-FFF2-40B4-BE49-F238E27FC236}">
                <a16:creationId xmlns:a16="http://schemas.microsoft.com/office/drawing/2014/main" id="{C6F941C6-2081-0AB0-9116-86BCA188C57B}"/>
              </a:ext>
            </a:extLst>
          </p:cNvPr>
          <p:cNvSpPr>
            <a:spLocks noGrp="1"/>
          </p:cNvSpPr>
          <p:nvPr>
            <p:ph type="pic" sz="quarter" idx="18"/>
          </p:nvPr>
        </p:nvSpPr>
        <p:spPr>
          <a:xfrm>
            <a:off x="10113402" y="4565652"/>
            <a:ext cx="2078598" cy="2299272"/>
          </a:xfrm>
          <a:prstGeom prst="rect">
            <a:avLst/>
          </a:prstGeom>
        </p:spPr>
        <p:txBody>
          <a:bodyPr rIns="0"/>
          <a:lstStyle>
            <a:lvl1pPr>
              <a:defRPr b="0" i="0">
                <a:latin typeface="Arial" panose="020B0604020202020204" pitchFamily="34" charset="0"/>
                <a:cs typeface="Arial" panose="020B0604020202020204" pitchFamily="34" charset="0"/>
              </a:defRPr>
            </a:lvl1pPr>
          </a:lstStyle>
          <a:p>
            <a:r>
              <a:rPr lang="en-US"/>
              <a:t>Click icon to add picture</a:t>
            </a:r>
            <a:endParaRPr lang="en-US" dirty="0"/>
          </a:p>
        </p:txBody>
      </p:sp>
      <p:sp>
        <p:nvSpPr>
          <p:cNvPr id="5" name="Picture Placeholder 4">
            <a:extLst>
              <a:ext uri="{FF2B5EF4-FFF2-40B4-BE49-F238E27FC236}">
                <a16:creationId xmlns:a16="http://schemas.microsoft.com/office/drawing/2014/main" id="{64FA33BF-F5F6-FB1D-EAC2-F5D76DAC5187}"/>
              </a:ext>
            </a:extLst>
          </p:cNvPr>
          <p:cNvSpPr>
            <a:spLocks noGrp="1"/>
          </p:cNvSpPr>
          <p:nvPr>
            <p:ph type="pic" sz="quarter" idx="15"/>
          </p:nvPr>
        </p:nvSpPr>
        <p:spPr>
          <a:xfrm>
            <a:off x="8039100" y="2292350"/>
            <a:ext cx="2074302" cy="2279650"/>
          </a:xfrm>
          <a:prstGeom prst="rect">
            <a:avLst/>
          </a:prstGeom>
        </p:spPr>
        <p:txBody>
          <a:bodyPr rIns="0"/>
          <a:lstStyle>
            <a:lvl1pPr>
              <a:defRPr b="0" i="0">
                <a:latin typeface="Arial" panose="020B0604020202020204" pitchFamily="34" charset="0"/>
                <a:cs typeface="Arial" panose="020B0604020202020204" pitchFamily="34" charset="0"/>
              </a:defRPr>
            </a:lvl1pPr>
          </a:lstStyle>
          <a:p>
            <a:r>
              <a:rPr lang="en-US"/>
              <a:t>Click icon to add picture</a:t>
            </a:r>
            <a:endParaRPr lang="en-US" dirty="0"/>
          </a:p>
        </p:txBody>
      </p:sp>
      <p:sp>
        <p:nvSpPr>
          <p:cNvPr id="10" name="Picture Placeholder 4">
            <a:extLst>
              <a:ext uri="{FF2B5EF4-FFF2-40B4-BE49-F238E27FC236}">
                <a16:creationId xmlns:a16="http://schemas.microsoft.com/office/drawing/2014/main" id="{ECC1E6C9-8423-12CB-5772-49593569DF34}"/>
              </a:ext>
            </a:extLst>
          </p:cNvPr>
          <p:cNvSpPr>
            <a:spLocks noGrp="1"/>
          </p:cNvSpPr>
          <p:nvPr>
            <p:ph type="pic" sz="quarter" idx="16"/>
          </p:nvPr>
        </p:nvSpPr>
        <p:spPr>
          <a:xfrm>
            <a:off x="10113402" y="2292350"/>
            <a:ext cx="2078598" cy="2279650"/>
          </a:xfrm>
          <a:prstGeom prst="rect">
            <a:avLst/>
          </a:prstGeom>
        </p:spPr>
        <p:txBody>
          <a:bodyPr rIns="0"/>
          <a:lstStyle>
            <a:lvl1pPr>
              <a:defRPr b="0" i="0">
                <a:latin typeface="Arial" panose="020B0604020202020204" pitchFamily="34" charset="0"/>
                <a:cs typeface="Arial" panose="020B0604020202020204" pitchFamily="34" charset="0"/>
              </a:defRPr>
            </a:lvl1pPr>
          </a:lstStyle>
          <a:p>
            <a:r>
              <a:rPr lang="en-US"/>
              <a:t>Click icon to add picture</a:t>
            </a:r>
            <a:endParaRPr lang="en-US" dirty="0"/>
          </a:p>
        </p:txBody>
      </p:sp>
      <p:sp>
        <p:nvSpPr>
          <p:cNvPr id="2" name="Rectangle 2826824">
            <a:extLst>
              <a:ext uri="{FF2B5EF4-FFF2-40B4-BE49-F238E27FC236}">
                <a16:creationId xmlns:a16="http://schemas.microsoft.com/office/drawing/2014/main" id="{5EC1BC48-341B-CB94-03C8-5902DE0FAD6B}"/>
              </a:ext>
            </a:extLst>
          </p:cNvPr>
          <p:cNvSpPr/>
          <p:nvPr/>
        </p:nvSpPr>
        <p:spPr>
          <a:xfrm>
            <a:off x="8039100" y="0"/>
            <a:ext cx="4152900" cy="2292350"/>
          </a:xfrm>
          <a:prstGeom prst="rect">
            <a:avLst/>
          </a:prstGeom>
          <a:solidFill>
            <a:schemeClr val="accent4"/>
          </a:solidFill>
          <a:ln/>
        </p:spPr>
        <p:txBody>
          <a:bodyPr/>
          <a:lstStyle/>
          <a:p>
            <a:endParaRPr lang="en-US" sz="1200" b="0" i="0" spc="-10" dirty="0">
              <a:latin typeface="Arial" panose="020B0604020202020204" pitchFamily="34" charset="0"/>
              <a:cs typeface="Arial" panose="020B0604020202020204" pitchFamily="34" charset="0"/>
            </a:endParaRPr>
          </a:p>
        </p:txBody>
      </p:sp>
      <p:pic>
        <p:nvPicPr>
          <p:cNvPr id="4" name="Logo" descr="preencoded.png">
            <a:extLst>
              <a:ext uri="{FF2B5EF4-FFF2-40B4-BE49-F238E27FC236}">
                <a16:creationId xmlns:a16="http://schemas.microsoft.com/office/drawing/2014/main" id="{3DC0599E-ABE3-1DBC-6207-01260A8C27CD}"/>
              </a:ext>
            </a:extLst>
          </p:cNvPr>
          <p:cNvPicPr>
            <a:picLocks noChangeAspect="1"/>
          </p:cNvPicPr>
          <p:nvPr/>
        </p:nvPicPr>
        <p:blipFill>
          <a:blip>
            <a:extLst>
              <a:ext uri="{96DAC541-7B7A-43D3-8B79-37D633B846F1}">
                <asvg:svgBlip xmlns:asvg="http://schemas.microsoft.com/office/drawing/2016/SVG/main" r:embed="rId2"/>
              </a:ext>
            </a:extLst>
          </a:blip>
          <a:srcRect/>
          <a:stretch/>
        </p:blipFill>
        <p:spPr>
          <a:xfrm>
            <a:off x="10902950" y="419100"/>
            <a:ext cx="869950" cy="222250"/>
          </a:xfrm>
          <a:prstGeom prst="rect">
            <a:avLst/>
          </a:prstGeom>
        </p:spPr>
      </p:pic>
      <p:sp>
        <p:nvSpPr>
          <p:cNvPr id="13" name="Text Placeholder 14">
            <a:extLst>
              <a:ext uri="{FF2B5EF4-FFF2-40B4-BE49-F238E27FC236}">
                <a16:creationId xmlns:a16="http://schemas.microsoft.com/office/drawing/2014/main" id="{1F431622-C5BC-CC47-C470-C077A00D61C3}"/>
              </a:ext>
            </a:extLst>
          </p:cNvPr>
          <p:cNvSpPr>
            <a:spLocks noGrp="1"/>
          </p:cNvSpPr>
          <p:nvPr>
            <p:ph type="body" sz="quarter" idx="19"/>
          </p:nvPr>
        </p:nvSpPr>
        <p:spPr>
          <a:xfrm>
            <a:off x="8915400" y="1112229"/>
            <a:ext cx="1905001" cy="584775"/>
          </a:xfrm>
          <a:prstGeom prst="rect">
            <a:avLst/>
          </a:prstGeom>
        </p:spPr>
        <p:txBody>
          <a:bodyPr wrap="square" lIns="73152" rIns="0">
            <a:spAutoFit/>
          </a:bodyPr>
          <a:lstStyle>
            <a:lvl1pPr marL="11113" indent="-11113">
              <a:lnSpc>
                <a:spcPct val="100000"/>
              </a:lnSpc>
              <a:buNone/>
              <a:tabLst/>
              <a:defRPr sz="1600" b="1" i="0" spc="-40">
                <a:solidFill>
                  <a:schemeClr val="tx2"/>
                </a:solidFill>
                <a:latin typeface="Arial" panose="020B0604020202020204" pitchFamily="34" charset="0"/>
                <a:cs typeface="Arial" panose="020B0604020202020204" pitchFamily="34" charset="0"/>
              </a:defRPr>
            </a:lvl1pPr>
          </a:lstStyle>
          <a:p>
            <a:pPr lvl="0"/>
            <a:r>
              <a:rPr lang="en-US"/>
              <a:t>Click to edit Master text styles</a:t>
            </a:r>
          </a:p>
        </p:txBody>
      </p:sp>
      <p:sp>
        <p:nvSpPr>
          <p:cNvPr id="3" name="Text Placeholder 14">
            <a:extLst>
              <a:ext uri="{FF2B5EF4-FFF2-40B4-BE49-F238E27FC236}">
                <a16:creationId xmlns:a16="http://schemas.microsoft.com/office/drawing/2014/main" id="{14CDBCCB-6E01-8EA8-A691-D8E84C8E908F}"/>
              </a:ext>
            </a:extLst>
          </p:cNvPr>
          <p:cNvSpPr>
            <a:spLocks noGrp="1"/>
          </p:cNvSpPr>
          <p:nvPr>
            <p:ph type="body" sz="quarter" idx="13" hasCustomPrompt="1"/>
          </p:nvPr>
        </p:nvSpPr>
        <p:spPr>
          <a:xfrm>
            <a:off x="339725" y="333800"/>
            <a:ext cx="2860675" cy="307777"/>
          </a:xfrm>
          <a:prstGeom prst="rect">
            <a:avLst/>
          </a:prstGeom>
        </p:spPr>
        <p:txBody>
          <a:bodyPr wrap="square" lIns="82296" rIns="0">
            <a:spAutoFit/>
          </a:bodyPr>
          <a:lstStyle>
            <a:lvl1pPr>
              <a:lnSpc>
                <a:spcPct val="100000"/>
              </a:lnSpc>
              <a:buNone/>
              <a:defRPr sz="1400" b="1" i="0" spc="-30">
                <a:solidFill>
                  <a:schemeClr val="tx2"/>
                </a:solidFill>
                <a:latin typeface="Arial" panose="020B0604020202020204" pitchFamily="34" charset="0"/>
                <a:cs typeface="Arial" panose="020B0604020202020204" pitchFamily="34" charset="0"/>
              </a:defRPr>
            </a:lvl1pPr>
          </a:lstStyle>
          <a:p>
            <a:pPr lvl="0"/>
            <a:r>
              <a:rPr lang="en-US" b="1" dirty="0"/>
              <a:t>Section Header</a:t>
            </a:r>
          </a:p>
        </p:txBody>
      </p:sp>
      <p:sp>
        <p:nvSpPr>
          <p:cNvPr id="9" name="Title 2">
            <a:extLst>
              <a:ext uri="{FF2B5EF4-FFF2-40B4-BE49-F238E27FC236}">
                <a16:creationId xmlns:a16="http://schemas.microsoft.com/office/drawing/2014/main" id="{0B979888-354B-53BF-C7CE-C7976C7F8E73}"/>
              </a:ext>
            </a:extLst>
          </p:cNvPr>
          <p:cNvSpPr>
            <a:spLocks noGrp="1"/>
          </p:cNvSpPr>
          <p:nvPr>
            <p:ph type="title" hasCustomPrompt="1"/>
          </p:nvPr>
        </p:nvSpPr>
        <p:spPr>
          <a:xfrm>
            <a:off x="339633" y="702407"/>
            <a:ext cx="3859070" cy="1215333"/>
          </a:xfrm>
          <a:prstGeom prst="rect">
            <a:avLst/>
          </a:prstGeom>
        </p:spPr>
        <p:txBody>
          <a:bodyPr wrap="square" lIns="45720" rIns="0">
            <a:spAutoFit/>
          </a:bodyPr>
          <a:lstStyle>
            <a:lvl1pPr>
              <a:lnSpc>
                <a:spcPct val="85000"/>
              </a:lnSpc>
              <a:defRPr sz="4200" b="0" i="0" spc="-130">
                <a:solidFill>
                  <a:schemeClr val="tx2"/>
                </a:solidFill>
                <a:latin typeface="Arial" panose="020B0604020202020204" pitchFamily="34" charset="0"/>
                <a:cs typeface="Arial" panose="020B0604020202020204" pitchFamily="34" charset="0"/>
              </a:defRPr>
            </a:lvl1pPr>
          </a:lstStyle>
          <a:p>
            <a:r>
              <a:rPr lang="en-US" dirty="0"/>
              <a:t>Content Slide – </a:t>
            </a:r>
            <a:br>
              <a:rPr lang="en-US" dirty="0"/>
            </a:br>
            <a:r>
              <a:rPr lang="en-US" dirty="0"/>
              <a:t>4-Image Grid</a:t>
            </a:r>
          </a:p>
        </p:txBody>
      </p:sp>
      <p:sp>
        <p:nvSpPr>
          <p:cNvPr id="6" name="2026 Western Digital Corporation All rights reserved">
            <a:extLst>
              <a:ext uri="{FF2B5EF4-FFF2-40B4-BE49-F238E27FC236}">
                <a16:creationId xmlns:a16="http://schemas.microsoft.com/office/drawing/2014/main" id="{C0753B19-0E94-5E37-B9BD-A749DDE08A37}"/>
              </a:ext>
            </a:extLst>
          </p:cNvPr>
          <p:cNvSpPr/>
          <p:nvPr/>
        </p:nvSpPr>
        <p:spPr>
          <a:xfrm>
            <a:off x="419100" y="6638989"/>
            <a:ext cx="2794000" cy="92589"/>
          </a:xfrm>
          <a:prstGeom prst="rect">
            <a:avLst/>
          </a:prstGeom>
          <a:noFill/>
          <a:ln/>
        </p:spPr>
        <p:txBody>
          <a:bodyPr wrap="square" lIns="0" tIns="0" rIns="0" bIns="0" rtlCol="0" anchor="t">
            <a:spAutoFit/>
          </a:bodyPr>
          <a:lstStyle/>
          <a:p>
            <a:pPr>
              <a:lnSpc>
                <a:spcPct val="75000"/>
              </a:lnSpc>
            </a:pPr>
            <a:r>
              <a:rPr lang="en-US" sz="800" b="0" i="0" dirty="0">
                <a:solidFill>
                  <a:schemeClr val="tx1"/>
                </a:solidFill>
                <a:latin typeface="Arial" panose="020B0604020202020204" pitchFamily="34" charset="0"/>
                <a:ea typeface="Arial" pitchFamily="34" charset="-122"/>
                <a:cs typeface="Arial" panose="020B0604020202020204" pitchFamily="34" charset="0"/>
              </a:rPr>
              <a:t>©  2026 Western Digital Corporation. All rights reserved.</a:t>
            </a:r>
            <a:endParaRPr lang="en-US" sz="800" b="0" i="0" dirty="0">
              <a:solidFill>
                <a:schemeClr val="tx1"/>
              </a:solidFill>
              <a:latin typeface="Arial" panose="020B0604020202020204" pitchFamily="34" charset="0"/>
              <a:cs typeface="Arial" panose="020B0604020202020204" pitchFamily="34" charset="0"/>
            </a:endParaRPr>
          </a:p>
        </p:txBody>
      </p:sp>
      <p:sp>
        <p:nvSpPr>
          <p:cNvPr id="7" name="Slide Number Placeholder 1">
            <a:extLst>
              <a:ext uri="{FF2B5EF4-FFF2-40B4-BE49-F238E27FC236}">
                <a16:creationId xmlns:a16="http://schemas.microsoft.com/office/drawing/2014/main" id="{DA4129A0-2945-A3BA-951C-76C38405773C}"/>
              </a:ext>
            </a:extLst>
          </p:cNvPr>
          <p:cNvSpPr>
            <a:spLocks noGrp="1"/>
          </p:cNvSpPr>
          <p:nvPr>
            <p:ph type="sldNum" sz="quarter" idx="4"/>
          </p:nvPr>
        </p:nvSpPr>
        <p:spPr>
          <a:xfrm>
            <a:off x="11215668" y="6562157"/>
            <a:ext cx="658832" cy="215444"/>
          </a:xfrm>
          <a:prstGeom prst="rect">
            <a:avLst/>
          </a:prstGeom>
        </p:spPr>
        <p:txBody>
          <a:bodyPr vert="horz" lIns="91440" tIns="45720" rIns="0" bIns="45720" rtlCol="0" anchor="ctr">
            <a:spAutoFit/>
          </a:bodyPr>
          <a:lstStyle>
            <a:lvl1pPr algn="r">
              <a:defRPr sz="800" b="0" i="0">
                <a:solidFill>
                  <a:schemeClr val="tx1"/>
                </a:solidFill>
                <a:latin typeface="Arial" panose="020B0604020202020204" pitchFamily="34" charset="0"/>
                <a:cs typeface="Arial" panose="020B0604020202020204" pitchFamily="34" charset="0"/>
              </a:defRPr>
            </a:lvl1pPr>
          </a:lstStyle>
          <a:p>
            <a:fld id="{B06B19F4-CF25-446C-B362-D8BB27BE9D9B}" type="slidenum">
              <a:rPr lang="en-US" smtClean="0"/>
              <a:t>‹#›</a:t>
            </a:fld>
            <a:endParaRPr lang="en-US"/>
          </a:p>
        </p:txBody>
      </p:sp>
      <p:sp>
        <p:nvSpPr>
          <p:cNvPr id="8" name="WD Confidential">
            <a:extLst>
              <a:ext uri="{FF2B5EF4-FFF2-40B4-BE49-F238E27FC236}">
                <a16:creationId xmlns:a16="http://schemas.microsoft.com/office/drawing/2014/main" id="{B3471E69-DD52-0CA8-9CE0-38411AD35A3B}"/>
              </a:ext>
            </a:extLst>
          </p:cNvPr>
          <p:cNvSpPr/>
          <p:nvPr/>
        </p:nvSpPr>
        <p:spPr>
          <a:xfrm>
            <a:off x="8991600" y="6638990"/>
            <a:ext cx="1244600" cy="92589"/>
          </a:xfrm>
          <a:prstGeom prst="rect">
            <a:avLst/>
          </a:prstGeom>
          <a:noFill/>
          <a:ln/>
        </p:spPr>
        <p:txBody>
          <a:bodyPr wrap="square" lIns="0" tIns="0" rIns="0" bIns="0" rtlCol="0" anchor="t">
            <a:spAutoFit/>
          </a:bodyPr>
          <a:lstStyle/>
          <a:p>
            <a:pPr>
              <a:lnSpc>
                <a:spcPct val="75000"/>
              </a:lnSpc>
            </a:pPr>
            <a:r>
              <a:rPr lang="en-US" sz="800" b="0" i="0" dirty="0">
                <a:solidFill>
                  <a:schemeClr val="tx1"/>
                </a:solidFill>
                <a:latin typeface="Arial" panose="020B0604020202020204" pitchFamily="34" charset="0"/>
                <a:ea typeface="Arial" pitchFamily="34" charset="-122"/>
                <a:cs typeface="Arial" panose="020B0604020202020204" pitchFamily="34" charset="0"/>
              </a:rPr>
              <a:t>WD CONFIDENTIAL</a:t>
            </a:r>
            <a:endParaRPr lang="en-US" sz="800" b="0" i="0" dirty="0">
              <a:solidFill>
                <a:schemeClr val="tx1"/>
              </a:solidFill>
              <a:latin typeface="Arial" panose="020B0604020202020204" pitchFamily="34" charset="0"/>
              <a:cs typeface="Arial" panose="020B0604020202020204" pitchFamily="34" charset="0"/>
            </a:endParaRPr>
          </a:p>
        </p:txBody>
      </p:sp>
      <p:sp>
        <p:nvSpPr>
          <p:cNvPr id="14" name="Rectangle 2826824">
            <a:extLst>
              <a:ext uri="{FF2B5EF4-FFF2-40B4-BE49-F238E27FC236}">
                <a16:creationId xmlns:a16="http://schemas.microsoft.com/office/drawing/2014/main" id="{B9D75063-6B66-B15C-8A29-9A47ADA524CD}"/>
              </a:ext>
            </a:extLst>
          </p:cNvPr>
          <p:cNvSpPr/>
          <p:nvPr/>
        </p:nvSpPr>
        <p:spPr>
          <a:xfrm>
            <a:off x="8039100" y="0"/>
            <a:ext cx="4152900" cy="2292350"/>
          </a:xfrm>
          <a:prstGeom prst="rect">
            <a:avLst/>
          </a:prstGeom>
          <a:solidFill>
            <a:schemeClr val="accent4"/>
          </a:solidFill>
          <a:ln/>
        </p:spPr>
        <p:txBody>
          <a:bodyPr/>
          <a:lstStyle/>
          <a:p>
            <a:endParaRPr lang="en-US" sz="1200" b="0" i="0" spc="-10" dirty="0">
              <a:latin typeface="Arial" panose="020B0604020202020204" pitchFamily="34" charset="0"/>
              <a:cs typeface="Arial" panose="020B0604020202020204" pitchFamily="34" charset="0"/>
            </a:endParaRPr>
          </a:p>
        </p:txBody>
      </p:sp>
      <p:pic>
        <p:nvPicPr>
          <p:cNvPr id="15" name="Logo" descr="preencoded.png">
            <a:extLst>
              <a:ext uri="{FF2B5EF4-FFF2-40B4-BE49-F238E27FC236}">
                <a16:creationId xmlns:a16="http://schemas.microsoft.com/office/drawing/2014/main" id="{FD786941-018B-9391-8892-CD974FD2DD26}"/>
              </a:ext>
            </a:extLst>
          </p:cNvPr>
          <p:cNvPicPr>
            <a:picLocks noChangeAspect="1"/>
          </p:cNvPicPr>
          <p:nvPr/>
        </p:nvPicPr>
        <p:blipFill>
          <a:blip>
            <a:extLst>
              <a:ext uri="{96DAC541-7B7A-43D3-8B79-37D633B846F1}">
                <asvg:svgBlip xmlns:asvg="http://schemas.microsoft.com/office/drawing/2016/SVG/main" r:embed="rId2"/>
              </a:ext>
            </a:extLst>
          </a:blip>
          <a:srcRect/>
          <a:stretch/>
        </p:blipFill>
        <p:spPr>
          <a:xfrm>
            <a:off x="10902950" y="419100"/>
            <a:ext cx="869950" cy="222250"/>
          </a:xfrm>
          <a:prstGeom prst="rect">
            <a:avLst/>
          </a:prstGeom>
        </p:spPr>
      </p:pic>
      <p:sp>
        <p:nvSpPr>
          <p:cNvPr id="16" name="2026 Western Digital Corporation All rights reserved">
            <a:extLst>
              <a:ext uri="{FF2B5EF4-FFF2-40B4-BE49-F238E27FC236}">
                <a16:creationId xmlns:a16="http://schemas.microsoft.com/office/drawing/2014/main" id="{61EC6AD2-9A10-1C0F-5F19-A738F895296F}"/>
              </a:ext>
            </a:extLst>
          </p:cNvPr>
          <p:cNvSpPr/>
          <p:nvPr/>
        </p:nvSpPr>
        <p:spPr>
          <a:xfrm>
            <a:off x="419100" y="6638989"/>
            <a:ext cx="2794000" cy="92589"/>
          </a:xfrm>
          <a:prstGeom prst="rect">
            <a:avLst/>
          </a:prstGeom>
          <a:noFill/>
          <a:ln/>
        </p:spPr>
        <p:txBody>
          <a:bodyPr wrap="square" lIns="0" tIns="0" rIns="0" bIns="0" rtlCol="0" anchor="t">
            <a:spAutoFit/>
          </a:bodyPr>
          <a:lstStyle/>
          <a:p>
            <a:pPr>
              <a:lnSpc>
                <a:spcPct val="75000"/>
              </a:lnSpc>
            </a:pPr>
            <a:r>
              <a:rPr lang="en-US" sz="800" b="0" i="0" dirty="0">
                <a:solidFill>
                  <a:schemeClr val="tx1"/>
                </a:solidFill>
                <a:latin typeface="Arial" panose="020B0604020202020204" pitchFamily="34" charset="0"/>
                <a:ea typeface="Arial" pitchFamily="34" charset="-122"/>
                <a:cs typeface="Arial" panose="020B0604020202020204" pitchFamily="34" charset="0"/>
              </a:rPr>
              <a:t>©  2026 Western Digital Corporation. All rights reserved.</a:t>
            </a:r>
            <a:endParaRPr lang="en-US" sz="800" b="0" i="0" dirty="0">
              <a:solidFill>
                <a:schemeClr val="tx1"/>
              </a:solidFill>
              <a:latin typeface="Arial" panose="020B0604020202020204" pitchFamily="34" charset="0"/>
              <a:cs typeface="Arial" panose="020B0604020202020204" pitchFamily="34" charset="0"/>
            </a:endParaRPr>
          </a:p>
        </p:txBody>
      </p:sp>
      <p:sp>
        <p:nvSpPr>
          <p:cNvPr id="17" name="WD Confidential">
            <a:extLst>
              <a:ext uri="{FF2B5EF4-FFF2-40B4-BE49-F238E27FC236}">
                <a16:creationId xmlns:a16="http://schemas.microsoft.com/office/drawing/2014/main" id="{FE644321-4AE5-C723-97B6-A9C20DE2A996}"/>
              </a:ext>
            </a:extLst>
          </p:cNvPr>
          <p:cNvSpPr/>
          <p:nvPr/>
        </p:nvSpPr>
        <p:spPr>
          <a:xfrm>
            <a:off x="8991600" y="6638990"/>
            <a:ext cx="1244600" cy="92589"/>
          </a:xfrm>
          <a:prstGeom prst="rect">
            <a:avLst/>
          </a:prstGeom>
          <a:noFill/>
          <a:ln/>
        </p:spPr>
        <p:txBody>
          <a:bodyPr wrap="square" lIns="0" tIns="0" rIns="0" bIns="0" rtlCol="0" anchor="t">
            <a:spAutoFit/>
          </a:bodyPr>
          <a:lstStyle/>
          <a:p>
            <a:pPr>
              <a:lnSpc>
                <a:spcPct val="75000"/>
              </a:lnSpc>
            </a:pPr>
            <a:r>
              <a:rPr lang="en-US" sz="800" b="0" i="0" dirty="0">
                <a:solidFill>
                  <a:schemeClr val="tx1"/>
                </a:solidFill>
                <a:latin typeface="Arial" panose="020B0604020202020204" pitchFamily="34" charset="0"/>
                <a:ea typeface="Arial" pitchFamily="34" charset="-122"/>
                <a:cs typeface="Arial" panose="020B0604020202020204" pitchFamily="34" charset="0"/>
              </a:rPr>
              <a:t>WD CONFIDENTIAL</a:t>
            </a:r>
            <a:endParaRPr lang="en-US" sz="800" b="0" i="0" dirty="0">
              <a:solidFill>
                <a:schemeClr val="tx1"/>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38448361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p:cSld name="Title and 4-Image Grid Vault Navy">
    <p:bg>
      <p:bgRef idx="1001">
        <a:schemeClr val="bg2"/>
      </p:bgRef>
    </p:bg>
    <p:spTree>
      <p:nvGrpSpPr>
        <p:cNvPr id="1" name=""/>
        <p:cNvGrpSpPr/>
        <p:nvPr/>
      </p:nvGrpSpPr>
      <p:grpSpPr>
        <a:xfrm>
          <a:off x="0" y="0"/>
          <a:ext cx="0" cy="0"/>
          <a:chOff x="0" y="0"/>
          <a:chExt cx="0" cy="0"/>
        </a:xfrm>
      </p:grpSpPr>
      <p:sp>
        <p:nvSpPr>
          <p:cNvPr id="11" name="Picture Placeholder 4">
            <a:extLst>
              <a:ext uri="{FF2B5EF4-FFF2-40B4-BE49-F238E27FC236}">
                <a16:creationId xmlns:a16="http://schemas.microsoft.com/office/drawing/2014/main" id="{83F5FE23-B62A-7209-F6C5-B67C514CECDA}"/>
              </a:ext>
            </a:extLst>
          </p:cNvPr>
          <p:cNvSpPr>
            <a:spLocks noGrp="1"/>
          </p:cNvSpPr>
          <p:nvPr>
            <p:ph type="pic" sz="quarter" idx="17"/>
          </p:nvPr>
        </p:nvSpPr>
        <p:spPr>
          <a:xfrm>
            <a:off x="8039100" y="4565652"/>
            <a:ext cx="2074302" cy="2299272"/>
          </a:xfrm>
          <a:prstGeom prst="rect">
            <a:avLst/>
          </a:prstGeom>
        </p:spPr>
        <p:txBody>
          <a:bodyPr rIns="0"/>
          <a:lstStyle>
            <a:lvl1pPr>
              <a:defRPr b="0" i="0">
                <a:solidFill>
                  <a:schemeClr val="tx1"/>
                </a:solidFill>
                <a:latin typeface="Arial" panose="020B0604020202020204" pitchFamily="34" charset="0"/>
                <a:cs typeface="Arial" panose="020B0604020202020204" pitchFamily="34" charset="0"/>
              </a:defRPr>
            </a:lvl1pPr>
          </a:lstStyle>
          <a:p>
            <a:r>
              <a:rPr lang="en-US"/>
              <a:t>Click icon to add picture</a:t>
            </a:r>
            <a:endParaRPr lang="en-US" dirty="0"/>
          </a:p>
        </p:txBody>
      </p:sp>
      <p:sp>
        <p:nvSpPr>
          <p:cNvPr id="12" name="Picture Placeholder 4">
            <a:extLst>
              <a:ext uri="{FF2B5EF4-FFF2-40B4-BE49-F238E27FC236}">
                <a16:creationId xmlns:a16="http://schemas.microsoft.com/office/drawing/2014/main" id="{C6F941C6-2081-0AB0-9116-86BCA188C57B}"/>
              </a:ext>
            </a:extLst>
          </p:cNvPr>
          <p:cNvSpPr>
            <a:spLocks noGrp="1"/>
          </p:cNvSpPr>
          <p:nvPr>
            <p:ph type="pic" sz="quarter" idx="18"/>
          </p:nvPr>
        </p:nvSpPr>
        <p:spPr>
          <a:xfrm>
            <a:off x="10113402" y="4565652"/>
            <a:ext cx="2078598" cy="2299272"/>
          </a:xfrm>
          <a:prstGeom prst="rect">
            <a:avLst/>
          </a:prstGeom>
        </p:spPr>
        <p:txBody>
          <a:bodyPr rIns="0"/>
          <a:lstStyle>
            <a:lvl1pPr>
              <a:defRPr b="0" i="0">
                <a:solidFill>
                  <a:schemeClr val="tx1"/>
                </a:solidFill>
                <a:latin typeface="Arial" panose="020B0604020202020204" pitchFamily="34" charset="0"/>
                <a:cs typeface="Arial" panose="020B0604020202020204" pitchFamily="34" charset="0"/>
              </a:defRPr>
            </a:lvl1pPr>
          </a:lstStyle>
          <a:p>
            <a:r>
              <a:rPr lang="en-US"/>
              <a:t>Click icon to add picture</a:t>
            </a:r>
            <a:endParaRPr lang="en-US" dirty="0"/>
          </a:p>
        </p:txBody>
      </p:sp>
      <p:sp>
        <p:nvSpPr>
          <p:cNvPr id="5" name="Picture Placeholder 4">
            <a:extLst>
              <a:ext uri="{FF2B5EF4-FFF2-40B4-BE49-F238E27FC236}">
                <a16:creationId xmlns:a16="http://schemas.microsoft.com/office/drawing/2014/main" id="{64FA33BF-F5F6-FB1D-EAC2-F5D76DAC5187}"/>
              </a:ext>
            </a:extLst>
          </p:cNvPr>
          <p:cNvSpPr>
            <a:spLocks noGrp="1"/>
          </p:cNvSpPr>
          <p:nvPr>
            <p:ph type="pic" sz="quarter" idx="15"/>
          </p:nvPr>
        </p:nvSpPr>
        <p:spPr>
          <a:xfrm>
            <a:off x="8039100" y="2292350"/>
            <a:ext cx="2074302" cy="2279650"/>
          </a:xfrm>
          <a:prstGeom prst="rect">
            <a:avLst/>
          </a:prstGeom>
        </p:spPr>
        <p:txBody>
          <a:bodyPr rIns="0"/>
          <a:lstStyle>
            <a:lvl1pPr>
              <a:defRPr b="0" i="0">
                <a:solidFill>
                  <a:schemeClr val="tx1"/>
                </a:solidFill>
                <a:latin typeface="Arial" panose="020B0604020202020204" pitchFamily="34" charset="0"/>
                <a:cs typeface="Arial" panose="020B0604020202020204" pitchFamily="34" charset="0"/>
              </a:defRPr>
            </a:lvl1pPr>
          </a:lstStyle>
          <a:p>
            <a:r>
              <a:rPr lang="en-US"/>
              <a:t>Click icon to add picture</a:t>
            </a:r>
            <a:endParaRPr lang="en-US" dirty="0"/>
          </a:p>
        </p:txBody>
      </p:sp>
      <p:sp>
        <p:nvSpPr>
          <p:cNvPr id="10" name="Picture Placeholder 4">
            <a:extLst>
              <a:ext uri="{FF2B5EF4-FFF2-40B4-BE49-F238E27FC236}">
                <a16:creationId xmlns:a16="http://schemas.microsoft.com/office/drawing/2014/main" id="{ECC1E6C9-8423-12CB-5772-49593569DF34}"/>
              </a:ext>
            </a:extLst>
          </p:cNvPr>
          <p:cNvSpPr>
            <a:spLocks noGrp="1"/>
          </p:cNvSpPr>
          <p:nvPr>
            <p:ph type="pic" sz="quarter" idx="16"/>
          </p:nvPr>
        </p:nvSpPr>
        <p:spPr>
          <a:xfrm>
            <a:off x="10113402" y="2292350"/>
            <a:ext cx="2078598" cy="2279650"/>
          </a:xfrm>
          <a:prstGeom prst="rect">
            <a:avLst/>
          </a:prstGeom>
        </p:spPr>
        <p:txBody>
          <a:bodyPr rIns="0"/>
          <a:lstStyle>
            <a:lvl1pPr>
              <a:defRPr b="0" i="0">
                <a:solidFill>
                  <a:schemeClr val="tx1"/>
                </a:solidFill>
                <a:latin typeface="Arial" panose="020B0604020202020204" pitchFamily="34" charset="0"/>
                <a:cs typeface="Arial" panose="020B0604020202020204" pitchFamily="34" charset="0"/>
              </a:defRPr>
            </a:lvl1pPr>
          </a:lstStyle>
          <a:p>
            <a:r>
              <a:rPr lang="en-US"/>
              <a:t>Click icon to add picture</a:t>
            </a:r>
            <a:endParaRPr lang="en-US" dirty="0"/>
          </a:p>
        </p:txBody>
      </p:sp>
      <p:sp>
        <p:nvSpPr>
          <p:cNvPr id="2" name="Rectangle 2826824">
            <a:extLst>
              <a:ext uri="{FF2B5EF4-FFF2-40B4-BE49-F238E27FC236}">
                <a16:creationId xmlns:a16="http://schemas.microsoft.com/office/drawing/2014/main" id="{5EC1BC48-341B-CB94-03C8-5902DE0FAD6B}"/>
              </a:ext>
            </a:extLst>
          </p:cNvPr>
          <p:cNvSpPr/>
          <p:nvPr/>
        </p:nvSpPr>
        <p:spPr>
          <a:xfrm>
            <a:off x="8039100" y="0"/>
            <a:ext cx="4152900" cy="2292350"/>
          </a:xfrm>
          <a:prstGeom prst="rect">
            <a:avLst/>
          </a:prstGeom>
          <a:solidFill>
            <a:schemeClr val="accent4"/>
          </a:solidFill>
          <a:ln/>
        </p:spPr>
        <p:txBody>
          <a:bodyPr/>
          <a:lstStyle/>
          <a:p>
            <a:endParaRPr lang="en-US" sz="1200" b="0" i="0" spc="-10" dirty="0">
              <a:latin typeface="Arial" panose="020B0604020202020204" pitchFamily="34" charset="0"/>
              <a:cs typeface="Arial" panose="020B0604020202020204" pitchFamily="34" charset="0"/>
            </a:endParaRPr>
          </a:p>
        </p:txBody>
      </p:sp>
      <p:pic>
        <p:nvPicPr>
          <p:cNvPr id="4" name="Logo" descr="preencoded.png">
            <a:extLst>
              <a:ext uri="{FF2B5EF4-FFF2-40B4-BE49-F238E27FC236}">
                <a16:creationId xmlns:a16="http://schemas.microsoft.com/office/drawing/2014/main" id="{3DC0599E-ABE3-1DBC-6207-01260A8C27CD}"/>
              </a:ext>
            </a:extLst>
          </p:cNvPr>
          <p:cNvPicPr>
            <a:picLocks noChangeAspect="1"/>
          </p:cNvPicPr>
          <p:nvPr/>
        </p:nvPicPr>
        <p:blipFill>
          <a:blip>
            <a:extLst>
              <a:ext uri="{96DAC541-7B7A-43D3-8B79-37D633B846F1}">
                <asvg:svgBlip xmlns:asvg="http://schemas.microsoft.com/office/drawing/2016/SVG/main" r:embed="rId2"/>
              </a:ext>
            </a:extLst>
          </a:blip>
          <a:srcRect/>
          <a:stretch/>
        </p:blipFill>
        <p:spPr>
          <a:xfrm>
            <a:off x="10902950" y="419100"/>
            <a:ext cx="869950" cy="222250"/>
          </a:xfrm>
          <a:prstGeom prst="rect">
            <a:avLst/>
          </a:prstGeom>
        </p:spPr>
      </p:pic>
      <p:sp>
        <p:nvSpPr>
          <p:cNvPr id="13" name="Text Placeholder 14">
            <a:extLst>
              <a:ext uri="{FF2B5EF4-FFF2-40B4-BE49-F238E27FC236}">
                <a16:creationId xmlns:a16="http://schemas.microsoft.com/office/drawing/2014/main" id="{1F431622-C5BC-CC47-C470-C077A00D61C3}"/>
              </a:ext>
            </a:extLst>
          </p:cNvPr>
          <p:cNvSpPr>
            <a:spLocks noGrp="1"/>
          </p:cNvSpPr>
          <p:nvPr>
            <p:ph type="body" sz="quarter" idx="19"/>
          </p:nvPr>
        </p:nvSpPr>
        <p:spPr>
          <a:xfrm>
            <a:off x="8915400" y="1112229"/>
            <a:ext cx="1905001" cy="584775"/>
          </a:xfrm>
          <a:prstGeom prst="rect">
            <a:avLst/>
          </a:prstGeom>
        </p:spPr>
        <p:txBody>
          <a:bodyPr wrap="square" lIns="73152" rIns="0">
            <a:spAutoFit/>
          </a:bodyPr>
          <a:lstStyle>
            <a:lvl1pPr marL="7938" indent="-7938">
              <a:lnSpc>
                <a:spcPct val="100000"/>
              </a:lnSpc>
              <a:buNone/>
              <a:tabLst/>
              <a:defRPr sz="1600" b="1" i="0" spc="-40">
                <a:solidFill>
                  <a:schemeClr val="bg2"/>
                </a:solidFill>
                <a:latin typeface="Arial" panose="020B0604020202020204" pitchFamily="34" charset="0"/>
                <a:cs typeface="Arial" panose="020B0604020202020204" pitchFamily="34" charset="0"/>
              </a:defRPr>
            </a:lvl1pPr>
          </a:lstStyle>
          <a:p>
            <a:pPr lvl="0"/>
            <a:r>
              <a:rPr lang="en-US"/>
              <a:t>Click to edit Master text styles</a:t>
            </a:r>
          </a:p>
        </p:txBody>
      </p:sp>
      <p:sp>
        <p:nvSpPr>
          <p:cNvPr id="3" name="Text Placeholder 14">
            <a:extLst>
              <a:ext uri="{FF2B5EF4-FFF2-40B4-BE49-F238E27FC236}">
                <a16:creationId xmlns:a16="http://schemas.microsoft.com/office/drawing/2014/main" id="{14CDBCCB-6E01-8EA8-A691-D8E84C8E908F}"/>
              </a:ext>
            </a:extLst>
          </p:cNvPr>
          <p:cNvSpPr>
            <a:spLocks noGrp="1"/>
          </p:cNvSpPr>
          <p:nvPr>
            <p:ph type="body" sz="quarter" idx="13" hasCustomPrompt="1"/>
          </p:nvPr>
        </p:nvSpPr>
        <p:spPr>
          <a:xfrm>
            <a:off x="339725" y="333800"/>
            <a:ext cx="2860675" cy="307777"/>
          </a:xfrm>
          <a:prstGeom prst="rect">
            <a:avLst/>
          </a:prstGeom>
        </p:spPr>
        <p:txBody>
          <a:bodyPr wrap="square" lIns="82296" rIns="0">
            <a:spAutoFit/>
          </a:bodyPr>
          <a:lstStyle>
            <a:lvl1pPr>
              <a:lnSpc>
                <a:spcPct val="100000"/>
              </a:lnSpc>
              <a:buNone/>
              <a:defRPr sz="1400" b="1" i="0" spc="-30">
                <a:solidFill>
                  <a:schemeClr val="tx1"/>
                </a:solidFill>
                <a:latin typeface="Arial" panose="020B0604020202020204" pitchFamily="34" charset="0"/>
                <a:cs typeface="Arial" panose="020B0604020202020204" pitchFamily="34" charset="0"/>
              </a:defRPr>
            </a:lvl1pPr>
          </a:lstStyle>
          <a:p>
            <a:pPr lvl="0"/>
            <a:r>
              <a:rPr lang="en-US" b="1" dirty="0"/>
              <a:t>Section Header</a:t>
            </a:r>
          </a:p>
        </p:txBody>
      </p:sp>
      <p:sp>
        <p:nvSpPr>
          <p:cNvPr id="9" name="Title 2">
            <a:extLst>
              <a:ext uri="{FF2B5EF4-FFF2-40B4-BE49-F238E27FC236}">
                <a16:creationId xmlns:a16="http://schemas.microsoft.com/office/drawing/2014/main" id="{0B979888-354B-53BF-C7CE-C7976C7F8E73}"/>
              </a:ext>
            </a:extLst>
          </p:cNvPr>
          <p:cNvSpPr>
            <a:spLocks noGrp="1"/>
          </p:cNvSpPr>
          <p:nvPr>
            <p:ph type="title" hasCustomPrompt="1"/>
          </p:nvPr>
        </p:nvSpPr>
        <p:spPr>
          <a:xfrm>
            <a:off x="339633" y="702407"/>
            <a:ext cx="6670768" cy="1215333"/>
          </a:xfrm>
          <a:prstGeom prst="rect">
            <a:avLst/>
          </a:prstGeom>
        </p:spPr>
        <p:txBody>
          <a:bodyPr wrap="square" lIns="45720" rIns="0">
            <a:spAutoFit/>
          </a:bodyPr>
          <a:lstStyle>
            <a:lvl1pPr>
              <a:lnSpc>
                <a:spcPct val="85000"/>
              </a:lnSpc>
              <a:defRPr sz="4200" b="0" i="0" spc="-130">
                <a:solidFill>
                  <a:schemeClr val="tx1"/>
                </a:solidFill>
                <a:latin typeface="Arial" panose="020B0604020202020204" pitchFamily="34" charset="0"/>
                <a:cs typeface="Arial" panose="020B0604020202020204" pitchFamily="34" charset="0"/>
              </a:defRPr>
            </a:lvl1pPr>
          </a:lstStyle>
          <a:p>
            <a:r>
              <a:rPr lang="en-US" dirty="0"/>
              <a:t>Content Slide – </a:t>
            </a:r>
            <a:br>
              <a:rPr lang="en-US" dirty="0"/>
            </a:br>
            <a:r>
              <a:rPr lang="en-US" dirty="0"/>
              <a:t>4-Image Grid</a:t>
            </a:r>
          </a:p>
        </p:txBody>
      </p:sp>
      <p:sp>
        <p:nvSpPr>
          <p:cNvPr id="6" name="2026 Western Digital Corporation All rights reserved">
            <a:extLst>
              <a:ext uri="{FF2B5EF4-FFF2-40B4-BE49-F238E27FC236}">
                <a16:creationId xmlns:a16="http://schemas.microsoft.com/office/drawing/2014/main" id="{DE66D1A0-6F87-7355-6FB5-EC2E50AF2BFF}"/>
              </a:ext>
            </a:extLst>
          </p:cNvPr>
          <p:cNvSpPr/>
          <p:nvPr/>
        </p:nvSpPr>
        <p:spPr>
          <a:xfrm>
            <a:off x="419100" y="6638989"/>
            <a:ext cx="2794000" cy="92589"/>
          </a:xfrm>
          <a:prstGeom prst="rect">
            <a:avLst/>
          </a:prstGeom>
          <a:noFill/>
          <a:ln/>
        </p:spPr>
        <p:txBody>
          <a:bodyPr wrap="square" lIns="0" tIns="0" rIns="0" bIns="0" rtlCol="0" anchor="t">
            <a:spAutoFit/>
          </a:bodyPr>
          <a:lstStyle/>
          <a:p>
            <a:pPr>
              <a:lnSpc>
                <a:spcPct val="75000"/>
              </a:lnSpc>
            </a:pPr>
            <a:r>
              <a:rPr lang="en-US" sz="800" b="0" i="0" dirty="0">
                <a:solidFill>
                  <a:schemeClr val="tx1"/>
                </a:solidFill>
                <a:latin typeface="Arial" panose="020B0604020202020204" pitchFamily="34" charset="0"/>
                <a:ea typeface="Arial" pitchFamily="34" charset="-122"/>
                <a:cs typeface="Arial" panose="020B0604020202020204" pitchFamily="34" charset="0"/>
              </a:rPr>
              <a:t>©  2026 Western Digital Corporation. All rights reserved.</a:t>
            </a:r>
            <a:endParaRPr lang="en-US" sz="800" b="0" i="0" dirty="0">
              <a:solidFill>
                <a:schemeClr val="tx1"/>
              </a:solidFill>
              <a:latin typeface="Arial" panose="020B0604020202020204" pitchFamily="34" charset="0"/>
              <a:cs typeface="Arial" panose="020B0604020202020204" pitchFamily="34" charset="0"/>
            </a:endParaRPr>
          </a:p>
        </p:txBody>
      </p:sp>
      <p:sp>
        <p:nvSpPr>
          <p:cNvPr id="7" name="Slide Number Placeholder 1">
            <a:extLst>
              <a:ext uri="{FF2B5EF4-FFF2-40B4-BE49-F238E27FC236}">
                <a16:creationId xmlns:a16="http://schemas.microsoft.com/office/drawing/2014/main" id="{70795BE5-F45F-97D1-3174-2868FC66285D}"/>
              </a:ext>
            </a:extLst>
          </p:cNvPr>
          <p:cNvSpPr>
            <a:spLocks noGrp="1"/>
          </p:cNvSpPr>
          <p:nvPr>
            <p:ph type="sldNum" sz="quarter" idx="4"/>
          </p:nvPr>
        </p:nvSpPr>
        <p:spPr>
          <a:xfrm>
            <a:off x="11215668" y="6562157"/>
            <a:ext cx="658832" cy="215444"/>
          </a:xfrm>
          <a:prstGeom prst="rect">
            <a:avLst/>
          </a:prstGeom>
        </p:spPr>
        <p:txBody>
          <a:bodyPr vert="horz" lIns="91440" tIns="45720" rIns="0" bIns="45720" rtlCol="0" anchor="ctr">
            <a:spAutoFit/>
          </a:bodyPr>
          <a:lstStyle>
            <a:lvl1pPr algn="r">
              <a:defRPr sz="800" b="0" i="0">
                <a:solidFill>
                  <a:schemeClr val="tx1"/>
                </a:solidFill>
                <a:latin typeface="Arial" panose="020B0604020202020204" pitchFamily="34" charset="0"/>
                <a:cs typeface="Arial" panose="020B0604020202020204" pitchFamily="34" charset="0"/>
              </a:defRPr>
            </a:lvl1pPr>
          </a:lstStyle>
          <a:p>
            <a:fld id="{B06B19F4-CF25-446C-B362-D8BB27BE9D9B}" type="slidenum">
              <a:rPr lang="en-US" smtClean="0"/>
              <a:t>‹#›</a:t>
            </a:fld>
            <a:endParaRPr lang="en-US"/>
          </a:p>
        </p:txBody>
      </p:sp>
      <p:sp>
        <p:nvSpPr>
          <p:cNvPr id="8" name="WD Confidential">
            <a:extLst>
              <a:ext uri="{FF2B5EF4-FFF2-40B4-BE49-F238E27FC236}">
                <a16:creationId xmlns:a16="http://schemas.microsoft.com/office/drawing/2014/main" id="{95D1F8EE-1A0F-2C96-FC1C-4FAAFAF4DD03}"/>
              </a:ext>
            </a:extLst>
          </p:cNvPr>
          <p:cNvSpPr/>
          <p:nvPr/>
        </p:nvSpPr>
        <p:spPr>
          <a:xfrm>
            <a:off x="8991600" y="6638990"/>
            <a:ext cx="1244600" cy="92589"/>
          </a:xfrm>
          <a:prstGeom prst="rect">
            <a:avLst/>
          </a:prstGeom>
          <a:noFill/>
          <a:ln/>
        </p:spPr>
        <p:txBody>
          <a:bodyPr wrap="square" lIns="0" tIns="0" rIns="0" bIns="0" rtlCol="0" anchor="t">
            <a:spAutoFit/>
          </a:bodyPr>
          <a:lstStyle/>
          <a:p>
            <a:pPr>
              <a:lnSpc>
                <a:spcPct val="75000"/>
              </a:lnSpc>
            </a:pPr>
            <a:r>
              <a:rPr lang="en-US" sz="800" b="0" i="0" dirty="0">
                <a:solidFill>
                  <a:schemeClr val="tx1"/>
                </a:solidFill>
                <a:latin typeface="Arial" panose="020B0604020202020204" pitchFamily="34" charset="0"/>
                <a:ea typeface="Arial" pitchFamily="34" charset="-122"/>
                <a:cs typeface="Arial" panose="020B0604020202020204" pitchFamily="34" charset="0"/>
              </a:rPr>
              <a:t>WD CONFIDENTIAL</a:t>
            </a:r>
            <a:endParaRPr lang="en-US" sz="800" b="0" i="0" dirty="0">
              <a:solidFill>
                <a:schemeClr val="tx1"/>
              </a:solidFill>
              <a:latin typeface="Arial" panose="020B0604020202020204" pitchFamily="34" charset="0"/>
              <a:cs typeface="Arial" panose="020B0604020202020204" pitchFamily="34" charset="0"/>
            </a:endParaRPr>
          </a:p>
        </p:txBody>
      </p:sp>
      <p:sp>
        <p:nvSpPr>
          <p:cNvPr id="14" name="Rectangle 2826824">
            <a:extLst>
              <a:ext uri="{FF2B5EF4-FFF2-40B4-BE49-F238E27FC236}">
                <a16:creationId xmlns:a16="http://schemas.microsoft.com/office/drawing/2014/main" id="{AA05BC39-ED99-10F8-D89A-EC43BF57672E}"/>
              </a:ext>
            </a:extLst>
          </p:cNvPr>
          <p:cNvSpPr/>
          <p:nvPr/>
        </p:nvSpPr>
        <p:spPr>
          <a:xfrm>
            <a:off x="8039100" y="0"/>
            <a:ext cx="4152900" cy="2292350"/>
          </a:xfrm>
          <a:prstGeom prst="rect">
            <a:avLst/>
          </a:prstGeom>
          <a:solidFill>
            <a:schemeClr val="accent4"/>
          </a:solidFill>
          <a:ln/>
        </p:spPr>
        <p:txBody>
          <a:bodyPr/>
          <a:lstStyle/>
          <a:p>
            <a:endParaRPr lang="en-US" sz="1200" b="0" i="0" spc="-10" dirty="0">
              <a:latin typeface="Arial" panose="020B0604020202020204" pitchFamily="34" charset="0"/>
              <a:cs typeface="Arial" panose="020B0604020202020204" pitchFamily="34" charset="0"/>
            </a:endParaRPr>
          </a:p>
        </p:txBody>
      </p:sp>
      <p:pic>
        <p:nvPicPr>
          <p:cNvPr id="15" name="Logo" descr="preencoded.png">
            <a:extLst>
              <a:ext uri="{FF2B5EF4-FFF2-40B4-BE49-F238E27FC236}">
                <a16:creationId xmlns:a16="http://schemas.microsoft.com/office/drawing/2014/main" id="{F7F990EF-1726-295A-4A45-52C95A736403}"/>
              </a:ext>
            </a:extLst>
          </p:cNvPr>
          <p:cNvPicPr>
            <a:picLocks noChangeAspect="1"/>
          </p:cNvPicPr>
          <p:nvPr/>
        </p:nvPicPr>
        <p:blipFill>
          <a:blip>
            <a:extLst>
              <a:ext uri="{96DAC541-7B7A-43D3-8B79-37D633B846F1}">
                <asvg:svgBlip xmlns:asvg="http://schemas.microsoft.com/office/drawing/2016/SVG/main" r:embed="rId3"/>
              </a:ext>
            </a:extLst>
          </a:blip>
          <a:srcRect/>
          <a:stretch/>
        </p:blipFill>
        <p:spPr>
          <a:xfrm>
            <a:off x="10902950" y="419100"/>
            <a:ext cx="869950" cy="222250"/>
          </a:xfrm>
          <a:prstGeom prst="rect">
            <a:avLst/>
          </a:prstGeom>
        </p:spPr>
      </p:pic>
      <p:sp>
        <p:nvSpPr>
          <p:cNvPr id="16" name="2026 Western Digital Corporation All rights reserved">
            <a:extLst>
              <a:ext uri="{FF2B5EF4-FFF2-40B4-BE49-F238E27FC236}">
                <a16:creationId xmlns:a16="http://schemas.microsoft.com/office/drawing/2014/main" id="{83462151-DDD5-3535-E24C-CACE267D6BEB}"/>
              </a:ext>
            </a:extLst>
          </p:cNvPr>
          <p:cNvSpPr/>
          <p:nvPr/>
        </p:nvSpPr>
        <p:spPr>
          <a:xfrm>
            <a:off x="419100" y="6638989"/>
            <a:ext cx="2794000" cy="92589"/>
          </a:xfrm>
          <a:prstGeom prst="rect">
            <a:avLst/>
          </a:prstGeom>
          <a:noFill/>
          <a:ln/>
        </p:spPr>
        <p:txBody>
          <a:bodyPr wrap="square" lIns="0" tIns="0" rIns="0" bIns="0" rtlCol="0" anchor="t">
            <a:spAutoFit/>
          </a:bodyPr>
          <a:lstStyle/>
          <a:p>
            <a:pPr>
              <a:lnSpc>
                <a:spcPct val="75000"/>
              </a:lnSpc>
            </a:pPr>
            <a:r>
              <a:rPr lang="en-US" sz="800" b="0" i="0" dirty="0">
                <a:solidFill>
                  <a:schemeClr val="tx1"/>
                </a:solidFill>
                <a:latin typeface="Arial" panose="020B0604020202020204" pitchFamily="34" charset="0"/>
                <a:ea typeface="Arial" pitchFamily="34" charset="-122"/>
                <a:cs typeface="Arial" panose="020B0604020202020204" pitchFamily="34" charset="0"/>
              </a:rPr>
              <a:t>©  2026 Western Digital Corporation. All rights reserved.</a:t>
            </a:r>
            <a:endParaRPr lang="en-US" sz="800" b="0" i="0" dirty="0">
              <a:solidFill>
                <a:schemeClr val="tx1"/>
              </a:solidFill>
              <a:latin typeface="Arial" panose="020B0604020202020204" pitchFamily="34" charset="0"/>
              <a:cs typeface="Arial" panose="020B0604020202020204" pitchFamily="34" charset="0"/>
            </a:endParaRPr>
          </a:p>
        </p:txBody>
      </p:sp>
      <p:sp>
        <p:nvSpPr>
          <p:cNvPr id="17" name="WD Confidential">
            <a:extLst>
              <a:ext uri="{FF2B5EF4-FFF2-40B4-BE49-F238E27FC236}">
                <a16:creationId xmlns:a16="http://schemas.microsoft.com/office/drawing/2014/main" id="{5200B7ED-7C08-4D33-F9FD-CA07D604611E}"/>
              </a:ext>
            </a:extLst>
          </p:cNvPr>
          <p:cNvSpPr/>
          <p:nvPr/>
        </p:nvSpPr>
        <p:spPr>
          <a:xfrm>
            <a:off x="8991600" y="6638990"/>
            <a:ext cx="1244600" cy="92589"/>
          </a:xfrm>
          <a:prstGeom prst="rect">
            <a:avLst/>
          </a:prstGeom>
          <a:noFill/>
          <a:ln/>
        </p:spPr>
        <p:txBody>
          <a:bodyPr wrap="square" lIns="0" tIns="0" rIns="0" bIns="0" rtlCol="0" anchor="t">
            <a:spAutoFit/>
          </a:bodyPr>
          <a:lstStyle/>
          <a:p>
            <a:pPr>
              <a:lnSpc>
                <a:spcPct val="75000"/>
              </a:lnSpc>
            </a:pPr>
            <a:r>
              <a:rPr lang="en-US" sz="800" b="0" i="0" dirty="0">
                <a:solidFill>
                  <a:schemeClr val="tx1"/>
                </a:solidFill>
                <a:latin typeface="Arial" panose="020B0604020202020204" pitchFamily="34" charset="0"/>
                <a:ea typeface="Arial" pitchFamily="34" charset="-122"/>
                <a:cs typeface="Arial" panose="020B0604020202020204" pitchFamily="34" charset="0"/>
              </a:rPr>
              <a:t>WD CONFIDENTIAL</a:t>
            </a:r>
            <a:endParaRPr lang="en-US" sz="800" b="0" i="0" dirty="0">
              <a:solidFill>
                <a:schemeClr val="tx1"/>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835832225"/>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p:cSld name="Title and 6-Image Grid White">
    <p:bg>
      <p:bgPr>
        <a:solidFill>
          <a:schemeClr val="bg1"/>
        </a:solidFill>
        <a:effectLst/>
      </p:bgPr>
    </p:bg>
    <p:spTree>
      <p:nvGrpSpPr>
        <p:cNvPr id="1" name=""/>
        <p:cNvGrpSpPr/>
        <p:nvPr/>
      </p:nvGrpSpPr>
      <p:grpSpPr>
        <a:xfrm>
          <a:off x="0" y="0"/>
          <a:ext cx="0" cy="0"/>
          <a:chOff x="0" y="0"/>
          <a:chExt cx="0" cy="0"/>
        </a:xfrm>
      </p:grpSpPr>
      <p:sp>
        <p:nvSpPr>
          <p:cNvPr id="6" name="Picture Placeholder 4">
            <a:extLst>
              <a:ext uri="{FF2B5EF4-FFF2-40B4-BE49-F238E27FC236}">
                <a16:creationId xmlns:a16="http://schemas.microsoft.com/office/drawing/2014/main" id="{8AC27782-1955-C093-91A2-B66C8851DC87}"/>
              </a:ext>
            </a:extLst>
          </p:cNvPr>
          <p:cNvSpPr>
            <a:spLocks noGrp="1"/>
          </p:cNvSpPr>
          <p:nvPr>
            <p:ph type="pic" sz="quarter" idx="20"/>
          </p:nvPr>
        </p:nvSpPr>
        <p:spPr>
          <a:xfrm>
            <a:off x="10113402" y="4578924"/>
            <a:ext cx="2074302" cy="2286000"/>
          </a:xfrm>
          <a:prstGeom prst="rect">
            <a:avLst/>
          </a:prstGeom>
        </p:spPr>
        <p:txBody>
          <a:bodyPr rIns="0"/>
          <a:lstStyle>
            <a:lvl1pPr>
              <a:defRPr b="0" i="0">
                <a:solidFill>
                  <a:schemeClr val="tx1"/>
                </a:solidFill>
                <a:latin typeface="Arial" panose="020B0604020202020204" pitchFamily="34" charset="0"/>
                <a:cs typeface="Arial" panose="020B0604020202020204" pitchFamily="34" charset="0"/>
              </a:defRPr>
            </a:lvl1pPr>
          </a:lstStyle>
          <a:p>
            <a:r>
              <a:rPr lang="en-US"/>
              <a:t>Click icon to add picture</a:t>
            </a:r>
            <a:endParaRPr lang="en-US" dirty="0"/>
          </a:p>
        </p:txBody>
      </p:sp>
      <p:sp>
        <p:nvSpPr>
          <p:cNvPr id="7" name="Picture Placeholder 4">
            <a:extLst>
              <a:ext uri="{FF2B5EF4-FFF2-40B4-BE49-F238E27FC236}">
                <a16:creationId xmlns:a16="http://schemas.microsoft.com/office/drawing/2014/main" id="{32620FBD-9C59-F02A-9B9E-AF3677399433}"/>
              </a:ext>
            </a:extLst>
          </p:cNvPr>
          <p:cNvSpPr>
            <a:spLocks noGrp="1"/>
          </p:cNvSpPr>
          <p:nvPr>
            <p:ph type="pic" sz="quarter" idx="17"/>
          </p:nvPr>
        </p:nvSpPr>
        <p:spPr>
          <a:xfrm>
            <a:off x="8039100" y="2279652"/>
            <a:ext cx="2074302" cy="2299272"/>
          </a:xfrm>
          <a:prstGeom prst="rect">
            <a:avLst/>
          </a:prstGeom>
        </p:spPr>
        <p:txBody>
          <a:bodyPr rIns="0"/>
          <a:lstStyle>
            <a:lvl1pPr>
              <a:defRPr b="0" i="0">
                <a:solidFill>
                  <a:schemeClr val="tx1"/>
                </a:solidFill>
                <a:latin typeface="Arial" panose="020B0604020202020204" pitchFamily="34" charset="0"/>
                <a:cs typeface="Arial" panose="020B0604020202020204" pitchFamily="34" charset="0"/>
              </a:defRPr>
            </a:lvl1pPr>
          </a:lstStyle>
          <a:p>
            <a:r>
              <a:rPr lang="en-US"/>
              <a:t>Click icon to add picture</a:t>
            </a:r>
            <a:endParaRPr lang="en-US" dirty="0"/>
          </a:p>
        </p:txBody>
      </p:sp>
      <p:sp>
        <p:nvSpPr>
          <p:cNvPr id="8" name="Picture Placeholder 4">
            <a:extLst>
              <a:ext uri="{FF2B5EF4-FFF2-40B4-BE49-F238E27FC236}">
                <a16:creationId xmlns:a16="http://schemas.microsoft.com/office/drawing/2014/main" id="{84B0E93E-1612-874F-E295-1E4D1D1FC755}"/>
              </a:ext>
            </a:extLst>
          </p:cNvPr>
          <p:cNvSpPr>
            <a:spLocks noGrp="1"/>
          </p:cNvSpPr>
          <p:nvPr>
            <p:ph type="pic" sz="quarter" idx="18"/>
          </p:nvPr>
        </p:nvSpPr>
        <p:spPr>
          <a:xfrm>
            <a:off x="10113402" y="2279652"/>
            <a:ext cx="2078598" cy="2299272"/>
          </a:xfrm>
          <a:prstGeom prst="rect">
            <a:avLst/>
          </a:prstGeom>
        </p:spPr>
        <p:txBody>
          <a:bodyPr rIns="0"/>
          <a:lstStyle>
            <a:lvl1pPr>
              <a:defRPr b="0" i="0">
                <a:solidFill>
                  <a:schemeClr val="tx1"/>
                </a:solidFill>
                <a:latin typeface="Arial" panose="020B0604020202020204" pitchFamily="34" charset="0"/>
                <a:cs typeface="Arial" panose="020B0604020202020204" pitchFamily="34" charset="0"/>
              </a:defRPr>
            </a:lvl1pPr>
          </a:lstStyle>
          <a:p>
            <a:r>
              <a:rPr lang="en-US"/>
              <a:t>Click icon to add picture</a:t>
            </a:r>
            <a:endParaRPr lang="en-US" dirty="0"/>
          </a:p>
        </p:txBody>
      </p:sp>
      <p:sp>
        <p:nvSpPr>
          <p:cNvPr id="12" name="Picture Placeholder 4">
            <a:extLst>
              <a:ext uri="{FF2B5EF4-FFF2-40B4-BE49-F238E27FC236}">
                <a16:creationId xmlns:a16="http://schemas.microsoft.com/office/drawing/2014/main" id="{22C06ADB-D1F7-ABF0-77DE-682B9728EC0A}"/>
              </a:ext>
            </a:extLst>
          </p:cNvPr>
          <p:cNvSpPr>
            <a:spLocks noGrp="1"/>
          </p:cNvSpPr>
          <p:nvPr>
            <p:ph type="pic" sz="quarter" idx="15"/>
          </p:nvPr>
        </p:nvSpPr>
        <p:spPr>
          <a:xfrm>
            <a:off x="8039100" y="0"/>
            <a:ext cx="2074302" cy="2286000"/>
          </a:xfrm>
          <a:prstGeom prst="rect">
            <a:avLst/>
          </a:prstGeom>
        </p:spPr>
        <p:txBody>
          <a:bodyPr rIns="0"/>
          <a:lstStyle>
            <a:lvl1pPr>
              <a:defRPr b="0" i="0">
                <a:solidFill>
                  <a:schemeClr val="tx1"/>
                </a:solidFill>
                <a:latin typeface="Arial" panose="020B0604020202020204" pitchFamily="34" charset="0"/>
                <a:cs typeface="Arial" panose="020B0604020202020204" pitchFamily="34" charset="0"/>
              </a:defRPr>
            </a:lvl1pPr>
          </a:lstStyle>
          <a:p>
            <a:r>
              <a:rPr lang="en-US"/>
              <a:t>Click icon to add picture</a:t>
            </a:r>
            <a:endParaRPr lang="en-US" dirty="0"/>
          </a:p>
        </p:txBody>
      </p:sp>
      <p:sp>
        <p:nvSpPr>
          <p:cNvPr id="13" name="Picture Placeholder 4">
            <a:extLst>
              <a:ext uri="{FF2B5EF4-FFF2-40B4-BE49-F238E27FC236}">
                <a16:creationId xmlns:a16="http://schemas.microsoft.com/office/drawing/2014/main" id="{BAF1612D-EB63-F628-E9D5-632409694361}"/>
              </a:ext>
            </a:extLst>
          </p:cNvPr>
          <p:cNvSpPr>
            <a:spLocks noGrp="1"/>
          </p:cNvSpPr>
          <p:nvPr>
            <p:ph type="pic" sz="quarter" idx="16"/>
          </p:nvPr>
        </p:nvSpPr>
        <p:spPr>
          <a:xfrm>
            <a:off x="10113402" y="0"/>
            <a:ext cx="2078598" cy="2286000"/>
          </a:xfrm>
          <a:prstGeom prst="rect">
            <a:avLst/>
          </a:prstGeom>
        </p:spPr>
        <p:txBody>
          <a:bodyPr rIns="0"/>
          <a:lstStyle>
            <a:lvl1pPr>
              <a:defRPr b="0" i="0">
                <a:solidFill>
                  <a:schemeClr val="tx1"/>
                </a:solidFill>
                <a:latin typeface="Arial" panose="020B0604020202020204" pitchFamily="34" charset="0"/>
                <a:cs typeface="Arial" panose="020B0604020202020204" pitchFamily="34" charset="0"/>
              </a:defRPr>
            </a:lvl1pPr>
          </a:lstStyle>
          <a:p>
            <a:r>
              <a:rPr lang="en-US"/>
              <a:t>Click icon to add picture</a:t>
            </a:r>
            <a:endParaRPr lang="en-US" dirty="0"/>
          </a:p>
        </p:txBody>
      </p:sp>
      <p:sp>
        <p:nvSpPr>
          <p:cNvPr id="19" name="Picture Placeholder 4">
            <a:extLst>
              <a:ext uri="{FF2B5EF4-FFF2-40B4-BE49-F238E27FC236}">
                <a16:creationId xmlns:a16="http://schemas.microsoft.com/office/drawing/2014/main" id="{CF7665F6-37BC-9BEC-34C4-36347A0FEFC9}"/>
              </a:ext>
            </a:extLst>
          </p:cNvPr>
          <p:cNvSpPr>
            <a:spLocks noGrp="1"/>
          </p:cNvSpPr>
          <p:nvPr>
            <p:ph type="pic" sz="quarter" idx="19"/>
          </p:nvPr>
        </p:nvSpPr>
        <p:spPr>
          <a:xfrm>
            <a:off x="8039100" y="4578924"/>
            <a:ext cx="2074302" cy="2286000"/>
          </a:xfrm>
          <a:prstGeom prst="rect">
            <a:avLst/>
          </a:prstGeom>
        </p:spPr>
        <p:txBody>
          <a:bodyPr rIns="0"/>
          <a:lstStyle>
            <a:lvl1pPr>
              <a:defRPr b="0" i="0">
                <a:solidFill>
                  <a:schemeClr val="tx1"/>
                </a:solidFill>
                <a:latin typeface="Arial" panose="020B0604020202020204" pitchFamily="34" charset="0"/>
                <a:cs typeface="Arial" panose="020B0604020202020204" pitchFamily="34" charset="0"/>
              </a:defRPr>
            </a:lvl1pPr>
          </a:lstStyle>
          <a:p>
            <a:r>
              <a:rPr lang="en-US"/>
              <a:t>Click icon to add picture</a:t>
            </a:r>
            <a:endParaRPr lang="en-US" dirty="0"/>
          </a:p>
        </p:txBody>
      </p:sp>
      <p:pic>
        <p:nvPicPr>
          <p:cNvPr id="14" name="Logo" descr="preencoded.png">
            <a:extLst>
              <a:ext uri="{FF2B5EF4-FFF2-40B4-BE49-F238E27FC236}">
                <a16:creationId xmlns:a16="http://schemas.microsoft.com/office/drawing/2014/main" id="{F841EFE1-E224-7CD3-5B8B-CFDCC366F5AF}"/>
              </a:ext>
            </a:extLst>
          </p:cNvPr>
          <p:cNvPicPr>
            <a:picLocks noChangeAspect="1"/>
          </p:cNvPicPr>
          <p:nvPr/>
        </p:nvPicPr>
        <p:blipFill>
          <a:blip>
            <a:extLst>
              <a:ext uri="{96DAC541-7B7A-43D3-8B79-37D633B846F1}">
                <asvg:svgBlip xmlns:asvg="http://schemas.microsoft.com/office/drawing/2016/SVG/main" r:embed="rId2"/>
              </a:ext>
            </a:extLst>
          </a:blip>
          <a:srcRect/>
          <a:stretch/>
        </p:blipFill>
        <p:spPr>
          <a:xfrm>
            <a:off x="10902950" y="419100"/>
            <a:ext cx="869950" cy="222250"/>
          </a:xfrm>
          <a:prstGeom prst="rect">
            <a:avLst/>
          </a:prstGeom>
        </p:spPr>
      </p:pic>
      <p:sp>
        <p:nvSpPr>
          <p:cNvPr id="2" name="Text Placeholder 14">
            <a:extLst>
              <a:ext uri="{FF2B5EF4-FFF2-40B4-BE49-F238E27FC236}">
                <a16:creationId xmlns:a16="http://schemas.microsoft.com/office/drawing/2014/main" id="{C984FB51-EB77-2DE4-DD54-69AE510EA911}"/>
              </a:ext>
            </a:extLst>
          </p:cNvPr>
          <p:cNvSpPr>
            <a:spLocks noGrp="1"/>
          </p:cNvSpPr>
          <p:nvPr>
            <p:ph type="body" sz="quarter" idx="13" hasCustomPrompt="1"/>
          </p:nvPr>
        </p:nvSpPr>
        <p:spPr>
          <a:xfrm>
            <a:off x="339725" y="333800"/>
            <a:ext cx="2860675" cy="307777"/>
          </a:xfrm>
          <a:prstGeom prst="rect">
            <a:avLst/>
          </a:prstGeom>
        </p:spPr>
        <p:txBody>
          <a:bodyPr wrap="square" lIns="82296" rIns="0">
            <a:spAutoFit/>
          </a:bodyPr>
          <a:lstStyle>
            <a:lvl1pPr>
              <a:lnSpc>
                <a:spcPct val="100000"/>
              </a:lnSpc>
              <a:buNone/>
              <a:defRPr sz="1400" b="1" i="0" spc="-30">
                <a:solidFill>
                  <a:schemeClr val="tx2"/>
                </a:solidFill>
                <a:latin typeface="Arial" panose="020B0604020202020204" pitchFamily="34" charset="0"/>
                <a:cs typeface="Arial" panose="020B0604020202020204" pitchFamily="34" charset="0"/>
              </a:defRPr>
            </a:lvl1pPr>
          </a:lstStyle>
          <a:p>
            <a:pPr lvl="0"/>
            <a:r>
              <a:rPr lang="en-US" b="1" dirty="0"/>
              <a:t>Section Header</a:t>
            </a:r>
          </a:p>
        </p:txBody>
      </p:sp>
      <p:sp>
        <p:nvSpPr>
          <p:cNvPr id="4" name="Title 2">
            <a:extLst>
              <a:ext uri="{FF2B5EF4-FFF2-40B4-BE49-F238E27FC236}">
                <a16:creationId xmlns:a16="http://schemas.microsoft.com/office/drawing/2014/main" id="{1C113D96-4D97-155A-FE52-4BCE3F983267}"/>
              </a:ext>
            </a:extLst>
          </p:cNvPr>
          <p:cNvSpPr>
            <a:spLocks noGrp="1"/>
          </p:cNvSpPr>
          <p:nvPr>
            <p:ph type="title" hasCustomPrompt="1"/>
          </p:nvPr>
        </p:nvSpPr>
        <p:spPr>
          <a:xfrm>
            <a:off x="339633" y="702407"/>
            <a:ext cx="6670768" cy="1215333"/>
          </a:xfrm>
          <a:prstGeom prst="rect">
            <a:avLst/>
          </a:prstGeom>
        </p:spPr>
        <p:txBody>
          <a:bodyPr wrap="square" lIns="45720" rIns="0">
            <a:spAutoFit/>
          </a:bodyPr>
          <a:lstStyle>
            <a:lvl1pPr>
              <a:lnSpc>
                <a:spcPct val="85000"/>
              </a:lnSpc>
              <a:defRPr sz="4200" b="0" i="0" spc="-130">
                <a:solidFill>
                  <a:schemeClr val="tx2"/>
                </a:solidFill>
                <a:latin typeface="Arial" panose="020B0604020202020204" pitchFamily="34" charset="0"/>
                <a:cs typeface="Arial" panose="020B0604020202020204" pitchFamily="34" charset="0"/>
              </a:defRPr>
            </a:lvl1pPr>
          </a:lstStyle>
          <a:p>
            <a:r>
              <a:rPr lang="en-US" dirty="0"/>
              <a:t>Content Slide – </a:t>
            </a:r>
            <a:br>
              <a:rPr lang="en-US" dirty="0"/>
            </a:br>
            <a:r>
              <a:rPr lang="en-US" dirty="0"/>
              <a:t>6-Image Grid</a:t>
            </a:r>
          </a:p>
        </p:txBody>
      </p:sp>
      <p:sp>
        <p:nvSpPr>
          <p:cNvPr id="3" name="2026 Western Digital Corporation All rights reserved">
            <a:extLst>
              <a:ext uri="{FF2B5EF4-FFF2-40B4-BE49-F238E27FC236}">
                <a16:creationId xmlns:a16="http://schemas.microsoft.com/office/drawing/2014/main" id="{F4FE30AF-42E6-416F-D8D5-C2D0A69F0D2E}"/>
              </a:ext>
            </a:extLst>
          </p:cNvPr>
          <p:cNvSpPr/>
          <p:nvPr/>
        </p:nvSpPr>
        <p:spPr>
          <a:xfrm>
            <a:off x="419100" y="6638989"/>
            <a:ext cx="2794000" cy="92589"/>
          </a:xfrm>
          <a:prstGeom prst="rect">
            <a:avLst/>
          </a:prstGeom>
          <a:noFill/>
          <a:ln/>
        </p:spPr>
        <p:txBody>
          <a:bodyPr wrap="square" lIns="0" tIns="0" rIns="0" bIns="0" rtlCol="0" anchor="t">
            <a:spAutoFit/>
          </a:bodyPr>
          <a:lstStyle/>
          <a:p>
            <a:pPr>
              <a:lnSpc>
                <a:spcPct val="75000"/>
              </a:lnSpc>
            </a:pPr>
            <a:r>
              <a:rPr lang="en-US" sz="800" b="0" i="0" dirty="0">
                <a:solidFill>
                  <a:schemeClr val="tx1"/>
                </a:solidFill>
                <a:latin typeface="Arial" panose="020B0604020202020204" pitchFamily="34" charset="0"/>
                <a:ea typeface="Arial" pitchFamily="34" charset="-122"/>
                <a:cs typeface="Arial" panose="020B0604020202020204" pitchFamily="34" charset="0"/>
              </a:rPr>
              <a:t>©  2026 Western Digital Corporation. All rights reserved.</a:t>
            </a:r>
            <a:endParaRPr lang="en-US" sz="800" b="0" i="0" dirty="0">
              <a:solidFill>
                <a:schemeClr val="tx1"/>
              </a:solidFill>
              <a:latin typeface="Arial" panose="020B0604020202020204" pitchFamily="34" charset="0"/>
              <a:cs typeface="Arial" panose="020B0604020202020204" pitchFamily="34" charset="0"/>
            </a:endParaRPr>
          </a:p>
        </p:txBody>
      </p:sp>
      <p:sp>
        <p:nvSpPr>
          <p:cNvPr id="9" name="Slide Number Placeholder 1">
            <a:extLst>
              <a:ext uri="{FF2B5EF4-FFF2-40B4-BE49-F238E27FC236}">
                <a16:creationId xmlns:a16="http://schemas.microsoft.com/office/drawing/2014/main" id="{76035546-B7B7-BDD8-5283-C1931FC9ECB6}"/>
              </a:ext>
            </a:extLst>
          </p:cNvPr>
          <p:cNvSpPr>
            <a:spLocks noGrp="1"/>
          </p:cNvSpPr>
          <p:nvPr>
            <p:ph type="sldNum" sz="quarter" idx="4"/>
          </p:nvPr>
        </p:nvSpPr>
        <p:spPr>
          <a:xfrm>
            <a:off x="11215668" y="6562157"/>
            <a:ext cx="658832" cy="215444"/>
          </a:xfrm>
          <a:prstGeom prst="rect">
            <a:avLst/>
          </a:prstGeom>
        </p:spPr>
        <p:txBody>
          <a:bodyPr vert="horz" lIns="91440" tIns="45720" rIns="0" bIns="45720" rtlCol="0" anchor="ctr">
            <a:spAutoFit/>
          </a:bodyPr>
          <a:lstStyle>
            <a:lvl1pPr algn="r">
              <a:defRPr sz="800" b="0" i="0">
                <a:solidFill>
                  <a:schemeClr val="tx1"/>
                </a:solidFill>
                <a:latin typeface="Arial" panose="020B0604020202020204" pitchFamily="34" charset="0"/>
                <a:cs typeface="Arial" panose="020B0604020202020204" pitchFamily="34" charset="0"/>
              </a:defRPr>
            </a:lvl1pPr>
          </a:lstStyle>
          <a:p>
            <a:fld id="{B06B19F4-CF25-446C-B362-D8BB27BE9D9B}" type="slidenum">
              <a:rPr lang="en-US" smtClean="0"/>
              <a:t>‹#›</a:t>
            </a:fld>
            <a:endParaRPr lang="en-US"/>
          </a:p>
        </p:txBody>
      </p:sp>
      <p:sp>
        <p:nvSpPr>
          <p:cNvPr id="15" name="WD Confidential">
            <a:extLst>
              <a:ext uri="{FF2B5EF4-FFF2-40B4-BE49-F238E27FC236}">
                <a16:creationId xmlns:a16="http://schemas.microsoft.com/office/drawing/2014/main" id="{20D1837E-0062-8BF4-A963-96631D55F60C}"/>
              </a:ext>
            </a:extLst>
          </p:cNvPr>
          <p:cNvSpPr/>
          <p:nvPr/>
        </p:nvSpPr>
        <p:spPr>
          <a:xfrm>
            <a:off x="8991600" y="6638990"/>
            <a:ext cx="1244600" cy="92589"/>
          </a:xfrm>
          <a:prstGeom prst="rect">
            <a:avLst/>
          </a:prstGeom>
          <a:noFill/>
          <a:ln/>
        </p:spPr>
        <p:txBody>
          <a:bodyPr wrap="square" lIns="0" tIns="0" rIns="0" bIns="0" rtlCol="0" anchor="t">
            <a:spAutoFit/>
          </a:bodyPr>
          <a:lstStyle/>
          <a:p>
            <a:pPr>
              <a:lnSpc>
                <a:spcPct val="75000"/>
              </a:lnSpc>
            </a:pPr>
            <a:r>
              <a:rPr lang="en-US" sz="800" b="0" i="0" dirty="0">
                <a:solidFill>
                  <a:schemeClr val="tx1"/>
                </a:solidFill>
                <a:latin typeface="Arial" panose="020B0604020202020204" pitchFamily="34" charset="0"/>
                <a:ea typeface="Arial" pitchFamily="34" charset="-122"/>
                <a:cs typeface="Arial" panose="020B0604020202020204" pitchFamily="34" charset="0"/>
              </a:rPr>
              <a:t>WD CONFIDENTIAL</a:t>
            </a:r>
            <a:endParaRPr lang="en-US" sz="800" b="0" i="0" dirty="0">
              <a:solidFill>
                <a:schemeClr val="tx1"/>
              </a:solidFill>
              <a:latin typeface="Arial" panose="020B0604020202020204" pitchFamily="34" charset="0"/>
              <a:cs typeface="Arial" panose="020B0604020202020204" pitchFamily="34" charset="0"/>
            </a:endParaRPr>
          </a:p>
        </p:txBody>
      </p:sp>
      <p:pic>
        <p:nvPicPr>
          <p:cNvPr id="5" name="Logo" descr="preencoded.png">
            <a:extLst>
              <a:ext uri="{FF2B5EF4-FFF2-40B4-BE49-F238E27FC236}">
                <a16:creationId xmlns:a16="http://schemas.microsoft.com/office/drawing/2014/main" id="{22B2C9AD-1215-CCF0-D5EF-06A7280E959D}"/>
              </a:ext>
            </a:extLst>
          </p:cNvPr>
          <p:cNvPicPr>
            <a:picLocks noChangeAspect="1"/>
          </p:cNvPicPr>
          <p:nvPr/>
        </p:nvPicPr>
        <p:blipFill>
          <a:blip>
            <a:extLst>
              <a:ext uri="{96DAC541-7B7A-43D3-8B79-37D633B846F1}">
                <asvg:svgBlip xmlns:asvg="http://schemas.microsoft.com/office/drawing/2016/SVG/main" r:embed="rId2"/>
              </a:ext>
            </a:extLst>
          </a:blip>
          <a:srcRect/>
          <a:stretch/>
        </p:blipFill>
        <p:spPr>
          <a:xfrm>
            <a:off x="10902950" y="419100"/>
            <a:ext cx="869950" cy="222250"/>
          </a:xfrm>
          <a:prstGeom prst="rect">
            <a:avLst/>
          </a:prstGeom>
        </p:spPr>
      </p:pic>
      <p:sp>
        <p:nvSpPr>
          <p:cNvPr id="10" name="2026 Western Digital Corporation All rights reserved">
            <a:extLst>
              <a:ext uri="{FF2B5EF4-FFF2-40B4-BE49-F238E27FC236}">
                <a16:creationId xmlns:a16="http://schemas.microsoft.com/office/drawing/2014/main" id="{514C3B8C-41AF-112D-D4B1-46CB0C5B209D}"/>
              </a:ext>
            </a:extLst>
          </p:cNvPr>
          <p:cNvSpPr/>
          <p:nvPr/>
        </p:nvSpPr>
        <p:spPr>
          <a:xfrm>
            <a:off x="419100" y="6638989"/>
            <a:ext cx="2794000" cy="92589"/>
          </a:xfrm>
          <a:prstGeom prst="rect">
            <a:avLst/>
          </a:prstGeom>
          <a:noFill/>
          <a:ln/>
        </p:spPr>
        <p:txBody>
          <a:bodyPr wrap="square" lIns="0" tIns="0" rIns="0" bIns="0" rtlCol="0" anchor="t">
            <a:spAutoFit/>
          </a:bodyPr>
          <a:lstStyle/>
          <a:p>
            <a:pPr>
              <a:lnSpc>
                <a:spcPct val="75000"/>
              </a:lnSpc>
            </a:pPr>
            <a:r>
              <a:rPr lang="en-US" sz="800" b="0" i="0" dirty="0">
                <a:solidFill>
                  <a:schemeClr val="tx1"/>
                </a:solidFill>
                <a:latin typeface="Arial" panose="020B0604020202020204" pitchFamily="34" charset="0"/>
                <a:ea typeface="Arial" pitchFamily="34" charset="-122"/>
                <a:cs typeface="Arial" panose="020B0604020202020204" pitchFamily="34" charset="0"/>
              </a:rPr>
              <a:t>©  2026 Western Digital Corporation. All rights reserved.</a:t>
            </a:r>
            <a:endParaRPr lang="en-US" sz="800" b="0" i="0" dirty="0">
              <a:solidFill>
                <a:schemeClr val="tx1"/>
              </a:solidFill>
              <a:latin typeface="Arial" panose="020B0604020202020204" pitchFamily="34" charset="0"/>
              <a:cs typeface="Arial" panose="020B0604020202020204" pitchFamily="34" charset="0"/>
            </a:endParaRPr>
          </a:p>
        </p:txBody>
      </p:sp>
      <p:sp>
        <p:nvSpPr>
          <p:cNvPr id="11" name="WD Confidential">
            <a:extLst>
              <a:ext uri="{FF2B5EF4-FFF2-40B4-BE49-F238E27FC236}">
                <a16:creationId xmlns:a16="http://schemas.microsoft.com/office/drawing/2014/main" id="{837B7DF5-7F3F-B32B-EB9D-B2EB7EAA2A1C}"/>
              </a:ext>
            </a:extLst>
          </p:cNvPr>
          <p:cNvSpPr/>
          <p:nvPr/>
        </p:nvSpPr>
        <p:spPr>
          <a:xfrm>
            <a:off x="8991600" y="6638990"/>
            <a:ext cx="1244600" cy="92589"/>
          </a:xfrm>
          <a:prstGeom prst="rect">
            <a:avLst/>
          </a:prstGeom>
          <a:noFill/>
          <a:ln/>
        </p:spPr>
        <p:txBody>
          <a:bodyPr wrap="square" lIns="0" tIns="0" rIns="0" bIns="0" rtlCol="0" anchor="t">
            <a:spAutoFit/>
          </a:bodyPr>
          <a:lstStyle/>
          <a:p>
            <a:pPr>
              <a:lnSpc>
                <a:spcPct val="75000"/>
              </a:lnSpc>
            </a:pPr>
            <a:r>
              <a:rPr lang="en-US" sz="800" b="0" i="0" dirty="0">
                <a:solidFill>
                  <a:schemeClr val="tx1"/>
                </a:solidFill>
                <a:latin typeface="Arial" panose="020B0604020202020204" pitchFamily="34" charset="0"/>
                <a:ea typeface="Arial" pitchFamily="34" charset="-122"/>
                <a:cs typeface="Arial" panose="020B0604020202020204" pitchFamily="34" charset="0"/>
              </a:rPr>
              <a:t>WD CONFIDENTIAL</a:t>
            </a:r>
            <a:endParaRPr lang="en-US" sz="800" b="0" i="0" dirty="0">
              <a:solidFill>
                <a:schemeClr val="tx1"/>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86711834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p:cSld name="Title and 6-Image Grid Vault Navy">
    <p:bg>
      <p:bgRef idx="1001">
        <a:schemeClr val="bg2"/>
      </p:bgRef>
    </p:bg>
    <p:spTree>
      <p:nvGrpSpPr>
        <p:cNvPr id="1" name=""/>
        <p:cNvGrpSpPr/>
        <p:nvPr/>
      </p:nvGrpSpPr>
      <p:grpSpPr>
        <a:xfrm>
          <a:off x="0" y="0"/>
          <a:ext cx="0" cy="0"/>
          <a:chOff x="0" y="0"/>
          <a:chExt cx="0" cy="0"/>
        </a:xfrm>
      </p:grpSpPr>
      <p:sp>
        <p:nvSpPr>
          <p:cNvPr id="9" name="Picture Placeholder 4">
            <a:extLst>
              <a:ext uri="{FF2B5EF4-FFF2-40B4-BE49-F238E27FC236}">
                <a16:creationId xmlns:a16="http://schemas.microsoft.com/office/drawing/2014/main" id="{72768E50-4F8A-707B-3B64-888A6D28154B}"/>
              </a:ext>
            </a:extLst>
          </p:cNvPr>
          <p:cNvSpPr>
            <a:spLocks noGrp="1"/>
          </p:cNvSpPr>
          <p:nvPr>
            <p:ph type="pic" sz="quarter" idx="20"/>
          </p:nvPr>
        </p:nvSpPr>
        <p:spPr>
          <a:xfrm>
            <a:off x="10113402" y="4578924"/>
            <a:ext cx="2074302" cy="2286000"/>
          </a:xfrm>
          <a:prstGeom prst="rect">
            <a:avLst/>
          </a:prstGeom>
        </p:spPr>
        <p:txBody>
          <a:bodyPr rIns="0"/>
          <a:lstStyle>
            <a:lvl1pPr>
              <a:defRPr b="0" i="0">
                <a:solidFill>
                  <a:schemeClr val="tx1"/>
                </a:solidFill>
                <a:latin typeface="Arial" panose="020B0604020202020204" pitchFamily="34" charset="0"/>
                <a:cs typeface="Arial" panose="020B0604020202020204" pitchFamily="34" charset="0"/>
              </a:defRPr>
            </a:lvl1pPr>
          </a:lstStyle>
          <a:p>
            <a:r>
              <a:rPr lang="en-US"/>
              <a:t>Click icon to add picture</a:t>
            </a:r>
            <a:endParaRPr lang="en-US" dirty="0"/>
          </a:p>
        </p:txBody>
      </p:sp>
      <p:sp>
        <p:nvSpPr>
          <p:cNvPr id="17" name="Picture Placeholder 4">
            <a:extLst>
              <a:ext uri="{FF2B5EF4-FFF2-40B4-BE49-F238E27FC236}">
                <a16:creationId xmlns:a16="http://schemas.microsoft.com/office/drawing/2014/main" id="{0FD63C80-67B9-0E70-C35A-2787A907D482}"/>
              </a:ext>
            </a:extLst>
          </p:cNvPr>
          <p:cNvSpPr>
            <a:spLocks noGrp="1"/>
          </p:cNvSpPr>
          <p:nvPr>
            <p:ph type="pic" sz="quarter" idx="17"/>
          </p:nvPr>
        </p:nvSpPr>
        <p:spPr>
          <a:xfrm>
            <a:off x="8039100" y="2279652"/>
            <a:ext cx="2074302" cy="2299272"/>
          </a:xfrm>
          <a:prstGeom prst="rect">
            <a:avLst/>
          </a:prstGeom>
        </p:spPr>
        <p:txBody>
          <a:bodyPr rIns="0"/>
          <a:lstStyle>
            <a:lvl1pPr>
              <a:defRPr b="0" i="0">
                <a:solidFill>
                  <a:schemeClr val="tx1"/>
                </a:solidFill>
                <a:latin typeface="Arial" panose="020B0604020202020204" pitchFamily="34" charset="0"/>
                <a:cs typeface="Arial" panose="020B0604020202020204" pitchFamily="34" charset="0"/>
              </a:defRPr>
            </a:lvl1pPr>
          </a:lstStyle>
          <a:p>
            <a:r>
              <a:rPr lang="en-US"/>
              <a:t>Click icon to add picture</a:t>
            </a:r>
            <a:endParaRPr lang="en-US" dirty="0"/>
          </a:p>
        </p:txBody>
      </p:sp>
      <p:sp>
        <p:nvSpPr>
          <p:cNvPr id="18" name="Picture Placeholder 4">
            <a:extLst>
              <a:ext uri="{FF2B5EF4-FFF2-40B4-BE49-F238E27FC236}">
                <a16:creationId xmlns:a16="http://schemas.microsoft.com/office/drawing/2014/main" id="{BD2881D2-388F-598E-9A93-486A3B3B44C3}"/>
              </a:ext>
            </a:extLst>
          </p:cNvPr>
          <p:cNvSpPr>
            <a:spLocks noGrp="1"/>
          </p:cNvSpPr>
          <p:nvPr>
            <p:ph type="pic" sz="quarter" idx="18"/>
          </p:nvPr>
        </p:nvSpPr>
        <p:spPr>
          <a:xfrm>
            <a:off x="10113402" y="2279652"/>
            <a:ext cx="2078598" cy="2299272"/>
          </a:xfrm>
          <a:prstGeom prst="rect">
            <a:avLst/>
          </a:prstGeom>
        </p:spPr>
        <p:txBody>
          <a:bodyPr rIns="0"/>
          <a:lstStyle>
            <a:lvl1pPr>
              <a:defRPr b="0" i="0">
                <a:solidFill>
                  <a:schemeClr val="tx1"/>
                </a:solidFill>
                <a:latin typeface="Arial" panose="020B0604020202020204" pitchFamily="34" charset="0"/>
                <a:cs typeface="Arial" panose="020B0604020202020204" pitchFamily="34" charset="0"/>
              </a:defRPr>
            </a:lvl1pPr>
          </a:lstStyle>
          <a:p>
            <a:r>
              <a:rPr lang="en-US"/>
              <a:t>Click icon to add picture</a:t>
            </a:r>
            <a:endParaRPr lang="en-US" dirty="0"/>
          </a:p>
        </p:txBody>
      </p:sp>
      <p:sp>
        <p:nvSpPr>
          <p:cNvPr id="15" name="Picture Placeholder 4">
            <a:extLst>
              <a:ext uri="{FF2B5EF4-FFF2-40B4-BE49-F238E27FC236}">
                <a16:creationId xmlns:a16="http://schemas.microsoft.com/office/drawing/2014/main" id="{13883C4B-3946-CDDE-4891-33FD97E9178B}"/>
              </a:ext>
            </a:extLst>
          </p:cNvPr>
          <p:cNvSpPr>
            <a:spLocks noGrp="1"/>
          </p:cNvSpPr>
          <p:nvPr>
            <p:ph type="pic" sz="quarter" idx="15"/>
          </p:nvPr>
        </p:nvSpPr>
        <p:spPr>
          <a:xfrm>
            <a:off x="8039100" y="0"/>
            <a:ext cx="2074302" cy="2286000"/>
          </a:xfrm>
          <a:prstGeom prst="rect">
            <a:avLst/>
          </a:prstGeom>
        </p:spPr>
        <p:txBody>
          <a:bodyPr rIns="0"/>
          <a:lstStyle>
            <a:lvl1pPr>
              <a:defRPr b="0" i="0">
                <a:solidFill>
                  <a:schemeClr val="tx1"/>
                </a:solidFill>
                <a:latin typeface="Arial" panose="020B0604020202020204" pitchFamily="34" charset="0"/>
                <a:cs typeface="Arial" panose="020B0604020202020204" pitchFamily="34" charset="0"/>
              </a:defRPr>
            </a:lvl1pPr>
          </a:lstStyle>
          <a:p>
            <a:r>
              <a:rPr lang="en-US"/>
              <a:t>Click icon to add picture</a:t>
            </a:r>
            <a:endParaRPr lang="en-US" dirty="0"/>
          </a:p>
        </p:txBody>
      </p:sp>
      <p:sp>
        <p:nvSpPr>
          <p:cNvPr id="16" name="Picture Placeholder 4">
            <a:extLst>
              <a:ext uri="{FF2B5EF4-FFF2-40B4-BE49-F238E27FC236}">
                <a16:creationId xmlns:a16="http://schemas.microsoft.com/office/drawing/2014/main" id="{2F7C217B-5411-1407-AB4D-0F331F01DB41}"/>
              </a:ext>
            </a:extLst>
          </p:cNvPr>
          <p:cNvSpPr>
            <a:spLocks noGrp="1"/>
          </p:cNvSpPr>
          <p:nvPr>
            <p:ph type="pic" sz="quarter" idx="16"/>
          </p:nvPr>
        </p:nvSpPr>
        <p:spPr>
          <a:xfrm>
            <a:off x="10113402" y="0"/>
            <a:ext cx="2078598" cy="2286000"/>
          </a:xfrm>
          <a:prstGeom prst="rect">
            <a:avLst/>
          </a:prstGeom>
        </p:spPr>
        <p:txBody>
          <a:bodyPr rIns="0"/>
          <a:lstStyle>
            <a:lvl1pPr>
              <a:defRPr b="0" i="0">
                <a:solidFill>
                  <a:schemeClr val="tx1"/>
                </a:solidFill>
                <a:latin typeface="Arial" panose="020B0604020202020204" pitchFamily="34" charset="0"/>
                <a:cs typeface="Arial" panose="020B0604020202020204" pitchFamily="34" charset="0"/>
              </a:defRPr>
            </a:lvl1pPr>
          </a:lstStyle>
          <a:p>
            <a:r>
              <a:rPr lang="en-US"/>
              <a:t>Click icon to add picture</a:t>
            </a:r>
            <a:endParaRPr lang="en-US" dirty="0"/>
          </a:p>
        </p:txBody>
      </p:sp>
      <p:sp>
        <p:nvSpPr>
          <p:cNvPr id="3" name="Picture Placeholder 4">
            <a:extLst>
              <a:ext uri="{FF2B5EF4-FFF2-40B4-BE49-F238E27FC236}">
                <a16:creationId xmlns:a16="http://schemas.microsoft.com/office/drawing/2014/main" id="{5F37DA75-1BBE-A161-11E0-19C5909B0BC1}"/>
              </a:ext>
            </a:extLst>
          </p:cNvPr>
          <p:cNvSpPr>
            <a:spLocks noGrp="1"/>
          </p:cNvSpPr>
          <p:nvPr>
            <p:ph type="pic" sz="quarter" idx="19"/>
          </p:nvPr>
        </p:nvSpPr>
        <p:spPr>
          <a:xfrm>
            <a:off x="8039100" y="4578924"/>
            <a:ext cx="2074302" cy="2286000"/>
          </a:xfrm>
          <a:prstGeom prst="rect">
            <a:avLst/>
          </a:prstGeom>
        </p:spPr>
        <p:txBody>
          <a:bodyPr rIns="0"/>
          <a:lstStyle>
            <a:lvl1pPr>
              <a:defRPr b="0" i="0">
                <a:solidFill>
                  <a:schemeClr val="tx1"/>
                </a:solidFill>
                <a:latin typeface="Arial" panose="020B0604020202020204" pitchFamily="34" charset="0"/>
                <a:cs typeface="Arial" panose="020B0604020202020204" pitchFamily="34" charset="0"/>
              </a:defRPr>
            </a:lvl1pPr>
          </a:lstStyle>
          <a:p>
            <a:r>
              <a:rPr lang="en-US"/>
              <a:t>Click icon to add picture</a:t>
            </a:r>
            <a:endParaRPr lang="en-US" dirty="0"/>
          </a:p>
        </p:txBody>
      </p:sp>
      <p:sp>
        <p:nvSpPr>
          <p:cNvPr id="2" name="Text Placeholder 14">
            <a:extLst>
              <a:ext uri="{FF2B5EF4-FFF2-40B4-BE49-F238E27FC236}">
                <a16:creationId xmlns:a16="http://schemas.microsoft.com/office/drawing/2014/main" id="{C984FB51-EB77-2DE4-DD54-69AE510EA911}"/>
              </a:ext>
            </a:extLst>
          </p:cNvPr>
          <p:cNvSpPr>
            <a:spLocks noGrp="1"/>
          </p:cNvSpPr>
          <p:nvPr>
            <p:ph type="body" sz="quarter" idx="13" hasCustomPrompt="1"/>
          </p:nvPr>
        </p:nvSpPr>
        <p:spPr>
          <a:xfrm>
            <a:off x="339725" y="333800"/>
            <a:ext cx="2860675" cy="307777"/>
          </a:xfrm>
          <a:prstGeom prst="rect">
            <a:avLst/>
          </a:prstGeom>
        </p:spPr>
        <p:txBody>
          <a:bodyPr wrap="square" lIns="82296" rIns="0">
            <a:spAutoFit/>
          </a:bodyPr>
          <a:lstStyle>
            <a:lvl1pPr>
              <a:lnSpc>
                <a:spcPct val="100000"/>
              </a:lnSpc>
              <a:buNone/>
              <a:defRPr sz="1400" b="1" i="0" spc="-30">
                <a:solidFill>
                  <a:schemeClr val="tx1"/>
                </a:solidFill>
                <a:latin typeface="Arial" panose="020B0604020202020204" pitchFamily="34" charset="0"/>
                <a:cs typeface="Arial" panose="020B0604020202020204" pitchFamily="34" charset="0"/>
              </a:defRPr>
            </a:lvl1pPr>
          </a:lstStyle>
          <a:p>
            <a:pPr lvl="0"/>
            <a:r>
              <a:rPr lang="en-US" b="1" dirty="0"/>
              <a:t>Section Header</a:t>
            </a:r>
          </a:p>
        </p:txBody>
      </p:sp>
      <p:sp>
        <p:nvSpPr>
          <p:cNvPr id="4" name="Title 2">
            <a:extLst>
              <a:ext uri="{FF2B5EF4-FFF2-40B4-BE49-F238E27FC236}">
                <a16:creationId xmlns:a16="http://schemas.microsoft.com/office/drawing/2014/main" id="{1C113D96-4D97-155A-FE52-4BCE3F983267}"/>
              </a:ext>
            </a:extLst>
          </p:cNvPr>
          <p:cNvSpPr>
            <a:spLocks noGrp="1"/>
          </p:cNvSpPr>
          <p:nvPr>
            <p:ph type="title" hasCustomPrompt="1"/>
          </p:nvPr>
        </p:nvSpPr>
        <p:spPr>
          <a:xfrm>
            <a:off x="339633" y="702407"/>
            <a:ext cx="6670768" cy="1215333"/>
          </a:xfrm>
          <a:prstGeom prst="rect">
            <a:avLst/>
          </a:prstGeom>
        </p:spPr>
        <p:txBody>
          <a:bodyPr wrap="square" lIns="45720" rIns="0">
            <a:spAutoFit/>
          </a:bodyPr>
          <a:lstStyle>
            <a:lvl1pPr>
              <a:lnSpc>
                <a:spcPct val="85000"/>
              </a:lnSpc>
              <a:defRPr sz="4200" b="0" i="0" spc="-130">
                <a:solidFill>
                  <a:schemeClr val="tx1"/>
                </a:solidFill>
                <a:latin typeface="Arial" panose="020B0604020202020204" pitchFamily="34" charset="0"/>
                <a:cs typeface="Arial" panose="020B0604020202020204" pitchFamily="34" charset="0"/>
              </a:defRPr>
            </a:lvl1pPr>
          </a:lstStyle>
          <a:p>
            <a:r>
              <a:rPr lang="en-US" dirty="0"/>
              <a:t>Content Slide – </a:t>
            </a:r>
            <a:br>
              <a:rPr lang="en-US" dirty="0"/>
            </a:br>
            <a:r>
              <a:rPr lang="en-US" dirty="0"/>
              <a:t>6-Image Grid</a:t>
            </a:r>
          </a:p>
        </p:txBody>
      </p:sp>
      <p:pic>
        <p:nvPicPr>
          <p:cNvPr id="14" name="Logo" descr="preencoded.png">
            <a:extLst>
              <a:ext uri="{FF2B5EF4-FFF2-40B4-BE49-F238E27FC236}">
                <a16:creationId xmlns:a16="http://schemas.microsoft.com/office/drawing/2014/main" id="{F841EFE1-E224-7CD3-5B8B-CFDCC366F5AF}"/>
              </a:ext>
            </a:extLst>
          </p:cNvPr>
          <p:cNvPicPr>
            <a:picLocks noChangeAspect="1"/>
          </p:cNvPicPr>
          <p:nvPr/>
        </p:nvPicPr>
        <p:blipFill>
          <a:blip>
            <a:extLst>
              <a:ext uri="{96DAC541-7B7A-43D3-8B79-37D633B846F1}">
                <asvg:svgBlip xmlns:asvg="http://schemas.microsoft.com/office/drawing/2016/SVG/main" r:embed="rId2"/>
              </a:ext>
            </a:extLst>
          </a:blip>
          <a:srcRect/>
          <a:stretch/>
        </p:blipFill>
        <p:spPr>
          <a:xfrm>
            <a:off x="10902950" y="419100"/>
            <a:ext cx="869950" cy="222250"/>
          </a:xfrm>
          <a:prstGeom prst="rect">
            <a:avLst/>
          </a:prstGeom>
        </p:spPr>
      </p:pic>
      <p:sp>
        <p:nvSpPr>
          <p:cNvPr id="6" name="2026 Western Digital Corporation All rights reserved">
            <a:extLst>
              <a:ext uri="{FF2B5EF4-FFF2-40B4-BE49-F238E27FC236}">
                <a16:creationId xmlns:a16="http://schemas.microsoft.com/office/drawing/2014/main" id="{E1647B93-DF49-D676-AD9E-A527B023EA7B}"/>
              </a:ext>
            </a:extLst>
          </p:cNvPr>
          <p:cNvSpPr/>
          <p:nvPr/>
        </p:nvSpPr>
        <p:spPr>
          <a:xfrm>
            <a:off x="419100" y="6638989"/>
            <a:ext cx="2794000" cy="92589"/>
          </a:xfrm>
          <a:prstGeom prst="rect">
            <a:avLst/>
          </a:prstGeom>
          <a:noFill/>
          <a:ln/>
        </p:spPr>
        <p:txBody>
          <a:bodyPr wrap="square" lIns="0" tIns="0" rIns="0" bIns="0" rtlCol="0" anchor="t">
            <a:spAutoFit/>
          </a:bodyPr>
          <a:lstStyle/>
          <a:p>
            <a:pPr>
              <a:lnSpc>
                <a:spcPct val="75000"/>
              </a:lnSpc>
            </a:pPr>
            <a:r>
              <a:rPr lang="en-US" sz="800" b="0" i="0" dirty="0">
                <a:solidFill>
                  <a:schemeClr val="tx1"/>
                </a:solidFill>
                <a:latin typeface="Arial" panose="020B0604020202020204" pitchFamily="34" charset="0"/>
                <a:ea typeface="Arial" pitchFamily="34" charset="-122"/>
                <a:cs typeface="Arial" panose="020B0604020202020204" pitchFamily="34" charset="0"/>
              </a:rPr>
              <a:t>©  2026 Western Digital Corporation. All rights reserved.</a:t>
            </a:r>
            <a:endParaRPr lang="en-US" sz="800" b="0" i="0" dirty="0">
              <a:solidFill>
                <a:schemeClr val="tx1"/>
              </a:solidFill>
              <a:latin typeface="Arial" panose="020B0604020202020204" pitchFamily="34" charset="0"/>
              <a:cs typeface="Arial" panose="020B0604020202020204" pitchFamily="34" charset="0"/>
            </a:endParaRPr>
          </a:p>
        </p:txBody>
      </p:sp>
      <p:sp>
        <p:nvSpPr>
          <p:cNvPr id="7" name="Slide Number Placeholder 1">
            <a:extLst>
              <a:ext uri="{FF2B5EF4-FFF2-40B4-BE49-F238E27FC236}">
                <a16:creationId xmlns:a16="http://schemas.microsoft.com/office/drawing/2014/main" id="{565971A0-9D80-6D26-5302-E6DEB09BE04F}"/>
              </a:ext>
            </a:extLst>
          </p:cNvPr>
          <p:cNvSpPr>
            <a:spLocks noGrp="1"/>
          </p:cNvSpPr>
          <p:nvPr>
            <p:ph type="sldNum" sz="quarter" idx="4"/>
          </p:nvPr>
        </p:nvSpPr>
        <p:spPr>
          <a:xfrm>
            <a:off x="11215668" y="6562157"/>
            <a:ext cx="658832" cy="215444"/>
          </a:xfrm>
          <a:prstGeom prst="rect">
            <a:avLst/>
          </a:prstGeom>
        </p:spPr>
        <p:txBody>
          <a:bodyPr vert="horz" lIns="91440" tIns="45720" rIns="0" bIns="45720" rtlCol="0" anchor="ctr">
            <a:spAutoFit/>
          </a:bodyPr>
          <a:lstStyle>
            <a:lvl1pPr algn="r">
              <a:defRPr sz="800" b="0" i="0">
                <a:solidFill>
                  <a:schemeClr val="tx1"/>
                </a:solidFill>
                <a:latin typeface="Arial" panose="020B0604020202020204" pitchFamily="34" charset="0"/>
                <a:cs typeface="Arial" panose="020B0604020202020204" pitchFamily="34" charset="0"/>
              </a:defRPr>
            </a:lvl1pPr>
          </a:lstStyle>
          <a:p>
            <a:fld id="{B06B19F4-CF25-446C-B362-D8BB27BE9D9B}" type="slidenum">
              <a:rPr lang="en-US" smtClean="0"/>
              <a:t>‹#›</a:t>
            </a:fld>
            <a:endParaRPr lang="en-US"/>
          </a:p>
        </p:txBody>
      </p:sp>
      <p:sp>
        <p:nvSpPr>
          <p:cNvPr id="8" name="WD Confidential">
            <a:extLst>
              <a:ext uri="{FF2B5EF4-FFF2-40B4-BE49-F238E27FC236}">
                <a16:creationId xmlns:a16="http://schemas.microsoft.com/office/drawing/2014/main" id="{9A13EC03-5802-2E73-0FB5-1529BA715D69}"/>
              </a:ext>
            </a:extLst>
          </p:cNvPr>
          <p:cNvSpPr/>
          <p:nvPr/>
        </p:nvSpPr>
        <p:spPr>
          <a:xfrm>
            <a:off x="8991600" y="6638990"/>
            <a:ext cx="1244600" cy="92589"/>
          </a:xfrm>
          <a:prstGeom prst="rect">
            <a:avLst/>
          </a:prstGeom>
          <a:noFill/>
          <a:ln/>
        </p:spPr>
        <p:txBody>
          <a:bodyPr wrap="square" lIns="0" tIns="0" rIns="0" bIns="0" rtlCol="0" anchor="t">
            <a:spAutoFit/>
          </a:bodyPr>
          <a:lstStyle/>
          <a:p>
            <a:pPr>
              <a:lnSpc>
                <a:spcPct val="75000"/>
              </a:lnSpc>
            </a:pPr>
            <a:r>
              <a:rPr lang="en-US" sz="800" b="0" i="0" dirty="0">
                <a:solidFill>
                  <a:schemeClr val="tx1"/>
                </a:solidFill>
                <a:latin typeface="Arial" panose="020B0604020202020204" pitchFamily="34" charset="0"/>
                <a:ea typeface="Arial" pitchFamily="34" charset="-122"/>
                <a:cs typeface="Arial" panose="020B0604020202020204" pitchFamily="34" charset="0"/>
              </a:rPr>
              <a:t>WD CONFIDENTIAL</a:t>
            </a:r>
            <a:endParaRPr lang="en-US" sz="800" b="0" i="0" dirty="0">
              <a:solidFill>
                <a:schemeClr val="tx1"/>
              </a:solidFill>
              <a:latin typeface="Arial" panose="020B0604020202020204" pitchFamily="34" charset="0"/>
              <a:cs typeface="Arial" panose="020B0604020202020204" pitchFamily="34" charset="0"/>
            </a:endParaRPr>
          </a:p>
        </p:txBody>
      </p:sp>
      <p:pic>
        <p:nvPicPr>
          <p:cNvPr id="5" name="Logo" descr="preencoded.png">
            <a:extLst>
              <a:ext uri="{FF2B5EF4-FFF2-40B4-BE49-F238E27FC236}">
                <a16:creationId xmlns:a16="http://schemas.microsoft.com/office/drawing/2014/main" id="{D4C6FEE9-13DE-7A58-A374-A3BD460B9271}"/>
              </a:ext>
            </a:extLst>
          </p:cNvPr>
          <p:cNvPicPr>
            <a:picLocks noChangeAspect="1"/>
          </p:cNvPicPr>
          <p:nvPr/>
        </p:nvPicPr>
        <p:blipFill>
          <a:blip>
            <a:extLst>
              <a:ext uri="{96DAC541-7B7A-43D3-8B79-37D633B846F1}">
                <asvg:svgBlip xmlns:asvg="http://schemas.microsoft.com/office/drawing/2016/SVG/main" r:embed="rId2"/>
              </a:ext>
            </a:extLst>
          </a:blip>
          <a:srcRect/>
          <a:stretch/>
        </p:blipFill>
        <p:spPr>
          <a:xfrm>
            <a:off x="10902950" y="419100"/>
            <a:ext cx="869950" cy="222250"/>
          </a:xfrm>
          <a:prstGeom prst="rect">
            <a:avLst/>
          </a:prstGeom>
        </p:spPr>
      </p:pic>
      <p:sp>
        <p:nvSpPr>
          <p:cNvPr id="10" name="2026 Western Digital Corporation All rights reserved">
            <a:extLst>
              <a:ext uri="{FF2B5EF4-FFF2-40B4-BE49-F238E27FC236}">
                <a16:creationId xmlns:a16="http://schemas.microsoft.com/office/drawing/2014/main" id="{259798D2-7D61-ADA0-D420-E589F19AF9D8}"/>
              </a:ext>
            </a:extLst>
          </p:cNvPr>
          <p:cNvSpPr/>
          <p:nvPr/>
        </p:nvSpPr>
        <p:spPr>
          <a:xfrm>
            <a:off x="419100" y="6638989"/>
            <a:ext cx="2794000" cy="92589"/>
          </a:xfrm>
          <a:prstGeom prst="rect">
            <a:avLst/>
          </a:prstGeom>
          <a:noFill/>
          <a:ln/>
        </p:spPr>
        <p:txBody>
          <a:bodyPr wrap="square" lIns="0" tIns="0" rIns="0" bIns="0" rtlCol="0" anchor="t">
            <a:spAutoFit/>
          </a:bodyPr>
          <a:lstStyle/>
          <a:p>
            <a:pPr>
              <a:lnSpc>
                <a:spcPct val="75000"/>
              </a:lnSpc>
            </a:pPr>
            <a:r>
              <a:rPr lang="en-US" sz="800" b="0" i="0" dirty="0">
                <a:solidFill>
                  <a:schemeClr val="tx1"/>
                </a:solidFill>
                <a:latin typeface="Arial" panose="020B0604020202020204" pitchFamily="34" charset="0"/>
                <a:ea typeface="Arial" pitchFamily="34" charset="-122"/>
                <a:cs typeface="Arial" panose="020B0604020202020204" pitchFamily="34" charset="0"/>
              </a:rPr>
              <a:t>©  2026 Western Digital Corporation. All rights reserved.</a:t>
            </a:r>
            <a:endParaRPr lang="en-US" sz="800" b="0" i="0" dirty="0">
              <a:solidFill>
                <a:schemeClr val="tx1"/>
              </a:solidFill>
              <a:latin typeface="Arial" panose="020B0604020202020204" pitchFamily="34" charset="0"/>
              <a:cs typeface="Arial" panose="020B0604020202020204" pitchFamily="34" charset="0"/>
            </a:endParaRPr>
          </a:p>
        </p:txBody>
      </p:sp>
      <p:sp>
        <p:nvSpPr>
          <p:cNvPr id="11" name="WD Confidential">
            <a:extLst>
              <a:ext uri="{FF2B5EF4-FFF2-40B4-BE49-F238E27FC236}">
                <a16:creationId xmlns:a16="http://schemas.microsoft.com/office/drawing/2014/main" id="{A22FEDC3-FF1E-53BE-215B-64F160804FCF}"/>
              </a:ext>
            </a:extLst>
          </p:cNvPr>
          <p:cNvSpPr/>
          <p:nvPr/>
        </p:nvSpPr>
        <p:spPr>
          <a:xfrm>
            <a:off x="8991600" y="6638990"/>
            <a:ext cx="1244600" cy="92589"/>
          </a:xfrm>
          <a:prstGeom prst="rect">
            <a:avLst/>
          </a:prstGeom>
          <a:noFill/>
          <a:ln/>
        </p:spPr>
        <p:txBody>
          <a:bodyPr wrap="square" lIns="0" tIns="0" rIns="0" bIns="0" rtlCol="0" anchor="t">
            <a:spAutoFit/>
          </a:bodyPr>
          <a:lstStyle/>
          <a:p>
            <a:pPr>
              <a:lnSpc>
                <a:spcPct val="75000"/>
              </a:lnSpc>
            </a:pPr>
            <a:r>
              <a:rPr lang="en-US" sz="800" b="0" i="0" dirty="0">
                <a:solidFill>
                  <a:schemeClr val="tx1"/>
                </a:solidFill>
                <a:latin typeface="Arial" panose="020B0604020202020204" pitchFamily="34" charset="0"/>
                <a:ea typeface="Arial" pitchFamily="34" charset="-122"/>
                <a:cs typeface="Arial" panose="020B0604020202020204" pitchFamily="34" charset="0"/>
              </a:rPr>
              <a:t>WD CONFIDENTIAL</a:t>
            </a:r>
            <a:endParaRPr lang="en-US" sz="800" b="0" i="0" dirty="0">
              <a:solidFill>
                <a:schemeClr val="tx1"/>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352384087"/>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p:cSld name="Title and 3-Image Grid White">
    <p:bg>
      <p:bgPr>
        <a:solidFill>
          <a:schemeClr val="bg1"/>
        </a:solidFill>
        <a:effectLst/>
      </p:bgPr>
    </p:bg>
    <p:spTree>
      <p:nvGrpSpPr>
        <p:cNvPr id="1" name=""/>
        <p:cNvGrpSpPr/>
        <p:nvPr/>
      </p:nvGrpSpPr>
      <p:grpSpPr>
        <a:xfrm>
          <a:off x="0" y="0"/>
          <a:ext cx="0" cy="0"/>
          <a:chOff x="0" y="0"/>
          <a:chExt cx="0" cy="0"/>
        </a:xfrm>
      </p:grpSpPr>
      <p:sp>
        <p:nvSpPr>
          <p:cNvPr id="16" name="Picture Placeholder 4">
            <a:extLst>
              <a:ext uri="{FF2B5EF4-FFF2-40B4-BE49-F238E27FC236}">
                <a16:creationId xmlns:a16="http://schemas.microsoft.com/office/drawing/2014/main" id="{2F7C217B-5411-1407-AB4D-0F331F01DB41}"/>
              </a:ext>
            </a:extLst>
          </p:cNvPr>
          <p:cNvSpPr>
            <a:spLocks noGrp="1"/>
          </p:cNvSpPr>
          <p:nvPr>
            <p:ph type="pic" sz="quarter" idx="16"/>
          </p:nvPr>
        </p:nvSpPr>
        <p:spPr>
          <a:xfrm>
            <a:off x="8039100" y="0"/>
            <a:ext cx="4152900" cy="2286000"/>
          </a:xfrm>
          <a:prstGeom prst="rect">
            <a:avLst/>
          </a:prstGeom>
        </p:spPr>
        <p:txBody>
          <a:bodyPr rIns="0"/>
          <a:lstStyle>
            <a:lvl1pPr>
              <a:defRPr b="0" i="0">
                <a:latin typeface="Arial" panose="020B0604020202020204" pitchFamily="34" charset="0"/>
                <a:cs typeface="Arial" panose="020B0604020202020204" pitchFamily="34" charset="0"/>
              </a:defRPr>
            </a:lvl1pPr>
          </a:lstStyle>
          <a:p>
            <a:r>
              <a:rPr lang="en-US"/>
              <a:t>Click icon to add picture</a:t>
            </a:r>
            <a:endParaRPr lang="en-US" dirty="0"/>
          </a:p>
        </p:txBody>
      </p:sp>
      <p:sp>
        <p:nvSpPr>
          <p:cNvPr id="9" name="Picture Placeholder 4">
            <a:extLst>
              <a:ext uri="{FF2B5EF4-FFF2-40B4-BE49-F238E27FC236}">
                <a16:creationId xmlns:a16="http://schemas.microsoft.com/office/drawing/2014/main" id="{72768E50-4F8A-707B-3B64-888A6D28154B}"/>
              </a:ext>
            </a:extLst>
          </p:cNvPr>
          <p:cNvSpPr>
            <a:spLocks noGrp="1"/>
          </p:cNvSpPr>
          <p:nvPr>
            <p:ph type="pic" sz="quarter" idx="20"/>
          </p:nvPr>
        </p:nvSpPr>
        <p:spPr>
          <a:xfrm>
            <a:off x="8043391" y="4572000"/>
            <a:ext cx="4144317" cy="2286000"/>
          </a:xfrm>
          <a:prstGeom prst="rect">
            <a:avLst/>
          </a:prstGeom>
        </p:spPr>
        <p:txBody>
          <a:bodyPr rIns="0"/>
          <a:lstStyle>
            <a:lvl1pPr>
              <a:defRPr b="0" i="0">
                <a:latin typeface="Arial" panose="020B0604020202020204" pitchFamily="34" charset="0"/>
                <a:cs typeface="Arial" panose="020B0604020202020204" pitchFamily="34" charset="0"/>
              </a:defRPr>
            </a:lvl1pPr>
          </a:lstStyle>
          <a:p>
            <a:r>
              <a:rPr lang="en-US"/>
              <a:t>Click icon to add picture</a:t>
            </a:r>
            <a:endParaRPr lang="en-US" dirty="0"/>
          </a:p>
        </p:txBody>
      </p:sp>
      <p:sp>
        <p:nvSpPr>
          <p:cNvPr id="18" name="Picture Placeholder 4">
            <a:extLst>
              <a:ext uri="{FF2B5EF4-FFF2-40B4-BE49-F238E27FC236}">
                <a16:creationId xmlns:a16="http://schemas.microsoft.com/office/drawing/2014/main" id="{BD2881D2-388F-598E-9A93-486A3B3B44C3}"/>
              </a:ext>
            </a:extLst>
          </p:cNvPr>
          <p:cNvSpPr>
            <a:spLocks noGrp="1"/>
          </p:cNvSpPr>
          <p:nvPr>
            <p:ph type="pic" sz="quarter" idx="18"/>
          </p:nvPr>
        </p:nvSpPr>
        <p:spPr>
          <a:xfrm>
            <a:off x="8039100" y="2279652"/>
            <a:ext cx="4152900" cy="2299272"/>
          </a:xfrm>
          <a:prstGeom prst="rect">
            <a:avLst/>
          </a:prstGeom>
        </p:spPr>
        <p:txBody>
          <a:bodyPr rIns="0"/>
          <a:lstStyle>
            <a:lvl1pPr>
              <a:defRPr b="0" i="0">
                <a:latin typeface="Arial" panose="020B0604020202020204" pitchFamily="34" charset="0"/>
                <a:cs typeface="Arial" panose="020B0604020202020204" pitchFamily="34" charset="0"/>
              </a:defRPr>
            </a:lvl1pPr>
          </a:lstStyle>
          <a:p>
            <a:r>
              <a:rPr lang="en-US"/>
              <a:t>Click icon to add picture</a:t>
            </a:r>
            <a:endParaRPr lang="en-US" dirty="0"/>
          </a:p>
        </p:txBody>
      </p:sp>
      <p:pic>
        <p:nvPicPr>
          <p:cNvPr id="14" name="Logo" descr="preencoded.png">
            <a:extLst>
              <a:ext uri="{FF2B5EF4-FFF2-40B4-BE49-F238E27FC236}">
                <a16:creationId xmlns:a16="http://schemas.microsoft.com/office/drawing/2014/main" id="{F841EFE1-E224-7CD3-5B8B-CFDCC366F5AF}"/>
              </a:ext>
            </a:extLst>
          </p:cNvPr>
          <p:cNvPicPr>
            <a:picLocks noChangeAspect="1"/>
          </p:cNvPicPr>
          <p:nvPr/>
        </p:nvPicPr>
        <p:blipFill>
          <a:blip>
            <a:extLst>
              <a:ext uri="{96DAC541-7B7A-43D3-8B79-37D633B846F1}">
                <asvg:svgBlip xmlns:asvg="http://schemas.microsoft.com/office/drawing/2016/SVG/main" r:embed="rId2"/>
              </a:ext>
            </a:extLst>
          </a:blip>
          <a:srcRect/>
          <a:stretch/>
        </p:blipFill>
        <p:spPr>
          <a:xfrm>
            <a:off x="10902950" y="419100"/>
            <a:ext cx="869950" cy="222250"/>
          </a:xfrm>
          <a:prstGeom prst="rect">
            <a:avLst/>
          </a:prstGeom>
        </p:spPr>
      </p:pic>
      <p:sp>
        <p:nvSpPr>
          <p:cNvPr id="2" name="Text Placeholder 14">
            <a:extLst>
              <a:ext uri="{FF2B5EF4-FFF2-40B4-BE49-F238E27FC236}">
                <a16:creationId xmlns:a16="http://schemas.microsoft.com/office/drawing/2014/main" id="{C984FB51-EB77-2DE4-DD54-69AE510EA911}"/>
              </a:ext>
            </a:extLst>
          </p:cNvPr>
          <p:cNvSpPr>
            <a:spLocks noGrp="1"/>
          </p:cNvSpPr>
          <p:nvPr>
            <p:ph type="body" sz="quarter" idx="13" hasCustomPrompt="1"/>
          </p:nvPr>
        </p:nvSpPr>
        <p:spPr>
          <a:xfrm>
            <a:off x="339725" y="333800"/>
            <a:ext cx="2860675" cy="307777"/>
          </a:xfrm>
          <a:prstGeom prst="rect">
            <a:avLst/>
          </a:prstGeom>
        </p:spPr>
        <p:txBody>
          <a:bodyPr wrap="square" lIns="82296" rIns="0">
            <a:spAutoFit/>
          </a:bodyPr>
          <a:lstStyle>
            <a:lvl1pPr>
              <a:lnSpc>
                <a:spcPct val="100000"/>
              </a:lnSpc>
              <a:buNone/>
              <a:defRPr sz="1400" b="1" i="0" spc="-30">
                <a:solidFill>
                  <a:schemeClr val="tx2"/>
                </a:solidFill>
                <a:latin typeface="Arial" panose="020B0604020202020204" pitchFamily="34" charset="0"/>
                <a:cs typeface="Arial" panose="020B0604020202020204" pitchFamily="34" charset="0"/>
              </a:defRPr>
            </a:lvl1pPr>
          </a:lstStyle>
          <a:p>
            <a:pPr lvl="0"/>
            <a:r>
              <a:rPr lang="en-US" b="1" dirty="0"/>
              <a:t>Section Header</a:t>
            </a:r>
          </a:p>
        </p:txBody>
      </p:sp>
      <p:sp>
        <p:nvSpPr>
          <p:cNvPr id="4" name="Title 2">
            <a:extLst>
              <a:ext uri="{FF2B5EF4-FFF2-40B4-BE49-F238E27FC236}">
                <a16:creationId xmlns:a16="http://schemas.microsoft.com/office/drawing/2014/main" id="{1C113D96-4D97-155A-FE52-4BCE3F983267}"/>
              </a:ext>
            </a:extLst>
          </p:cNvPr>
          <p:cNvSpPr>
            <a:spLocks noGrp="1"/>
          </p:cNvSpPr>
          <p:nvPr>
            <p:ph type="title" hasCustomPrompt="1"/>
          </p:nvPr>
        </p:nvSpPr>
        <p:spPr>
          <a:xfrm>
            <a:off x="339633" y="702407"/>
            <a:ext cx="6670768" cy="1215333"/>
          </a:xfrm>
          <a:prstGeom prst="rect">
            <a:avLst/>
          </a:prstGeom>
        </p:spPr>
        <p:txBody>
          <a:bodyPr wrap="square" lIns="45720" rIns="0">
            <a:spAutoFit/>
          </a:bodyPr>
          <a:lstStyle>
            <a:lvl1pPr>
              <a:lnSpc>
                <a:spcPct val="85000"/>
              </a:lnSpc>
              <a:defRPr sz="4200" b="0" i="0" spc="-130">
                <a:solidFill>
                  <a:schemeClr val="tx2"/>
                </a:solidFill>
                <a:latin typeface="Arial" panose="020B0604020202020204" pitchFamily="34" charset="0"/>
                <a:cs typeface="Arial" panose="020B0604020202020204" pitchFamily="34" charset="0"/>
              </a:defRPr>
            </a:lvl1pPr>
          </a:lstStyle>
          <a:p>
            <a:r>
              <a:rPr lang="en-US" dirty="0"/>
              <a:t>Sustainability Slide – </a:t>
            </a:r>
            <a:br>
              <a:rPr lang="en-US" dirty="0"/>
            </a:br>
            <a:r>
              <a:rPr lang="en-US" dirty="0"/>
              <a:t>3-Image Grid</a:t>
            </a:r>
          </a:p>
        </p:txBody>
      </p:sp>
      <p:sp>
        <p:nvSpPr>
          <p:cNvPr id="3" name="2026 Western Digital Corporation All rights reserved">
            <a:extLst>
              <a:ext uri="{FF2B5EF4-FFF2-40B4-BE49-F238E27FC236}">
                <a16:creationId xmlns:a16="http://schemas.microsoft.com/office/drawing/2014/main" id="{934001FE-6CE7-D2A2-F053-7C7E3B5E60CA}"/>
              </a:ext>
            </a:extLst>
          </p:cNvPr>
          <p:cNvSpPr/>
          <p:nvPr/>
        </p:nvSpPr>
        <p:spPr>
          <a:xfrm>
            <a:off x="419100" y="6638989"/>
            <a:ext cx="2794000" cy="92589"/>
          </a:xfrm>
          <a:prstGeom prst="rect">
            <a:avLst/>
          </a:prstGeom>
          <a:noFill/>
          <a:ln/>
        </p:spPr>
        <p:txBody>
          <a:bodyPr wrap="square" lIns="0" tIns="0" rIns="0" bIns="0" rtlCol="0" anchor="t">
            <a:spAutoFit/>
          </a:bodyPr>
          <a:lstStyle/>
          <a:p>
            <a:pPr>
              <a:lnSpc>
                <a:spcPct val="75000"/>
              </a:lnSpc>
            </a:pPr>
            <a:r>
              <a:rPr lang="en-US" sz="800" b="0" i="0" dirty="0">
                <a:solidFill>
                  <a:schemeClr val="tx1"/>
                </a:solidFill>
                <a:latin typeface="Arial" panose="020B0604020202020204" pitchFamily="34" charset="0"/>
                <a:ea typeface="Arial" pitchFamily="34" charset="-122"/>
                <a:cs typeface="Arial" panose="020B0604020202020204" pitchFamily="34" charset="0"/>
              </a:rPr>
              <a:t>©  2026 Western Digital Corporation. All rights reserved.</a:t>
            </a:r>
            <a:endParaRPr lang="en-US" sz="800" b="0" i="0" dirty="0">
              <a:solidFill>
                <a:schemeClr val="tx1"/>
              </a:solidFill>
              <a:latin typeface="Arial" panose="020B0604020202020204" pitchFamily="34" charset="0"/>
              <a:cs typeface="Arial" panose="020B0604020202020204" pitchFamily="34" charset="0"/>
            </a:endParaRPr>
          </a:p>
        </p:txBody>
      </p:sp>
      <p:sp>
        <p:nvSpPr>
          <p:cNvPr id="6" name="Slide Number Placeholder 1">
            <a:extLst>
              <a:ext uri="{FF2B5EF4-FFF2-40B4-BE49-F238E27FC236}">
                <a16:creationId xmlns:a16="http://schemas.microsoft.com/office/drawing/2014/main" id="{E2CEA27B-D843-86C8-B9D4-1DFBA28F18A9}"/>
              </a:ext>
            </a:extLst>
          </p:cNvPr>
          <p:cNvSpPr>
            <a:spLocks noGrp="1"/>
          </p:cNvSpPr>
          <p:nvPr>
            <p:ph type="sldNum" sz="quarter" idx="4"/>
          </p:nvPr>
        </p:nvSpPr>
        <p:spPr>
          <a:xfrm>
            <a:off x="11215668" y="6562157"/>
            <a:ext cx="658832" cy="215444"/>
          </a:xfrm>
          <a:prstGeom prst="rect">
            <a:avLst/>
          </a:prstGeom>
        </p:spPr>
        <p:txBody>
          <a:bodyPr vert="horz" lIns="91440" tIns="45720" rIns="0" bIns="45720" rtlCol="0" anchor="ctr">
            <a:spAutoFit/>
          </a:bodyPr>
          <a:lstStyle>
            <a:lvl1pPr algn="r">
              <a:defRPr sz="800" b="0" i="0">
                <a:solidFill>
                  <a:schemeClr val="tx1"/>
                </a:solidFill>
                <a:latin typeface="Arial" panose="020B0604020202020204" pitchFamily="34" charset="0"/>
                <a:cs typeface="Arial" panose="020B0604020202020204" pitchFamily="34" charset="0"/>
              </a:defRPr>
            </a:lvl1pPr>
          </a:lstStyle>
          <a:p>
            <a:fld id="{B06B19F4-CF25-446C-B362-D8BB27BE9D9B}" type="slidenum">
              <a:rPr lang="en-US" smtClean="0"/>
              <a:t>‹#›</a:t>
            </a:fld>
            <a:endParaRPr lang="en-US"/>
          </a:p>
        </p:txBody>
      </p:sp>
      <p:sp>
        <p:nvSpPr>
          <p:cNvPr id="7" name="WD Confidential">
            <a:extLst>
              <a:ext uri="{FF2B5EF4-FFF2-40B4-BE49-F238E27FC236}">
                <a16:creationId xmlns:a16="http://schemas.microsoft.com/office/drawing/2014/main" id="{99E96AFD-C844-FEE5-4657-6C28E1012880}"/>
              </a:ext>
            </a:extLst>
          </p:cNvPr>
          <p:cNvSpPr/>
          <p:nvPr/>
        </p:nvSpPr>
        <p:spPr>
          <a:xfrm>
            <a:off x="8991600" y="6638990"/>
            <a:ext cx="1244600" cy="92589"/>
          </a:xfrm>
          <a:prstGeom prst="rect">
            <a:avLst/>
          </a:prstGeom>
          <a:noFill/>
          <a:ln/>
        </p:spPr>
        <p:txBody>
          <a:bodyPr wrap="square" lIns="0" tIns="0" rIns="0" bIns="0" rtlCol="0" anchor="t">
            <a:spAutoFit/>
          </a:bodyPr>
          <a:lstStyle/>
          <a:p>
            <a:pPr>
              <a:lnSpc>
                <a:spcPct val="75000"/>
              </a:lnSpc>
            </a:pPr>
            <a:r>
              <a:rPr lang="en-US" sz="800" b="0" i="0" dirty="0">
                <a:solidFill>
                  <a:schemeClr val="tx1"/>
                </a:solidFill>
                <a:latin typeface="Arial" panose="020B0604020202020204" pitchFamily="34" charset="0"/>
                <a:ea typeface="Arial" pitchFamily="34" charset="-122"/>
                <a:cs typeface="Arial" panose="020B0604020202020204" pitchFamily="34" charset="0"/>
              </a:rPr>
              <a:t>WD CONFIDENTIAL</a:t>
            </a:r>
            <a:endParaRPr lang="en-US" sz="800" b="0" i="0" dirty="0">
              <a:solidFill>
                <a:schemeClr val="tx1"/>
              </a:solidFill>
              <a:latin typeface="Arial" panose="020B0604020202020204" pitchFamily="34" charset="0"/>
              <a:cs typeface="Arial" panose="020B0604020202020204" pitchFamily="34" charset="0"/>
            </a:endParaRPr>
          </a:p>
        </p:txBody>
      </p:sp>
      <p:pic>
        <p:nvPicPr>
          <p:cNvPr id="5" name="Logo" descr="preencoded.png">
            <a:extLst>
              <a:ext uri="{FF2B5EF4-FFF2-40B4-BE49-F238E27FC236}">
                <a16:creationId xmlns:a16="http://schemas.microsoft.com/office/drawing/2014/main" id="{5D0C2D6A-890B-374E-245A-DA8047D3A173}"/>
              </a:ext>
            </a:extLst>
          </p:cNvPr>
          <p:cNvPicPr>
            <a:picLocks noChangeAspect="1"/>
          </p:cNvPicPr>
          <p:nvPr/>
        </p:nvPicPr>
        <p:blipFill>
          <a:blip>
            <a:extLst>
              <a:ext uri="{96DAC541-7B7A-43D3-8B79-37D633B846F1}">
                <asvg:svgBlip xmlns:asvg="http://schemas.microsoft.com/office/drawing/2016/SVG/main" r:embed="rId2"/>
              </a:ext>
            </a:extLst>
          </a:blip>
          <a:srcRect/>
          <a:stretch/>
        </p:blipFill>
        <p:spPr>
          <a:xfrm>
            <a:off x="10902950" y="419100"/>
            <a:ext cx="869950" cy="222250"/>
          </a:xfrm>
          <a:prstGeom prst="rect">
            <a:avLst/>
          </a:prstGeom>
        </p:spPr>
      </p:pic>
      <p:sp>
        <p:nvSpPr>
          <p:cNvPr id="8" name="2026 Western Digital Corporation All rights reserved">
            <a:extLst>
              <a:ext uri="{FF2B5EF4-FFF2-40B4-BE49-F238E27FC236}">
                <a16:creationId xmlns:a16="http://schemas.microsoft.com/office/drawing/2014/main" id="{E67ECD0F-F281-264A-E965-FD4F716BADD9}"/>
              </a:ext>
            </a:extLst>
          </p:cNvPr>
          <p:cNvSpPr/>
          <p:nvPr/>
        </p:nvSpPr>
        <p:spPr>
          <a:xfrm>
            <a:off x="419100" y="6638989"/>
            <a:ext cx="2794000" cy="92589"/>
          </a:xfrm>
          <a:prstGeom prst="rect">
            <a:avLst/>
          </a:prstGeom>
          <a:noFill/>
          <a:ln/>
        </p:spPr>
        <p:txBody>
          <a:bodyPr wrap="square" lIns="0" tIns="0" rIns="0" bIns="0" rtlCol="0" anchor="t">
            <a:spAutoFit/>
          </a:bodyPr>
          <a:lstStyle/>
          <a:p>
            <a:pPr>
              <a:lnSpc>
                <a:spcPct val="75000"/>
              </a:lnSpc>
            </a:pPr>
            <a:r>
              <a:rPr lang="en-US" sz="800" b="0" i="0" dirty="0">
                <a:solidFill>
                  <a:schemeClr val="tx1"/>
                </a:solidFill>
                <a:latin typeface="Arial" panose="020B0604020202020204" pitchFamily="34" charset="0"/>
                <a:ea typeface="Arial" pitchFamily="34" charset="-122"/>
                <a:cs typeface="Arial" panose="020B0604020202020204" pitchFamily="34" charset="0"/>
              </a:rPr>
              <a:t>©  2026 Western Digital Corporation. All rights reserved.</a:t>
            </a:r>
            <a:endParaRPr lang="en-US" sz="800" b="0" i="0" dirty="0">
              <a:solidFill>
                <a:schemeClr val="tx1"/>
              </a:solidFill>
              <a:latin typeface="Arial" panose="020B0604020202020204" pitchFamily="34" charset="0"/>
              <a:cs typeface="Arial" panose="020B0604020202020204" pitchFamily="34" charset="0"/>
            </a:endParaRPr>
          </a:p>
        </p:txBody>
      </p:sp>
      <p:sp>
        <p:nvSpPr>
          <p:cNvPr id="10" name="WD Confidential">
            <a:extLst>
              <a:ext uri="{FF2B5EF4-FFF2-40B4-BE49-F238E27FC236}">
                <a16:creationId xmlns:a16="http://schemas.microsoft.com/office/drawing/2014/main" id="{1BF78BF5-76A5-258C-FF14-88CBCE9CC483}"/>
              </a:ext>
            </a:extLst>
          </p:cNvPr>
          <p:cNvSpPr/>
          <p:nvPr/>
        </p:nvSpPr>
        <p:spPr>
          <a:xfrm>
            <a:off x="8991600" y="6638990"/>
            <a:ext cx="1244600" cy="92589"/>
          </a:xfrm>
          <a:prstGeom prst="rect">
            <a:avLst/>
          </a:prstGeom>
          <a:noFill/>
          <a:ln/>
        </p:spPr>
        <p:txBody>
          <a:bodyPr wrap="square" lIns="0" tIns="0" rIns="0" bIns="0" rtlCol="0" anchor="t">
            <a:spAutoFit/>
          </a:bodyPr>
          <a:lstStyle/>
          <a:p>
            <a:pPr>
              <a:lnSpc>
                <a:spcPct val="75000"/>
              </a:lnSpc>
            </a:pPr>
            <a:r>
              <a:rPr lang="en-US" sz="800" b="0" i="0" dirty="0">
                <a:solidFill>
                  <a:schemeClr val="tx1"/>
                </a:solidFill>
                <a:latin typeface="Arial" panose="020B0604020202020204" pitchFamily="34" charset="0"/>
                <a:ea typeface="Arial" pitchFamily="34" charset="-122"/>
                <a:cs typeface="Arial" panose="020B0604020202020204" pitchFamily="34" charset="0"/>
              </a:rPr>
              <a:t>WD CONFIDENTIAL</a:t>
            </a:r>
            <a:endParaRPr lang="en-US" sz="800" b="0" i="0" dirty="0">
              <a:solidFill>
                <a:schemeClr val="tx1"/>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60910324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p:cSld name="Title and 3-Image Grid Vault Navy">
    <p:bg>
      <p:bgRef idx="1001">
        <a:schemeClr val="bg2"/>
      </p:bgRef>
    </p:bg>
    <p:spTree>
      <p:nvGrpSpPr>
        <p:cNvPr id="1" name=""/>
        <p:cNvGrpSpPr/>
        <p:nvPr/>
      </p:nvGrpSpPr>
      <p:grpSpPr>
        <a:xfrm>
          <a:off x="0" y="0"/>
          <a:ext cx="0" cy="0"/>
          <a:chOff x="0" y="0"/>
          <a:chExt cx="0" cy="0"/>
        </a:xfrm>
      </p:grpSpPr>
      <p:sp>
        <p:nvSpPr>
          <p:cNvPr id="3" name="Picture Placeholder 4">
            <a:extLst>
              <a:ext uri="{FF2B5EF4-FFF2-40B4-BE49-F238E27FC236}">
                <a16:creationId xmlns:a16="http://schemas.microsoft.com/office/drawing/2014/main" id="{113423BF-EFE6-1A11-3DD1-E7BAA3F84951}"/>
              </a:ext>
            </a:extLst>
          </p:cNvPr>
          <p:cNvSpPr>
            <a:spLocks noGrp="1"/>
          </p:cNvSpPr>
          <p:nvPr>
            <p:ph type="pic" sz="quarter" idx="16"/>
          </p:nvPr>
        </p:nvSpPr>
        <p:spPr>
          <a:xfrm>
            <a:off x="8039100" y="0"/>
            <a:ext cx="4152900" cy="2286000"/>
          </a:xfrm>
          <a:prstGeom prst="rect">
            <a:avLst/>
          </a:prstGeom>
        </p:spPr>
        <p:txBody>
          <a:bodyPr rIns="0"/>
          <a:lstStyle>
            <a:lvl1pPr>
              <a:defRPr b="0" i="0">
                <a:latin typeface="Arial" panose="020B0604020202020204" pitchFamily="34" charset="0"/>
                <a:cs typeface="Arial" panose="020B0604020202020204" pitchFamily="34" charset="0"/>
              </a:defRPr>
            </a:lvl1pPr>
          </a:lstStyle>
          <a:p>
            <a:r>
              <a:rPr lang="en-US"/>
              <a:t>Click icon to add picture</a:t>
            </a:r>
            <a:endParaRPr lang="en-US" dirty="0"/>
          </a:p>
        </p:txBody>
      </p:sp>
      <p:sp>
        <p:nvSpPr>
          <p:cNvPr id="6" name="Picture Placeholder 4">
            <a:extLst>
              <a:ext uri="{FF2B5EF4-FFF2-40B4-BE49-F238E27FC236}">
                <a16:creationId xmlns:a16="http://schemas.microsoft.com/office/drawing/2014/main" id="{08CD47F8-4D14-72D0-8929-08E3F009C2B0}"/>
              </a:ext>
            </a:extLst>
          </p:cNvPr>
          <p:cNvSpPr>
            <a:spLocks noGrp="1"/>
          </p:cNvSpPr>
          <p:nvPr>
            <p:ph type="pic" sz="quarter" idx="20"/>
          </p:nvPr>
        </p:nvSpPr>
        <p:spPr>
          <a:xfrm>
            <a:off x="8043391" y="4572000"/>
            <a:ext cx="4144317" cy="2286000"/>
          </a:xfrm>
          <a:prstGeom prst="rect">
            <a:avLst/>
          </a:prstGeom>
        </p:spPr>
        <p:txBody>
          <a:bodyPr rIns="0"/>
          <a:lstStyle>
            <a:lvl1pPr>
              <a:defRPr b="0" i="0">
                <a:latin typeface="Arial" panose="020B0604020202020204" pitchFamily="34" charset="0"/>
                <a:cs typeface="Arial" panose="020B0604020202020204" pitchFamily="34" charset="0"/>
              </a:defRPr>
            </a:lvl1pPr>
          </a:lstStyle>
          <a:p>
            <a:r>
              <a:rPr lang="en-US"/>
              <a:t>Click icon to add picture</a:t>
            </a:r>
            <a:endParaRPr lang="en-US" dirty="0"/>
          </a:p>
        </p:txBody>
      </p:sp>
      <p:sp>
        <p:nvSpPr>
          <p:cNvPr id="7" name="Picture Placeholder 4">
            <a:extLst>
              <a:ext uri="{FF2B5EF4-FFF2-40B4-BE49-F238E27FC236}">
                <a16:creationId xmlns:a16="http://schemas.microsoft.com/office/drawing/2014/main" id="{2144EC6D-5AE3-AA4B-1CBB-1B2575A065A5}"/>
              </a:ext>
            </a:extLst>
          </p:cNvPr>
          <p:cNvSpPr>
            <a:spLocks noGrp="1"/>
          </p:cNvSpPr>
          <p:nvPr>
            <p:ph type="pic" sz="quarter" idx="18"/>
          </p:nvPr>
        </p:nvSpPr>
        <p:spPr>
          <a:xfrm>
            <a:off x="8039100" y="2279652"/>
            <a:ext cx="4152900" cy="2299272"/>
          </a:xfrm>
          <a:prstGeom prst="rect">
            <a:avLst/>
          </a:prstGeom>
        </p:spPr>
        <p:txBody>
          <a:bodyPr rIns="0"/>
          <a:lstStyle>
            <a:lvl1pPr>
              <a:defRPr b="0" i="0">
                <a:latin typeface="Arial" panose="020B0604020202020204" pitchFamily="34" charset="0"/>
                <a:cs typeface="Arial" panose="020B0604020202020204" pitchFamily="34" charset="0"/>
              </a:defRPr>
            </a:lvl1pPr>
          </a:lstStyle>
          <a:p>
            <a:r>
              <a:rPr lang="en-US"/>
              <a:t>Click icon to add picture</a:t>
            </a:r>
            <a:endParaRPr lang="en-US" dirty="0"/>
          </a:p>
        </p:txBody>
      </p:sp>
      <p:sp>
        <p:nvSpPr>
          <p:cNvPr id="2" name="Text Placeholder 14">
            <a:extLst>
              <a:ext uri="{FF2B5EF4-FFF2-40B4-BE49-F238E27FC236}">
                <a16:creationId xmlns:a16="http://schemas.microsoft.com/office/drawing/2014/main" id="{C984FB51-EB77-2DE4-DD54-69AE510EA911}"/>
              </a:ext>
            </a:extLst>
          </p:cNvPr>
          <p:cNvSpPr>
            <a:spLocks noGrp="1"/>
          </p:cNvSpPr>
          <p:nvPr>
            <p:ph type="body" sz="quarter" idx="13" hasCustomPrompt="1"/>
          </p:nvPr>
        </p:nvSpPr>
        <p:spPr>
          <a:xfrm>
            <a:off x="339725" y="333800"/>
            <a:ext cx="2860675" cy="307777"/>
          </a:xfrm>
          <a:prstGeom prst="rect">
            <a:avLst/>
          </a:prstGeom>
        </p:spPr>
        <p:txBody>
          <a:bodyPr wrap="square" lIns="82296" rIns="0">
            <a:spAutoFit/>
          </a:bodyPr>
          <a:lstStyle>
            <a:lvl1pPr>
              <a:lnSpc>
                <a:spcPct val="100000"/>
              </a:lnSpc>
              <a:buNone/>
              <a:defRPr sz="1400" b="1" i="0" spc="-30">
                <a:solidFill>
                  <a:schemeClr val="tx1"/>
                </a:solidFill>
                <a:latin typeface="Arial" panose="020B0604020202020204" pitchFamily="34" charset="0"/>
                <a:cs typeface="Arial" panose="020B0604020202020204" pitchFamily="34" charset="0"/>
              </a:defRPr>
            </a:lvl1pPr>
          </a:lstStyle>
          <a:p>
            <a:pPr lvl="0"/>
            <a:r>
              <a:rPr lang="en-US" b="1" dirty="0"/>
              <a:t>Section Header</a:t>
            </a:r>
          </a:p>
        </p:txBody>
      </p:sp>
      <p:sp>
        <p:nvSpPr>
          <p:cNvPr id="4" name="Title 2">
            <a:extLst>
              <a:ext uri="{FF2B5EF4-FFF2-40B4-BE49-F238E27FC236}">
                <a16:creationId xmlns:a16="http://schemas.microsoft.com/office/drawing/2014/main" id="{1C113D96-4D97-155A-FE52-4BCE3F983267}"/>
              </a:ext>
            </a:extLst>
          </p:cNvPr>
          <p:cNvSpPr>
            <a:spLocks noGrp="1"/>
          </p:cNvSpPr>
          <p:nvPr>
            <p:ph type="title" hasCustomPrompt="1"/>
          </p:nvPr>
        </p:nvSpPr>
        <p:spPr>
          <a:xfrm>
            <a:off x="339633" y="702407"/>
            <a:ext cx="6670768" cy="1215333"/>
          </a:xfrm>
          <a:prstGeom prst="rect">
            <a:avLst/>
          </a:prstGeom>
        </p:spPr>
        <p:txBody>
          <a:bodyPr wrap="square" lIns="45720" rIns="0">
            <a:spAutoFit/>
          </a:bodyPr>
          <a:lstStyle>
            <a:lvl1pPr>
              <a:lnSpc>
                <a:spcPct val="85000"/>
              </a:lnSpc>
              <a:defRPr sz="4200" b="0" i="0" spc="-130">
                <a:solidFill>
                  <a:schemeClr val="tx1"/>
                </a:solidFill>
                <a:latin typeface="Arial" panose="020B0604020202020204" pitchFamily="34" charset="0"/>
                <a:cs typeface="Arial" panose="020B0604020202020204" pitchFamily="34" charset="0"/>
              </a:defRPr>
            </a:lvl1pPr>
          </a:lstStyle>
          <a:p>
            <a:r>
              <a:rPr lang="en-US" dirty="0"/>
              <a:t>Sustainability Slide – </a:t>
            </a:r>
            <a:br>
              <a:rPr lang="en-US" dirty="0"/>
            </a:br>
            <a:r>
              <a:rPr lang="en-US" dirty="0"/>
              <a:t>3-Image Grid</a:t>
            </a:r>
          </a:p>
        </p:txBody>
      </p:sp>
      <p:pic>
        <p:nvPicPr>
          <p:cNvPr id="14" name="Logo" descr="preencoded.png">
            <a:extLst>
              <a:ext uri="{FF2B5EF4-FFF2-40B4-BE49-F238E27FC236}">
                <a16:creationId xmlns:a16="http://schemas.microsoft.com/office/drawing/2014/main" id="{F841EFE1-E224-7CD3-5B8B-CFDCC366F5AF}"/>
              </a:ext>
            </a:extLst>
          </p:cNvPr>
          <p:cNvPicPr>
            <a:picLocks noChangeAspect="1"/>
          </p:cNvPicPr>
          <p:nvPr/>
        </p:nvPicPr>
        <p:blipFill>
          <a:blip>
            <a:extLst>
              <a:ext uri="{96DAC541-7B7A-43D3-8B79-37D633B846F1}">
                <asvg:svgBlip xmlns:asvg="http://schemas.microsoft.com/office/drawing/2016/SVG/main" r:embed="rId2"/>
              </a:ext>
            </a:extLst>
          </a:blip>
          <a:srcRect/>
          <a:stretch/>
        </p:blipFill>
        <p:spPr>
          <a:xfrm>
            <a:off x="10902950" y="419100"/>
            <a:ext cx="869950" cy="222250"/>
          </a:xfrm>
          <a:prstGeom prst="rect">
            <a:avLst/>
          </a:prstGeom>
        </p:spPr>
      </p:pic>
      <p:sp>
        <p:nvSpPr>
          <p:cNvPr id="8" name="2026 Western Digital Corporation All rights reserved">
            <a:extLst>
              <a:ext uri="{FF2B5EF4-FFF2-40B4-BE49-F238E27FC236}">
                <a16:creationId xmlns:a16="http://schemas.microsoft.com/office/drawing/2014/main" id="{F92D6152-F703-9B45-7540-1A202F967102}"/>
              </a:ext>
            </a:extLst>
          </p:cNvPr>
          <p:cNvSpPr/>
          <p:nvPr/>
        </p:nvSpPr>
        <p:spPr>
          <a:xfrm>
            <a:off x="419100" y="6638989"/>
            <a:ext cx="2794000" cy="92589"/>
          </a:xfrm>
          <a:prstGeom prst="rect">
            <a:avLst/>
          </a:prstGeom>
          <a:noFill/>
          <a:ln/>
        </p:spPr>
        <p:txBody>
          <a:bodyPr wrap="square" lIns="0" tIns="0" rIns="0" bIns="0" rtlCol="0" anchor="t">
            <a:spAutoFit/>
          </a:bodyPr>
          <a:lstStyle/>
          <a:p>
            <a:pPr>
              <a:lnSpc>
                <a:spcPct val="75000"/>
              </a:lnSpc>
            </a:pPr>
            <a:r>
              <a:rPr lang="en-US" sz="800" b="0" i="0" dirty="0">
                <a:solidFill>
                  <a:schemeClr val="tx1"/>
                </a:solidFill>
                <a:latin typeface="Arial" panose="020B0604020202020204" pitchFamily="34" charset="0"/>
                <a:ea typeface="Arial" pitchFamily="34" charset="-122"/>
                <a:cs typeface="Arial" panose="020B0604020202020204" pitchFamily="34" charset="0"/>
              </a:rPr>
              <a:t>©  2026 Western Digital Corporation. All rights reserved.</a:t>
            </a:r>
            <a:endParaRPr lang="en-US" sz="800" b="0" i="0" dirty="0">
              <a:solidFill>
                <a:schemeClr val="tx1"/>
              </a:solidFill>
              <a:latin typeface="Arial" panose="020B0604020202020204" pitchFamily="34" charset="0"/>
              <a:cs typeface="Arial" panose="020B0604020202020204" pitchFamily="34" charset="0"/>
            </a:endParaRPr>
          </a:p>
        </p:txBody>
      </p:sp>
      <p:sp>
        <p:nvSpPr>
          <p:cNvPr id="9" name="Slide Number Placeholder 1">
            <a:extLst>
              <a:ext uri="{FF2B5EF4-FFF2-40B4-BE49-F238E27FC236}">
                <a16:creationId xmlns:a16="http://schemas.microsoft.com/office/drawing/2014/main" id="{DD1F341C-43A2-ACD7-92F2-ED96215B43EF}"/>
              </a:ext>
            </a:extLst>
          </p:cNvPr>
          <p:cNvSpPr>
            <a:spLocks noGrp="1"/>
          </p:cNvSpPr>
          <p:nvPr>
            <p:ph type="sldNum" sz="quarter" idx="4"/>
          </p:nvPr>
        </p:nvSpPr>
        <p:spPr>
          <a:xfrm>
            <a:off x="11215668" y="6562157"/>
            <a:ext cx="658832" cy="215444"/>
          </a:xfrm>
          <a:prstGeom prst="rect">
            <a:avLst/>
          </a:prstGeom>
        </p:spPr>
        <p:txBody>
          <a:bodyPr vert="horz" lIns="91440" tIns="45720" rIns="0" bIns="45720" rtlCol="0" anchor="ctr">
            <a:spAutoFit/>
          </a:bodyPr>
          <a:lstStyle>
            <a:lvl1pPr algn="r">
              <a:defRPr sz="800" b="0" i="0">
                <a:solidFill>
                  <a:schemeClr val="tx1"/>
                </a:solidFill>
                <a:latin typeface="Arial" panose="020B0604020202020204" pitchFamily="34" charset="0"/>
                <a:cs typeface="Arial" panose="020B0604020202020204" pitchFamily="34" charset="0"/>
              </a:defRPr>
            </a:lvl1pPr>
          </a:lstStyle>
          <a:p>
            <a:fld id="{B06B19F4-CF25-446C-B362-D8BB27BE9D9B}" type="slidenum">
              <a:rPr lang="en-US" smtClean="0"/>
              <a:t>‹#›</a:t>
            </a:fld>
            <a:endParaRPr lang="en-US"/>
          </a:p>
        </p:txBody>
      </p:sp>
      <p:sp>
        <p:nvSpPr>
          <p:cNvPr id="12" name="WD Confidential">
            <a:extLst>
              <a:ext uri="{FF2B5EF4-FFF2-40B4-BE49-F238E27FC236}">
                <a16:creationId xmlns:a16="http://schemas.microsoft.com/office/drawing/2014/main" id="{396F4B9B-2B50-C576-1387-3B079CC512EC}"/>
              </a:ext>
            </a:extLst>
          </p:cNvPr>
          <p:cNvSpPr/>
          <p:nvPr/>
        </p:nvSpPr>
        <p:spPr>
          <a:xfrm>
            <a:off x="8991600" y="6638990"/>
            <a:ext cx="1244600" cy="92589"/>
          </a:xfrm>
          <a:prstGeom prst="rect">
            <a:avLst/>
          </a:prstGeom>
          <a:noFill/>
          <a:ln/>
        </p:spPr>
        <p:txBody>
          <a:bodyPr wrap="square" lIns="0" tIns="0" rIns="0" bIns="0" rtlCol="0" anchor="t">
            <a:spAutoFit/>
          </a:bodyPr>
          <a:lstStyle/>
          <a:p>
            <a:pPr>
              <a:lnSpc>
                <a:spcPct val="75000"/>
              </a:lnSpc>
            </a:pPr>
            <a:r>
              <a:rPr lang="en-US" sz="800" b="0" i="0" dirty="0">
                <a:solidFill>
                  <a:schemeClr val="tx1"/>
                </a:solidFill>
                <a:latin typeface="Arial" panose="020B0604020202020204" pitchFamily="34" charset="0"/>
                <a:ea typeface="Arial" pitchFamily="34" charset="-122"/>
                <a:cs typeface="Arial" panose="020B0604020202020204" pitchFamily="34" charset="0"/>
              </a:rPr>
              <a:t>WD CONFIDENTIAL</a:t>
            </a:r>
            <a:endParaRPr lang="en-US" sz="800" b="0" i="0" dirty="0">
              <a:solidFill>
                <a:schemeClr val="tx1"/>
              </a:solidFill>
              <a:latin typeface="Arial" panose="020B0604020202020204" pitchFamily="34" charset="0"/>
              <a:cs typeface="Arial" panose="020B0604020202020204" pitchFamily="34" charset="0"/>
            </a:endParaRPr>
          </a:p>
        </p:txBody>
      </p:sp>
      <p:pic>
        <p:nvPicPr>
          <p:cNvPr id="5" name="Logo" descr="preencoded.png">
            <a:extLst>
              <a:ext uri="{FF2B5EF4-FFF2-40B4-BE49-F238E27FC236}">
                <a16:creationId xmlns:a16="http://schemas.microsoft.com/office/drawing/2014/main" id="{A7EC1E02-BFF5-4B62-9631-07264D97E58C}"/>
              </a:ext>
            </a:extLst>
          </p:cNvPr>
          <p:cNvPicPr>
            <a:picLocks noChangeAspect="1"/>
          </p:cNvPicPr>
          <p:nvPr/>
        </p:nvPicPr>
        <p:blipFill>
          <a:blip>
            <a:extLst>
              <a:ext uri="{96DAC541-7B7A-43D3-8B79-37D633B846F1}">
                <asvg:svgBlip xmlns:asvg="http://schemas.microsoft.com/office/drawing/2016/SVG/main" r:embed="rId2"/>
              </a:ext>
            </a:extLst>
          </a:blip>
          <a:srcRect/>
          <a:stretch/>
        </p:blipFill>
        <p:spPr>
          <a:xfrm>
            <a:off x="10902950" y="419100"/>
            <a:ext cx="869950" cy="222250"/>
          </a:xfrm>
          <a:prstGeom prst="rect">
            <a:avLst/>
          </a:prstGeom>
        </p:spPr>
      </p:pic>
      <p:sp>
        <p:nvSpPr>
          <p:cNvPr id="10" name="2026 Western Digital Corporation All rights reserved">
            <a:extLst>
              <a:ext uri="{FF2B5EF4-FFF2-40B4-BE49-F238E27FC236}">
                <a16:creationId xmlns:a16="http://schemas.microsoft.com/office/drawing/2014/main" id="{271666FD-2982-EDA5-3BEC-24FF84383FCE}"/>
              </a:ext>
            </a:extLst>
          </p:cNvPr>
          <p:cNvSpPr/>
          <p:nvPr/>
        </p:nvSpPr>
        <p:spPr>
          <a:xfrm>
            <a:off x="419100" y="6638989"/>
            <a:ext cx="2794000" cy="92589"/>
          </a:xfrm>
          <a:prstGeom prst="rect">
            <a:avLst/>
          </a:prstGeom>
          <a:noFill/>
          <a:ln/>
        </p:spPr>
        <p:txBody>
          <a:bodyPr wrap="square" lIns="0" tIns="0" rIns="0" bIns="0" rtlCol="0" anchor="t">
            <a:spAutoFit/>
          </a:bodyPr>
          <a:lstStyle/>
          <a:p>
            <a:pPr>
              <a:lnSpc>
                <a:spcPct val="75000"/>
              </a:lnSpc>
            </a:pPr>
            <a:r>
              <a:rPr lang="en-US" sz="800" b="0" i="0" dirty="0">
                <a:solidFill>
                  <a:schemeClr val="tx1"/>
                </a:solidFill>
                <a:latin typeface="Arial" panose="020B0604020202020204" pitchFamily="34" charset="0"/>
                <a:ea typeface="Arial" pitchFamily="34" charset="-122"/>
                <a:cs typeface="Arial" panose="020B0604020202020204" pitchFamily="34" charset="0"/>
              </a:rPr>
              <a:t>©  2026 Western Digital Corporation. All rights reserved.</a:t>
            </a:r>
            <a:endParaRPr lang="en-US" sz="800" b="0" i="0" dirty="0">
              <a:solidFill>
                <a:schemeClr val="tx1"/>
              </a:solidFill>
              <a:latin typeface="Arial" panose="020B0604020202020204" pitchFamily="34" charset="0"/>
              <a:cs typeface="Arial" panose="020B0604020202020204" pitchFamily="34" charset="0"/>
            </a:endParaRPr>
          </a:p>
        </p:txBody>
      </p:sp>
      <p:sp>
        <p:nvSpPr>
          <p:cNvPr id="11" name="WD Confidential">
            <a:extLst>
              <a:ext uri="{FF2B5EF4-FFF2-40B4-BE49-F238E27FC236}">
                <a16:creationId xmlns:a16="http://schemas.microsoft.com/office/drawing/2014/main" id="{ED9ACDD5-3BCF-461A-5341-D50AFB04D5B5}"/>
              </a:ext>
            </a:extLst>
          </p:cNvPr>
          <p:cNvSpPr/>
          <p:nvPr/>
        </p:nvSpPr>
        <p:spPr>
          <a:xfrm>
            <a:off x="8991600" y="6638990"/>
            <a:ext cx="1244600" cy="92589"/>
          </a:xfrm>
          <a:prstGeom prst="rect">
            <a:avLst/>
          </a:prstGeom>
          <a:noFill/>
          <a:ln/>
        </p:spPr>
        <p:txBody>
          <a:bodyPr wrap="square" lIns="0" tIns="0" rIns="0" bIns="0" rtlCol="0" anchor="t">
            <a:spAutoFit/>
          </a:bodyPr>
          <a:lstStyle/>
          <a:p>
            <a:pPr>
              <a:lnSpc>
                <a:spcPct val="75000"/>
              </a:lnSpc>
            </a:pPr>
            <a:r>
              <a:rPr lang="en-US" sz="800" b="0" i="0" dirty="0">
                <a:solidFill>
                  <a:schemeClr val="tx1"/>
                </a:solidFill>
                <a:latin typeface="Arial" panose="020B0604020202020204" pitchFamily="34" charset="0"/>
                <a:ea typeface="Arial" pitchFamily="34" charset="-122"/>
                <a:cs typeface="Arial" panose="020B0604020202020204" pitchFamily="34" charset="0"/>
              </a:rPr>
              <a:t>WD CONFIDENTIAL</a:t>
            </a:r>
            <a:endParaRPr lang="en-US" sz="800" b="0" i="0" dirty="0">
              <a:solidFill>
                <a:schemeClr val="tx1"/>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652687815"/>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p:cSld name="Blank White">
    <p:bg>
      <p:bgPr>
        <a:solidFill>
          <a:schemeClr val="bg1"/>
        </a:solidFill>
        <a:effectLst/>
      </p:bgPr>
    </p:bg>
    <p:spTree>
      <p:nvGrpSpPr>
        <p:cNvPr id="1" name=""/>
        <p:cNvGrpSpPr/>
        <p:nvPr/>
      </p:nvGrpSpPr>
      <p:grpSpPr>
        <a:xfrm>
          <a:off x="0" y="0"/>
          <a:ext cx="0" cy="0"/>
          <a:chOff x="0" y="0"/>
          <a:chExt cx="0" cy="0"/>
        </a:xfrm>
      </p:grpSpPr>
      <p:pic>
        <p:nvPicPr>
          <p:cNvPr id="10" name="Logo" descr="preencoded.png">
            <a:extLst>
              <a:ext uri="{FF2B5EF4-FFF2-40B4-BE49-F238E27FC236}">
                <a16:creationId xmlns:a16="http://schemas.microsoft.com/office/drawing/2014/main" id="{B4B9D2F9-5A96-F925-8611-62C83E7E0F07}"/>
              </a:ext>
            </a:extLst>
          </p:cNvPr>
          <p:cNvPicPr>
            <a:picLocks noChangeAspect="1"/>
          </p:cNvPicPr>
          <p:nvPr/>
        </p:nvPicPr>
        <p:blipFill>
          <a:blip>
            <a:extLst>
              <a:ext uri="{96DAC541-7B7A-43D3-8B79-37D633B846F1}">
                <asvg:svgBlip xmlns:asvg="http://schemas.microsoft.com/office/drawing/2016/SVG/main" r:embed="rId2"/>
              </a:ext>
            </a:extLst>
          </a:blip>
          <a:srcRect/>
          <a:stretch/>
        </p:blipFill>
        <p:spPr>
          <a:xfrm>
            <a:off x="10902950" y="419100"/>
            <a:ext cx="869950" cy="222250"/>
          </a:xfrm>
          <a:prstGeom prst="rect">
            <a:avLst/>
          </a:prstGeom>
        </p:spPr>
      </p:pic>
      <p:sp>
        <p:nvSpPr>
          <p:cNvPr id="5" name="2026 Western Digital Corporation All rights reserved">
            <a:extLst>
              <a:ext uri="{FF2B5EF4-FFF2-40B4-BE49-F238E27FC236}">
                <a16:creationId xmlns:a16="http://schemas.microsoft.com/office/drawing/2014/main" id="{191A5D5C-7B08-F17B-C598-F8E1EBDFEFA8}"/>
              </a:ext>
            </a:extLst>
          </p:cNvPr>
          <p:cNvSpPr/>
          <p:nvPr/>
        </p:nvSpPr>
        <p:spPr>
          <a:xfrm>
            <a:off x="419100" y="6638989"/>
            <a:ext cx="2794000" cy="92589"/>
          </a:xfrm>
          <a:prstGeom prst="rect">
            <a:avLst/>
          </a:prstGeom>
          <a:noFill/>
          <a:ln/>
        </p:spPr>
        <p:txBody>
          <a:bodyPr wrap="square" lIns="0" tIns="0" rIns="0" bIns="0" rtlCol="0" anchor="t">
            <a:spAutoFit/>
          </a:bodyPr>
          <a:lstStyle/>
          <a:p>
            <a:pPr>
              <a:lnSpc>
                <a:spcPct val="75000"/>
              </a:lnSpc>
            </a:pPr>
            <a:r>
              <a:rPr lang="en-US" sz="800" b="0" i="0" dirty="0">
                <a:solidFill>
                  <a:schemeClr val="tx1"/>
                </a:solidFill>
                <a:latin typeface="Arial" panose="020B0604020202020204" pitchFamily="34" charset="0"/>
                <a:ea typeface="Arial" pitchFamily="34" charset="-122"/>
                <a:cs typeface="Arial" panose="020B0604020202020204" pitchFamily="34" charset="0"/>
              </a:rPr>
              <a:t>©  2026 Western Digital Corporation. All rights reserved.</a:t>
            </a:r>
            <a:endParaRPr lang="en-US" sz="800" b="0" i="0" dirty="0">
              <a:solidFill>
                <a:schemeClr val="tx1"/>
              </a:solidFill>
              <a:latin typeface="Arial" panose="020B0604020202020204" pitchFamily="34" charset="0"/>
              <a:cs typeface="Arial" panose="020B0604020202020204" pitchFamily="34" charset="0"/>
            </a:endParaRPr>
          </a:p>
        </p:txBody>
      </p:sp>
      <p:sp>
        <p:nvSpPr>
          <p:cNvPr id="6" name="Slide Number Placeholder 1">
            <a:extLst>
              <a:ext uri="{FF2B5EF4-FFF2-40B4-BE49-F238E27FC236}">
                <a16:creationId xmlns:a16="http://schemas.microsoft.com/office/drawing/2014/main" id="{53B2D08B-E918-937D-84CA-3D69DDA1FBFC}"/>
              </a:ext>
            </a:extLst>
          </p:cNvPr>
          <p:cNvSpPr>
            <a:spLocks noGrp="1"/>
          </p:cNvSpPr>
          <p:nvPr>
            <p:ph type="sldNum" sz="quarter" idx="4"/>
          </p:nvPr>
        </p:nvSpPr>
        <p:spPr>
          <a:xfrm>
            <a:off x="11215668" y="6562157"/>
            <a:ext cx="658832" cy="215444"/>
          </a:xfrm>
          <a:prstGeom prst="rect">
            <a:avLst/>
          </a:prstGeom>
        </p:spPr>
        <p:txBody>
          <a:bodyPr vert="horz" lIns="91440" tIns="45720" rIns="0" bIns="45720" rtlCol="0" anchor="ctr">
            <a:spAutoFit/>
          </a:bodyPr>
          <a:lstStyle>
            <a:lvl1pPr algn="r">
              <a:defRPr sz="800" b="0" i="0">
                <a:solidFill>
                  <a:schemeClr val="tx1"/>
                </a:solidFill>
                <a:latin typeface="Arial" panose="020B0604020202020204" pitchFamily="34" charset="0"/>
                <a:cs typeface="Arial" panose="020B0604020202020204" pitchFamily="34" charset="0"/>
              </a:defRPr>
            </a:lvl1pPr>
          </a:lstStyle>
          <a:p>
            <a:fld id="{B06B19F4-CF25-446C-B362-D8BB27BE9D9B}" type="slidenum">
              <a:rPr lang="en-US" smtClean="0"/>
              <a:t>‹#›</a:t>
            </a:fld>
            <a:endParaRPr lang="en-US"/>
          </a:p>
        </p:txBody>
      </p:sp>
      <p:sp>
        <p:nvSpPr>
          <p:cNvPr id="7" name="WD Confidential">
            <a:extLst>
              <a:ext uri="{FF2B5EF4-FFF2-40B4-BE49-F238E27FC236}">
                <a16:creationId xmlns:a16="http://schemas.microsoft.com/office/drawing/2014/main" id="{FA32F025-C9A1-AED8-7466-9706F9AAAEAD}"/>
              </a:ext>
            </a:extLst>
          </p:cNvPr>
          <p:cNvSpPr/>
          <p:nvPr/>
        </p:nvSpPr>
        <p:spPr>
          <a:xfrm>
            <a:off x="8991600" y="6638990"/>
            <a:ext cx="1244600" cy="92589"/>
          </a:xfrm>
          <a:prstGeom prst="rect">
            <a:avLst/>
          </a:prstGeom>
          <a:noFill/>
          <a:ln/>
        </p:spPr>
        <p:txBody>
          <a:bodyPr wrap="square" lIns="0" tIns="0" rIns="0" bIns="0" rtlCol="0" anchor="t">
            <a:spAutoFit/>
          </a:bodyPr>
          <a:lstStyle/>
          <a:p>
            <a:pPr>
              <a:lnSpc>
                <a:spcPct val="75000"/>
              </a:lnSpc>
            </a:pPr>
            <a:r>
              <a:rPr lang="en-US" sz="800" b="0" i="0" dirty="0">
                <a:solidFill>
                  <a:schemeClr val="tx1"/>
                </a:solidFill>
                <a:latin typeface="Arial" panose="020B0604020202020204" pitchFamily="34" charset="0"/>
                <a:ea typeface="Arial" pitchFamily="34" charset="-122"/>
                <a:cs typeface="Arial" panose="020B0604020202020204" pitchFamily="34" charset="0"/>
              </a:rPr>
              <a:t>WD CONFIDENTIAL</a:t>
            </a:r>
            <a:endParaRPr lang="en-US" sz="800" b="0" i="0" dirty="0">
              <a:solidFill>
                <a:schemeClr val="tx1"/>
              </a:solidFill>
              <a:latin typeface="Arial" panose="020B0604020202020204" pitchFamily="34" charset="0"/>
              <a:cs typeface="Arial" panose="020B0604020202020204" pitchFamily="34" charset="0"/>
            </a:endParaRPr>
          </a:p>
        </p:txBody>
      </p:sp>
      <p:pic>
        <p:nvPicPr>
          <p:cNvPr id="2" name="Logo" descr="preencoded.png">
            <a:extLst>
              <a:ext uri="{FF2B5EF4-FFF2-40B4-BE49-F238E27FC236}">
                <a16:creationId xmlns:a16="http://schemas.microsoft.com/office/drawing/2014/main" id="{0392836A-9AE1-683E-6919-75F33F3D1767}"/>
              </a:ext>
            </a:extLst>
          </p:cNvPr>
          <p:cNvPicPr>
            <a:picLocks noChangeAspect="1"/>
          </p:cNvPicPr>
          <p:nvPr/>
        </p:nvPicPr>
        <p:blipFill>
          <a:blip>
            <a:extLst>
              <a:ext uri="{96DAC541-7B7A-43D3-8B79-37D633B846F1}">
                <asvg:svgBlip xmlns:asvg="http://schemas.microsoft.com/office/drawing/2016/SVG/main" r:embed="rId2"/>
              </a:ext>
            </a:extLst>
          </a:blip>
          <a:srcRect/>
          <a:stretch/>
        </p:blipFill>
        <p:spPr>
          <a:xfrm>
            <a:off x="10902950" y="419100"/>
            <a:ext cx="869950" cy="222250"/>
          </a:xfrm>
          <a:prstGeom prst="rect">
            <a:avLst/>
          </a:prstGeom>
        </p:spPr>
      </p:pic>
      <p:sp>
        <p:nvSpPr>
          <p:cNvPr id="3" name="2026 Western Digital Corporation All rights reserved">
            <a:extLst>
              <a:ext uri="{FF2B5EF4-FFF2-40B4-BE49-F238E27FC236}">
                <a16:creationId xmlns:a16="http://schemas.microsoft.com/office/drawing/2014/main" id="{643AF61C-BF0A-E731-06B9-FD65332AFF26}"/>
              </a:ext>
            </a:extLst>
          </p:cNvPr>
          <p:cNvSpPr/>
          <p:nvPr/>
        </p:nvSpPr>
        <p:spPr>
          <a:xfrm>
            <a:off x="419100" y="6638989"/>
            <a:ext cx="2794000" cy="92589"/>
          </a:xfrm>
          <a:prstGeom prst="rect">
            <a:avLst/>
          </a:prstGeom>
          <a:noFill/>
          <a:ln/>
        </p:spPr>
        <p:txBody>
          <a:bodyPr wrap="square" lIns="0" tIns="0" rIns="0" bIns="0" rtlCol="0" anchor="t">
            <a:spAutoFit/>
          </a:bodyPr>
          <a:lstStyle/>
          <a:p>
            <a:pPr>
              <a:lnSpc>
                <a:spcPct val="75000"/>
              </a:lnSpc>
            </a:pPr>
            <a:r>
              <a:rPr lang="en-US" sz="800" b="0" i="0" dirty="0">
                <a:solidFill>
                  <a:schemeClr val="tx1"/>
                </a:solidFill>
                <a:latin typeface="Arial" panose="020B0604020202020204" pitchFamily="34" charset="0"/>
                <a:ea typeface="Arial" pitchFamily="34" charset="-122"/>
                <a:cs typeface="Arial" panose="020B0604020202020204" pitchFamily="34" charset="0"/>
              </a:rPr>
              <a:t>©  2026 Western Digital Corporation. All rights reserved.</a:t>
            </a:r>
            <a:endParaRPr lang="en-US" sz="800" b="0" i="0" dirty="0">
              <a:solidFill>
                <a:schemeClr val="tx1"/>
              </a:solidFill>
              <a:latin typeface="Arial" panose="020B0604020202020204" pitchFamily="34" charset="0"/>
              <a:cs typeface="Arial" panose="020B0604020202020204" pitchFamily="34" charset="0"/>
            </a:endParaRPr>
          </a:p>
        </p:txBody>
      </p:sp>
      <p:sp>
        <p:nvSpPr>
          <p:cNvPr id="4" name="WD Confidential">
            <a:extLst>
              <a:ext uri="{FF2B5EF4-FFF2-40B4-BE49-F238E27FC236}">
                <a16:creationId xmlns:a16="http://schemas.microsoft.com/office/drawing/2014/main" id="{9DCBD6C5-2DF6-8B2A-E246-81D035C6EE0B}"/>
              </a:ext>
            </a:extLst>
          </p:cNvPr>
          <p:cNvSpPr/>
          <p:nvPr/>
        </p:nvSpPr>
        <p:spPr>
          <a:xfrm>
            <a:off x="8991600" y="6638990"/>
            <a:ext cx="1244600" cy="92589"/>
          </a:xfrm>
          <a:prstGeom prst="rect">
            <a:avLst/>
          </a:prstGeom>
          <a:noFill/>
          <a:ln/>
        </p:spPr>
        <p:txBody>
          <a:bodyPr wrap="square" lIns="0" tIns="0" rIns="0" bIns="0" rtlCol="0" anchor="t">
            <a:spAutoFit/>
          </a:bodyPr>
          <a:lstStyle/>
          <a:p>
            <a:pPr>
              <a:lnSpc>
                <a:spcPct val="75000"/>
              </a:lnSpc>
            </a:pPr>
            <a:r>
              <a:rPr lang="en-US" sz="800" b="0" i="0" dirty="0">
                <a:solidFill>
                  <a:schemeClr val="tx1"/>
                </a:solidFill>
                <a:latin typeface="Arial" panose="020B0604020202020204" pitchFamily="34" charset="0"/>
                <a:ea typeface="Arial" pitchFamily="34" charset="-122"/>
                <a:cs typeface="Arial" panose="020B0604020202020204" pitchFamily="34" charset="0"/>
              </a:rPr>
              <a:t>WD CONFIDENTIAL</a:t>
            </a:r>
            <a:endParaRPr lang="en-US" sz="800" b="0" i="0" dirty="0">
              <a:solidFill>
                <a:schemeClr val="tx1"/>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86981804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p:cSld name="Blank Vault Navy">
    <p:bg>
      <p:bgPr>
        <a:solidFill>
          <a:schemeClr val="tx2"/>
        </a:solidFill>
        <a:effectLst/>
      </p:bgPr>
    </p:bg>
    <p:spTree>
      <p:nvGrpSpPr>
        <p:cNvPr id="1" name=""/>
        <p:cNvGrpSpPr/>
        <p:nvPr/>
      </p:nvGrpSpPr>
      <p:grpSpPr>
        <a:xfrm>
          <a:off x="0" y="0"/>
          <a:ext cx="0" cy="0"/>
          <a:chOff x="0" y="0"/>
          <a:chExt cx="0" cy="0"/>
        </a:xfrm>
      </p:grpSpPr>
      <p:pic>
        <p:nvPicPr>
          <p:cNvPr id="6" name="Logo" descr="preencoded.png">
            <a:extLst>
              <a:ext uri="{FF2B5EF4-FFF2-40B4-BE49-F238E27FC236}">
                <a16:creationId xmlns:a16="http://schemas.microsoft.com/office/drawing/2014/main" id="{CFD0F635-23F0-6005-05C6-A8FE4B835A3F}"/>
              </a:ext>
            </a:extLst>
          </p:cNvPr>
          <p:cNvPicPr>
            <a:picLocks noChangeAspect="1"/>
          </p:cNvPicPr>
          <p:nvPr/>
        </p:nvPicPr>
        <p:blipFill>
          <a:blip>
            <a:extLst>
              <a:ext uri="{96DAC541-7B7A-43D3-8B79-37D633B846F1}">
                <asvg:svgBlip xmlns:asvg="http://schemas.microsoft.com/office/drawing/2016/SVG/main" r:embed="rId2"/>
              </a:ext>
            </a:extLst>
          </a:blip>
          <a:srcRect/>
          <a:stretch/>
        </p:blipFill>
        <p:spPr>
          <a:xfrm>
            <a:off x="10902950" y="419100"/>
            <a:ext cx="869950" cy="222250"/>
          </a:xfrm>
          <a:prstGeom prst="rect">
            <a:avLst/>
          </a:prstGeom>
        </p:spPr>
      </p:pic>
      <p:sp>
        <p:nvSpPr>
          <p:cNvPr id="4" name="2026 Western Digital Corporation All rights reserved">
            <a:extLst>
              <a:ext uri="{FF2B5EF4-FFF2-40B4-BE49-F238E27FC236}">
                <a16:creationId xmlns:a16="http://schemas.microsoft.com/office/drawing/2014/main" id="{461D3CA5-88EF-0328-F997-2E9F47C61B15}"/>
              </a:ext>
            </a:extLst>
          </p:cNvPr>
          <p:cNvSpPr/>
          <p:nvPr/>
        </p:nvSpPr>
        <p:spPr>
          <a:xfrm>
            <a:off x="419100" y="6638989"/>
            <a:ext cx="2794000" cy="92589"/>
          </a:xfrm>
          <a:prstGeom prst="rect">
            <a:avLst/>
          </a:prstGeom>
          <a:noFill/>
          <a:ln/>
        </p:spPr>
        <p:txBody>
          <a:bodyPr wrap="square" lIns="0" tIns="0" rIns="0" bIns="0" rtlCol="0" anchor="t">
            <a:spAutoFit/>
          </a:bodyPr>
          <a:lstStyle/>
          <a:p>
            <a:pPr>
              <a:lnSpc>
                <a:spcPct val="75000"/>
              </a:lnSpc>
            </a:pPr>
            <a:r>
              <a:rPr lang="en-US" sz="800" b="0" i="0" dirty="0">
                <a:solidFill>
                  <a:schemeClr val="bg1"/>
                </a:solidFill>
                <a:latin typeface="Arial" panose="020B0604020202020204" pitchFamily="34" charset="0"/>
                <a:ea typeface="Arial" pitchFamily="34" charset="-122"/>
                <a:cs typeface="Arial" panose="020B0604020202020204" pitchFamily="34" charset="0"/>
              </a:rPr>
              <a:t>©  2026 Western Digital Corporation. All rights reserved.</a:t>
            </a:r>
            <a:endParaRPr lang="en-US" sz="800" b="0" i="0" dirty="0">
              <a:solidFill>
                <a:schemeClr val="bg1"/>
              </a:solidFill>
              <a:latin typeface="Arial" panose="020B0604020202020204" pitchFamily="34" charset="0"/>
              <a:cs typeface="Arial" panose="020B0604020202020204" pitchFamily="34" charset="0"/>
            </a:endParaRPr>
          </a:p>
        </p:txBody>
      </p:sp>
      <p:sp>
        <p:nvSpPr>
          <p:cNvPr id="5" name="Slide Number Placeholder 1">
            <a:extLst>
              <a:ext uri="{FF2B5EF4-FFF2-40B4-BE49-F238E27FC236}">
                <a16:creationId xmlns:a16="http://schemas.microsoft.com/office/drawing/2014/main" id="{EF3A8A3D-06A7-7AF4-7174-E6377F3DE9FC}"/>
              </a:ext>
            </a:extLst>
          </p:cNvPr>
          <p:cNvSpPr>
            <a:spLocks noGrp="1"/>
          </p:cNvSpPr>
          <p:nvPr>
            <p:ph type="sldNum" sz="quarter" idx="4"/>
          </p:nvPr>
        </p:nvSpPr>
        <p:spPr>
          <a:xfrm>
            <a:off x="11215668" y="6562157"/>
            <a:ext cx="658832" cy="215444"/>
          </a:xfrm>
          <a:prstGeom prst="rect">
            <a:avLst/>
          </a:prstGeom>
        </p:spPr>
        <p:txBody>
          <a:bodyPr vert="horz" lIns="91440" tIns="45720" rIns="0" bIns="45720" rtlCol="0" anchor="ctr">
            <a:spAutoFit/>
          </a:bodyPr>
          <a:lstStyle>
            <a:lvl1pPr algn="r">
              <a:defRPr sz="800" b="0" i="0">
                <a:solidFill>
                  <a:schemeClr val="bg1"/>
                </a:solidFill>
                <a:latin typeface="Arial" panose="020B0604020202020204" pitchFamily="34" charset="0"/>
                <a:cs typeface="Arial" panose="020B0604020202020204" pitchFamily="34" charset="0"/>
              </a:defRPr>
            </a:lvl1pPr>
          </a:lstStyle>
          <a:p>
            <a:fld id="{B06B19F4-CF25-446C-B362-D8BB27BE9D9B}" type="slidenum">
              <a:rPr lang="en-US" smtClean="0"/>
              <a:t>‹#›</a:t>
            </a:fld>
            <a:endParaRPr lang="en-US"/>
          </a:p>
        </p:txBody>
      </p:sp>
      <p:sp>
        <p:nvSpPr>
          <p:cNvPr id="8" name="WD Confidential">
            <a:extLst>
              <a:ext uri="{FF2B5EF4-FFF2-40B4-BE49-F238E27FC236}">
                <a16:creationId xmlns:a16="http://schemas.microsoft.com/office/drawing/2014/main" id="{69CBEC74-3B8B-056A-05B1-FD71ECD63031}"/>
              </a:ext>
            </a:extLst>
          </p:cNvPr>
          <p:cNvSpPr/>
          <p:nvPr/>
        </p:nvSpPr>
        <p:spPr>
          <a:xfrm>
            <a:off x="8991600" y="6638990"/>
            <a:ext cx="1244600" cy="92589"/>
          </a:xfrm>
          <a:prstGeom prst="rect">
            <a:avLst/>
          </a:prstGeom>
          <a:noFill/>
          <a:ln/>
        </p:spPr>
        <p:txBody>
          <a:bodyPr wrap="square" lIns="0" tIns="0" rIns="0" bIns="0" rtlCol="0" anchor="t">
            <a:spAutoFit/>
          </a:bodyPr>
          <a:lstStyle/>
          <a:p>
            <a:pPr>
              <a:lnSpc>
                <a:spcPct val="75000"/>
              </a:lnSpc>
            </a:pPr>
            <a:r>
              <a:rPr lang="en-US" sz="800" b="0" i="0" dirty="0">
                <a:solidFill>
                  <a:schemeClr val="bg1"/>
                </a:solidFill>
                <a:latin typeface="Arial" panose="020B0604020202020204" pitchFamily="34" charset="0"/>
                <a:ea typeface="Arial" pitchFamily="34" charset="-122"/>
                <a:cs typeface="Arial" panose="020B0604020202020204" pitchFamily="34" charset="0"/>
              </a:rPr>
              <a:t>WD CONFIDENTIAL</a:t>
            </a:r>
            <a:endParaRPr lang="en-US" sz="800" b="0" i="0" dirty="0">
              <a:solidFill>
                <a:schemeClr val="bg1"/>
              </a:solidFill>
              <a:latin typeface="Arial" panose="020B0604020202020204" pitchFamily="34" charset="0"/>
              <a:cs typeface="Arial" panose="020B0604020202020204" pitchFamily="34" charset="0"/>
            </a:endParaRPr>
          </a:p>
        </p:txBody>
      </p:sp>
      <p:pic>
        <p:nvPicPr>
          <p:cNvPr id="2" name="Logo" descr="preencoded.png">
            <a:extLst>
              <a:ext uri="{FF2B5EF4-FFF2-40B4-BE49-F238E27FC236}">
                <a16:creationId xmlns:a16="http://schemas.microsoft.com/office/drawing/2014/main" id="{95774346-FC6A-0919-B864-437FAC1F9651}"/>
              </a:ext>
            </a:extLst>
          </p:cNvPr>
          <p:cNvPicPr>
            <a:picLocks noChangeAspect="1"/>
          </p:cNvPicPr>
          <p:nvPr/>
        </p:nvPicPr>
        <p:blipFill>
          <a:blip>
            <a:extLst>
              <a:ext uri="{96DAC541-7B7A-43D3-8B79-37D633B846F1}">
                <asvg:svgBlip xmlns:asvg="http://schemas.microsoft.com/office/drawing/2016/SVG/main" r:embed="rId2"/>
              </a:ext>
            </a:extLst>
          </a:blip>
          <a:srcRect/>
          <a:stretch/>
        </p:blipFill>
        <p:spPr>
          <a:xfrm>
            <a:off x="10902950" y="419100"/>
            <a:ext cx="869950" cy="222250"/>
          </a:xfrm>
          <a:prstGeom prst="rect">
            <a:avLst/>
          </a:prstGeom>
        </p:spPr>
      </p:pic>
      <p:sp>
        <p:nvSpPr>
          <p:cNvPr id="3" name="2026 Western Digital Corporation All rights reserved">
            <a:extLst>
              <a:ext uri="{FF2B5EF4-FFF2-40B4-BE49-F238E27FC236}">
                <a16:creationId xmlns:a16="http://schemas.microsoft.com/office/drawing/2014/main" id="{90B23A49-61D6-BB6C-7A95-63436DEFB872}"/>
              </a:ext>
            </a:extLst>
          </p:cNvPr>
          <p:cNvSpPr/>
          <p:nvPr/>
        </p:nvSpPr>
        <p:spPr>
          <a:xfrm>
            <a:off x="419100" y="6638989"/>
            <a:ext cx="2794000" cy="92589"/>
          </a:xfrm>
          <a:prstGeom prst="rect">
            <a:avLst/>
          </a:prstGeom>
          <a:noFill/>
          <a:ln/>
        </p:spPr>
        <p:txBody>
          <a:bodyPr wrap="square" lIns="0" tIns="0" rIns="0" bIns="0" rtlCol="0" anchor="t">
            <a:spAutoFit/>
          </a:bodyPr>
          <a:lstStyle/>
          <a:p>
            <a:pPr>
              <a:lnSpc>
                <a:spcPct val="75000"/>
              </a:lnSpc>
            </a:pPr>
            <a:r>
              <a:rPr lang="en-US" sz="800" b="0" i="0" dirty="0">
                <a:solidFill>
                  <a:schemeClr val="bg1"/>
                </a:solidFill>
                <a:latin typeface="Arial" panose="020B0604020202020204" pitchFamily="34" charset="0"/>
                <a:ea typeface="Arial" pitchFamily="34" charset="-122"/>
                <a:cs typeface="Arial" panose="020B0604020202020204" pitchFamily="34" charset="0"/>
              </a:rPr>
              <a:t>©  2026 Western Digital Corporation. All rights reserved.</a:t>
            </a:r>
            <a:endParaRPr lang="en-US" sz="800" b="0" i="0" dirty="0">
              <a:solidFill>
                <a:schemeClr val="bg1"/>
              </a:solidFill>
              <a:latin typeface="Arial" panose="020B0604020202020204" pitchFamily="34" charset="0"/>
              <a:cs typeface="Arial" panose="020B0604020202020204" pitchFamily="34" charset="0"/>
            </a:endParaRPr>
          </a:p>
        </p:txBody>
      </p:sp>
      <p:sp>
        <p:nvSpPr>
          <p:cNvPr id="7" name="WD Confidential">
            <a:extLst>
              <a:ext uri="{FF2B5EF4-FFF2-40B4-BE49-F238E27FC236}">
                <a16:creationId xmlns:a16="http://schemas.microsoft.com/office/drawing/2014/main" id="{BE740E97-D0CA-5B0B-9147-1704AFFA5FBE}"/>
              </a:ext>
            </a:extLst>
          </p:cNvPr>
          <p:cNvSpPr/>
          <p:nvPr/>
        </p:nvSpPr>
        <p:spPr>
          <a:xfrm>
            <a:off x="8991600" y="6638990"/>
            <a:ext cx="1244600" cy="92589"/>
          </a:xfrm>
          <a:prstGeom prst="rect">
            <a:avLst/>
          </a:prstGeom>
          <a:noFill/>
          <a:ln/>
        </p:spPr>
        <p:txBody>
          <a:bodyPr wrap="square" lIns="0" tIns="0" rIns="0" bIns="0" rtlCol="0" anchor="t">
            <a:spAutoFit/>
          </a:bodyPr>
          <a:lstStyle/>
          <a:p>
            <a:pPr>
              <a:lnSpc>
                <a:spcPct val="75000"/>
              </a:lnSpc>
            </a:pPr>
            <a:r>
              <a:rPr lang="en-US" sz="800" b="0" i="0" dirty="0">
                <a:solidFill>
                  <a:schemeClr val="bg1"/>
                </a:solidFill>
                <a:latin typeface="Arial" panose="020B0604020202020204" pitchFamily="34" charset="0"/>
                <a:ea typeface="Arial" pitchFamily="34" charset="-122"/>
                <a:cs typeface="Arial" panose="020B0604020202020204" pitchFamily="34" charset="0"/>
              </a:rPr>
              <a:t>WD CONFIDENTIAL</a:t>
            </a:r>
            <a:endParaRPr lang="en-US" sz="800" b="0" i="0" dirty="0">
              <a:solidFill>
                <a:schemeClr val="bg1"/>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49324168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p:cSld name="Title Only (Small) Product Feature">
    <p:bg>
      <p:bgPr>
        <a:solidFill>
          <a:schemeClr val="accent6"/>
        </a:solidFill>
        <a:effectLst/>
      </p:bgPr>
    </p:bg>
    <p:spTree>
      <p:nvGrpSpPr>
        <p:cNvPr id="1" name=""/>
        <p:cNvGrpSpPr/>
        <p:nvPr/>
      </p:nvGrpSpPr>
      <p:grpSpPr>
        <a:xfrm>
          <a:off x="0" y="0"/>
          <a:ext cx="0" cy="0"/>
          <a:chOff x="0" y="0"/>
          <a:chExt cx="0" cy="0"/>
        </a:xfrm>
      </p:grpSpPr>
      <p:pic>
        <p:nvPicPr>
          <p:cNvPr id="12" name="Picture 11">
            <a:extLst>
              <a:ext uri="{FF2B5EF4-FFF2-40B4-BE49-F238E27FC236}">
                <a16:creationId xmlns:a16="http://schemas.microsoft.com/office/drawing/2014/main" id="{6F097115-7F61-E8CC-58FF-D9C801520C90}"/>
              </a:ext>
            </a:extLst>
          </p:cNvPr>
          <p:cNvPicPr>
            <a:picLocks noChangeAspect="1"/>
          </p:cNvPicPr>
          <p:nvPr/>
        </p:nvPicPr>
        <p:blipFill>
          <a:blip r:embed="rId2">
            <a:lum bright="70000" contrast="-70000"/>
          </a:blip>
          <a:stretch>
            <a:fillRect/>
          </a:stretch>
        </p:blipFill>
        <p:spPr>
          <a:xfrm>
            <a:off x="0" y="1951437"/>
            <a:ext cx="8915400" cy="4906563"/>
          </a:xfrm>
          <a:prstGeom prst="rect">
            <a:avLst/>
          </a:prstGeom>
        </p:spPr>
      </p:pic>
      <p:pic>
        <p:nvPicPr>
          <p:cNvPr id="7" name="Logo" descr="preencoded.png">
            <a:extLst>
              <a:ext uri="{FF2B5EF4-FFF2-40B4-BE49-F238E27FC236}">
                <a16:creationId xmlns:a16="http://schemas.microsoft.com/office/drawing/2014/main" id="{1396905D-1B87-DFCE-F5F2-3A55043BDEE7}"/>
              </a:ext>
            </a:extLst>
          </p:cNvPr>
          <p:cNvPicPr>
            <a:picLocks noChangeAspect="1"/>
          </p:cNvPicPr>
          <p:nvPr/>
        </p:nvPicPr>
        <p:blipFill>
          <a:blip>
            <a:extLst>
              <a:ext uri="{96DAC541-7B7A-43D3-8B79-37D633B846F1}">
                <asvg:svgBlip xmlns:asvg="http://schemas.microsoft.com/office/drawing/2016/SVG/main" r:embed="rId3"/>
              </a:ext>
            </a:extLst>
          </a:blip>
          <a:srcRect/>
          <a:stretch/>
        </p:blipFill>
        <p:spPr>
          <a:xfrm>
            <a:off x="10902950" y="419100"/>
            <a:ext cx="869950" cy="222250"/>
          </a:xfrm>
          <a:prstGeom prst="rect">
            <a:avLst/>
          </a:prstGeom>
        </p:spPr>
      </p:pic>
      <p:sp>
        <p:nvSpPr>
          <p:cNvPr id="2" name="Text Placeholder 14">
            <a:extLst>
              <a:ext uri="{FF2B5EF4-FFF2-40B4-BE49-F238E27FC236}">
                <a16:creationId xmlns:a16="http://schemas.microsoft.com/office/drawing/2014/main" id="{C0A019DC-EDF0-29A1-971C-57AED63E27D4}"/>
              </a:ext>
            </a:extLst>
          </p:cNvPr>
          <p:cNvSpPr>
            <a:spLocks noGrp="1"/>
          </p:cNvSpPr>
          <p:nvPr>
            <p:ph type="body" sz="quarter" idx="13" hasCustomPrompt="1"/>
          </p:nvPr>
        </p:nvSpPr>
        <p:spPr>
          <a:xfrm>
            <a:off x="339725" y="333800"/>
            <a:ext cx="2860675" cy="307777"/>
          </a:xfrm>
          <a:prstGeom prst="rect">
            <a:avLst/>
          </a:prstGeom>
        </p:spPr>
        <p:txBody>
          <a:bodyPr wrap="square" lIns="82296" rIns="0">
            <a:spAutoFit/>
          </a:bodyPr>
          <a:lstStyle>
            <a:lvl1pPr>
              <a:lnSpc>
                <a:spcPct val="100000"/>
              </a:lnSpc>
              <a:buNone/>
              <a:defRPr sz="1400" b="1" i="0" spc="-30">
                <a:solidFill>
                  <a:schemeClr val="bg1"/>
                </a:solidFill>
                <a:latin typeface="Arial" panose="020B0604020202020204" pitchFamily="34" charset="0"/>
                <a:cs typeface="Arial" panose="020B0604020202020204" pitchFamily="34" charset="0"/>
              </a:defRPr>
            </a:lvl1pPr>
          </a:lstStyle>
          <a:p>
            <a:pPr lvl="0"/>
            <a:r>
              <a:rPr lang="en-US" b="1" dirty="0"/>
              <a:t>Section Header</a:t>
            </a:r>
          </a:p>
        </p:txBody>
      </p:sp>
      <p:sp>
        <p:nvSpPr>
          <p:cNvPr id="3" name="Title 2">
            <a:extLst>
              <a:ext uri="{FF2B5EF4-FFF2-40B4-BE49-F238E27FC236}">
                <a16:creationId xmlns:a16="http://schemas.microsoft.com/office/drawing/2014/main" id="{BBF04E1E-B680-F453-BF2D-12E044E4F674}"/>
              </a:ext>
            </a:extLst>
          </p:cNvPr>
          <p:cNvSpPr>
            <a:spLocks noGrp="1"/>
          </p:cNvSpPr>
          <p:nvPr>
            <p:ph type="title" hasCustomPrompt="1"/>
          </p:nvPr>
        </p:nvSpPr>
        <p:spPr>
          <a:xfrm>
            <a:off x="339632" y="702407"/>
            <a:ext cx="6670767" cy="665952"/>
          </a:xfrm>
          <a:prstGeom prst="rect">
            <a:avLst/>
          </a:prstGeom>
        </p:spPr>
        <p:txBody>
          <a:bodyPr wrap="square" lIns="45720" rIns="0">
            <a:spAutoFit/>
          </a:bodyPr>
          <a:lstStyle>
            <a:lvl1pPr>
              <a:lnSpc>
                <a:spcPct val="85000"/>
              </a:lnSpc>
              <a:defRPr sz="4200" b="0" i="0" spc="-130">
                <a:solidFill>
                  <a:schemeClr val="bg1"/>
                </a:solidFill>
                <a:latin typeface="Arial" panose="020B0604020202020204" pitchFamily="34" charset="0"/>
                <a:cs typeface="Arial" panose="020B0604020202020204" pitchFamily="34" charset="0"/>
              </a:defRPr>
            </a:lvl1pPr>
          </a:lstStyle>
          <a:p>
            <a:r>
              <a:rPr lang="en-US" dirty="0"/>
              <a:t>Product Feature - Smaller</a:t>
            </a:r>
          </a:p>
        </p:txBody>
      </p:sp>
      <p:sp>
        <p:nvSpPr>
          <p:cNvPr id="8" name="2026 Western Digital Corporation All rights reserved">
            <a:extLst>
              <a:ext uri="{FF2B5EF4-FFF2-40B4-BE49-F238E27FC236}">
                <a16:creationId xmlns:a16="http://schemas.microsoft.com/office/drawing/2014/main" id="{4BCD7F94-D239-A34D-B21B-4D5045EC4B6C}"/>
              </a:ext>
            </a:extLst>
          </p:cNvPr>
          <p:cNvSpPr/>
          <p:nvPr/>
        </p:nvSpPr>
        <p:spPr>
          <a:xfrm>
            <a:off x="419100" y="6638989"/>
            <a:ext cx="2794000" cy="92589"/>
          </a:xfrm>
          <a:prstGeom prst="rect">
            <a:avLst/>
          </a:prstGeom>
          <a:noFill/>
          <a:ln/>
        </p:spPr>
        <p:txBody>
          <a:bodyPr wrap="square" lIns="0" tIns="0" rIns="0" bIns="0" rtlCol="0" anchor="t">
            <a:spAutoFit/>
          </a:bodyPr>
          <a:lstStyle/>
          <a:p>
            <a:pPr>
              <a:lnSpc>
                <a:spcPct val="75000"/>
              </a:lnSpc>
            </a:pPr>
            <a:r>
              <a:rPr lang="en-US" sz="800" b="0" i="0" dirty="0">
                <a:solidFill>
                  <a:schemeClr val="tx1"/>
                </a:solidFill>
                <a:latin typeface="Arial" panose="020B0604020202020204" pitchFamily="34" charset="0"/>
                <a:ea typeface="Arial" pitchFamily="34" charset="-122"/>
                <a:cs typeface="Arial" panose="020B0604020202020204" pitchFamily="34" charset="0"/>
              </a:rPr>
              <a:t>©  2026 Western Digital Corporation. All rights reserved.</a:t>
            </a:r>
            <a:endParaRPr lang="en-US" sz="800" b="0" i="0" dirty="0">
              <a:solidFill>
                <a:schemeClr val="tx1"/>
              </a:solidFill>
              <a:latin typeface="Arial" panose="020B0604020202020204" pitchFamily="34" charset="0"/>
              <a:cs typeface="Arial" panose="020B0604020202020204" pitchFamily="34" charset="0"/>
            </a:endParaRPr>
          </a:p>
        </p:txBody>
      </p:sp>
      <p:sp>
        <p:nvSpPr>
          <p:cNvPr id="9" name="Slide Number Placeholder 1">
            <a:extLst>
              <a:ext uri="{FF2B5EF4-FFF2-40B4-BE49-F238E27FC236}">
                <a16:creationId xmlns:a16="http://schemas.microsoft.com/office/drawing/2014/main" id="{892B0277-C163-1361-A328-92DF3A8BB3DA}"/>
              </a:ext>
            </a:extLst>
          </p:cNvPr>
          <p:cNvSpPr>
            <a:spLocks noGrp="1"/>
          </p:cNvSpPr>
          <p:nvPr>
            <p:ph type="sldNum" sz="quarter" idx="4"/>
          </p:nvPr>
        </p:nvSpPr>
        <p:spPr>
          <a:xfrm>
            <a:off x="11215668" y="6562157"/>
            <a:ext cx="658832" cy="215444"/>
          </a:xfrm>
          <a:prstGeom prst="rect">
            <a:avLst/>
          </a:prstGeom>
        </p:spPr>
        <p:txBody>
          <a:bodyPr vert="horz" lIns="91440" tIns="45720" rIns="0" bIns="45720" rtlCol="0" anchor="ctr">
            <a:spAutoFit/>
          </a:bodyPr>
          <a:lstStyle>
            <a:lvl1pPr algn="r">
              <a:defRPr sz="800" b="0" i="0">
                <a:solidFill>
                  <a:schemeClr val="bg1"/>
                </a:solidFill>
                <a:latin typeface="Arial" panose="020B0604020202020204" pitchFamily="34" charset="0"/>
                <a:cs typeface="Arial" panose="020B0604020202020204" pitchFamily="34" charset="0"/>
              </a:defRPr>
            </a:lvl1pPr>
          </a:lstStyle>
          <a:p>
            <a:fld id="{B06B19F4-CF25-446C-B362-D8BB27BE9D9B}" type="slidenum">
              <a:rPr lang="en-US" smtClean="0"/>
              <a:t>‹#›</a:t>
            </a:fld>
            <a:endParaRPr lang="en-US"/>
          </a:p>
        </p:txBody>
      </p:sp>
      <p:sp>
        <p:nvSpPr>
          <p:cNvPr id="10" name="WD Confidential">
            <a:extLst>
              <a:ext uri="{FF2B5EF4-FFF2-40B4-BE49-F238E27FC236}">
                <a16:creationId xmlns:a16="http://schemas.microsoft.com/office/drawing/2014/main" id="{0C0050B3-421C-437F-A3F6-F63B7B8E054A}"/>
              </a:ext>
            </a:extLst>
          </p:cNvPr>
          <p:cNvSpPr/>
          <p:nvPr/>
        </p:nvSpPr>
        <p:spPr>
          <a:xfrm>
            <a:off x="8991600" y="6638990"/>
            <a:ext cx="1244600" cy="92589"/>
          </a:xfrm>
          <a:prstGeom prst="rect">
            <a:avLst/>
          </a:prstGeom>
          <a:noFill/>
          <a:ln/>
        </p:spPr>
        <p:txBody>
          <a:bodyPr wrap="square" lIns="0" tIns="0" rIns="0" bIns="0" rtlCol="0" anchor="t">
            <a:spAutoFit/>
          </a:bodyPr>
          <a:lstStyle/>
          <a:p>
            <a:pPr>
              <a:lnSpc>
                <a:spcPct val="75000"/>
              </a:lnSpc>
            </a:pPr>
            <a:r>
              <a:rPr lang="en-US" sz="800" b="0" i="0" dirty="0">
                <a:solidFill>
                  <a:schemeClr val="bg1"/>
                </a:solidFill>
                <a:latin typeface="Arial" panose="020B0604020202020204" pitchFamily="34" charset="0"/>
                <a:ea typeface="Arial" pitchFamily="34" charset="-122"/>
                <a:cs typeface="Arial" panose="020B0604020202020204" pitchFamily="34" charset="0"/>
              </a:rPr>
              <a:t>WD CONFIDENTIAL</a:t>
            </a:r>
            <a:endParaRPr lang="en-US" sz="800" b="0" i="0" dirty="0">
              <a:solidFill>
                <a:schemeClr val="bg1"/>
              </a:solidFill>
              <a:latin typeface="Arial" panose="020B0604020202020204" pitchFamily="34" charset="0"/>
              <a:cs typeface="Arial" panose="020B0604020202020204" pitchFamily="34" charset="0"/>
            </a:endParaRPr>
          </a:p>
        </p:txBody>
      </p:sp>
      <p:pic>
        <p:nvPicPr>
          <p:cNvPr id="4" name="Picture 3">
            <a:extLst>
              <a:ext uri="{FF2B5EF4-FFF2-40B4-BE49-F238E27FC236}">
                <a16:creationId xmlns:a16="http://schemas.microsoft.com/office/drawing/2014/main" id="{17689375-8AC3-6EB2-9C73-137DC0CA5037}"/>
              </a:ext>
            </a:extLst>
          </p:cNvPr>
          <p:cNvPicPr>
            <a:picLocks noChangeAspect="1"/>
          </p:cNvPicPr>
          <p:nvPr/>
        </p:nvPicPr>
        <p:blipFill>
          <a:blip r:embed="rId2">
            <a:lum bright="70000" contrast="-70000"/>
          </a:blip>
          <a:stretch>
            <a:fillRect/>
          </a:stretch>
        </p:blipFill>
        <p:spPr>
          <a:xfrm>
            <a:off x="0" y="1951437"/>
            <a:ext cx="8915400" cy="4906563"/>
          </a:xfrm>
          <a:prstGeom prst="rect">
            <a:avLst/>
          </a:prstGeom>
        </p:spPr>
      </p:pic>
      <p:pic>
        <p:nvPicPr>
          <p:cNvPr id="5" name="Logo" descr="preencoded.png">
            <a:extLst>
              <a:ext uri="{FF2B5EF4-FFF2-40B4-BE49-F238E27FC236}">
                <a16:creationId xmlns:a16="http://schemas.microsoft.com/office/drawing/2014/main" id="{F490A43A-C064-6271-F562-204A7CF3D642}"/>
              </a:ext>
            </a:extLst>
          </p:cNvPr>
          <p:cNvPicPr>
            <a:picLocks noChangeAspect="1"/>
          </p:cNvPicPr>
          <p:nvPr/>
        </p:nvPicPr>
        <p:blipFill>
          <a:blip>
            <a:extLst>
              <a:ext uri="{96DAC541-7B7A-43D3-8B79-37D633B846F1}">
                <asvg:svgBlip xmlns:asvg="http://schemas.microsoft.com/office/drawing/2016/SVG/main" r:embed="rId3"/>
              </a:ext>
            </a:extLst>
          </a:blip>
          <a:srcRect/>
          <a:stretch/>
        </p:blipFill>
        <p:spPr>
          <a:xfrm>
            <a:off x="10902950" y="419100"/>
            <a:ext cx="869950" cy="222250"/>
          </a:xfrm>
          <a:prstGeom prst="rect">
            <a:avLst/>
          </a:prstGeom>
        </p:spPr>
      </p:pic>
      <p:sp>
        <p:nvSpPr>
          <p:cNvPr id="6" name="2026 Western Digital Corporation All rights reserved">
            <a:extLst>
              <a:ext uri="{FF2B5EF4-FFF2-40B4-BE49-F238E27FC236}">
                <a16:creationId xmlns:a16="http://schemas.microsoft.com/office/drawing/2014/main" id="{23D27A07-6E37-2D4E-F9DA-30403603B6EC}"/>
              </a:ext>
            </a:extLst>
          </p:cNvPr>
          <p:cNvSpPr/>
          <p:nvPr/>
        </p:nvSpPr>
        <p:spPr>
          <a:xfrm>
            <a:off x="419100" y="6638989"/>
            <a:ext cx="2794000" cy="92589"/>
          </a:xfrm>
          <a:prstGeom prst="rect">
            <a:avLst/>
          </a:prstGeom>
          <a:noFill/>
          <a:ln/>
        </p:spPr>
        <p:txBody>
          <a:bodyPr wrap="square" lIns="0" tIns="0" rIns="0" bIns="0" rtlCol="0" anchor="t">
            <a:spAutoFit/>
          </a:bodyPr>
          <a:lstStyle/>
          <a:p>
            <a:pPr>
              <a:lnSpc>
                <a:spcPct val="75000"/>
              </a:lnSpc>
            </a:pPr>
            <a:r>
              <a:rPr lang="en-US" sz="800" b="0" i="0" dirty="0">
                <a:solidFill>
                  <a:schemeClr val="tx1"/>
                </a:solidFill>
                <a:latin typeface="Arial" panose="020B0604020202020204" pitchFamily="34" charset="0"/>
                <a:ea typeface="Arial" pitchFamily="34" charset="-122"/>
                <a:cs typeface="Arial" panose="020B0604020202020204" pitchFamily="34" charset="0"/>
              </a:rPr>
              <a:t>©  2026 Western Digital Corporation. All rights reserved.</a:t>
            </a:r>
            <a:endParaRPr lang="en-US" sz="800" b="0" i="0" dirty="0">
              <a:solidFill>
                <a:schemeClr val="tx1"/>
              </a:solidFill>
              <a:latin typeface="Arial" panose="020B0604020202020204" pitchFamily="34" charset="0"/>
              <a:cs typeface="Arial" panose="020B0604020202020204" pitchFamily="34" charset="0"/>
            </a:endParaRPr>
          </a:p>
        </p:txBody>
      </p:sp>
      <p:sp>
        <p:nvSpPr>
          <p:cNvPr id="11" name="WD Confidential">
            <a:extLst>
              <a:ext uri="{FF2B5EF4-FFF2-40B4-BE49-F238E27FC236}">
                <a16:creationId xmlns:a16="http://schemas.microsoft.com/office/drawing/2014/main" id="{6335F38C-16ED-D0EE-9A3E-EEF2065015DC}"/>
              </a:ext>
            </a:extLst>
          </p:cNvPr>
          <p:cNvSpPr/>
          <p:nvPr/>
        </p:nvSpPr>
        <p:spPr>
          <a:xfrm>
            <a:off x="8991600" y="6638990"/>
            <a:ext cx="1244600" cy="92589"/>
          </a:xfrm>
          <a:prstGeom prst="rect">
            <a:avLst/>
          </a:prstGeom>
          <a:noFill/>
          <a:ln/>
        </p:spPr>
        <p:txBody>
          <a:bodyPr wrap="square" lIns="0" tIns="0" rIns="0" bIns="0" rtlCol="0" anchor="t">
            <a:spAutoFit/>
          </a:bodyPr>
          <a:lstStyle/>
          <a:p>
            <a:pPr>
              <a:lnSpc>
                <a:spcPct val="75000"/>
              </a:lnSpc>
            </a:pPr>
            <a:r>
              <a:rPr lang="en-US" sz="800" b="0" i="0" dirty="0">
                <a:solidFill>
                  <a:schemeClr val="bg1"/>
                </a:solidFill>
                <a:latin typeface="Arial" panose="020B0604020202020204" pitchFamily="34" charset="0"/>
                <a:ea typeface="Arial" pitchFamily="34" charset="-122"/>
                <a:cs typeface="Arial" panose="020B0604020202020204" pitchFamily="34" charset="0"/>
              </a:rPr>
              <a:t>WD CONFIDENTIAL</a:t>
            </a:r>
            <a:endParaRPr lang="en-US" sz="800" b="0" i="0" dirty="0">
              <a:solidFill>
                <a:schemeClr val="bg1"/>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658814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p:cSld name="Closing Slide Logo Vault Navy">
    <p:bg>
      <p:bgPr>
        <a:solidFill>
          <a:schemeClr val="tx2"/>
        </a:solidFill>
        <a:effectLst/>
      </p:bgPr>
    </p:bg>
    <p:spTree>
      <p:nvGrpSpPr>
        <p:cNvPr id="1" name=""/>
        <p:cNvGrpSpPr/>
        <p:nvPr/>
      </p:nvGrpSpPr>
      <p:grpSpPr>
        <a:xfrm>
          <a:off x="0" y="0"/>
          <a:ext cx="0" cy="0"/>
          <a:chOff x="0" y="0"/>
          <a:chExt cx="0" cy="0"/>
        </a:xfrm>
      </p:grpSpPr>
      <p:pic>
        <p:nvPicPr>
          <p:cNvPr id="4" name="Logo" descr="preencoded.png">
            <a:extLst>
              <a:ext uri="{FF2B5EF4-FFF2-40B4-BE49-F238E27FC236}">
                <a16:creationId xmlns:a16="http://schemas.microsoft.com/office/drawing/2014/main" id="{BF542350-7CEC-CEE6-CD80-EC7531D732EF}"/>
              </a:ext>
            </a:extLst>
          </p:cNvPr>
          <p:cNvPicPr>
            <a:picLocks noChangeAspect="1"/>
          </p:cNvPicPr>
          <p:nvPr/>
        </p:nvPicPr>
        <p:blipFill>
          <a:blip>
            <a:extLst>
              <a:ext uri="{96DAC541-7B7A-43D3-8B79-37D633B846F1}">
                <asvg:svgBlip xmlns:asvg="http://schemas.microsoft.com/office/drawing/2016/SVG/main" r:embed="rId2"/>
              </a:ext>
            </a:extLst>
          </a:blip>
          <a:srcRect/>
          <a:stretch/>
        </p:blipFill>
        <p:spPr>
          <a:xfrm>
            <a:off x="3759322" y="2836444"/>
            <a:ext cx="4673355" cy="1185111"/>
          </a:xfrm>
          <a:prstGeom prst="rect">
            <a:avLst/>
          </a:prstGeom>
        </p:spPr>
      </p:pic>
      <p:pic>
        <p:nvPicPr>
          <p:cNvPr id="2" name="Logo" descr="preencoded.png">
            <a:extLst>
              <a:ext uri="{FF2B5EF4-FFF2-40B4-BE49-F238E27FC236}">
                <a16:creationId xmlns:a16="http://schemas.microsoft.com/office/drawing/2014/main" id="{A960B0CE-69E9-706E-C131-2596DBA61B08}"/>
              </a:ext>
            </a:extLst>
          </p:cNvPr>
          <p:cNvPicPr>
            <a:picLocks noChangeAspect="1"/>
          </p:cNvPicPr>
          <p:nvPr/>
        </p:nvPicPr>
        <p:blipFill>
          <a:blip>
            <a:extLst>
              <a:ext uri="{96DAC541-7B7A-43D3-8B79-37D633B846F1}">
                <asvg:svgBlip xmlns:asvg="http://schemas.microsoft.com/office/drawing/2016/SVG/main" r:embed="rId2"/>
              </a:ext>
            </a:extLst>
          </a:blip>
          <a:srcRect/>
          <a:stretch/>
        </p:blipFill>
        <p:spPr>
          <a:xfrm>
            <a:off x="3759322" y="2836444"/>
            <a:ext cx="4673355" cy="1185111"/>
          </a:xfrm>
          <a:prstGeom prst="rect">
            <a:avLst/>
          </a:prstGeom>
        </p:spPr>
      </p:pic>
    </p:spTree>
    <p:extLst>
      <p:ext uri="{BB962C8B-B14F-4D97-AF65-F5344CB8AC3E}">
        <p14:creationId xmlns:p14="http://schemas.microsoft.com/office/powerpoint/2010/main" val="259295047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p:cSld name="Closing Slide Logo White">
    <p:bg>
      <p:bgPr>
        <a:solidFill>
          <a:schemeClr val="bg1"/>
        </a:solidFill>
        <a:effectLst/>
      </p:bgPr>
    </p:bg>
    <p:spTree>
      <p:nvGrpSpPr>
        <p:cNvPr id="1" name=""/>
        <p:cNvGrpSpPr/>
        <p:nvPr/>
      </p:nvGrpSpPr>
      <p:grpSpPr>
        <a:xfrm>
          <a:off x="0" y="0"/>
          <a:ext cx="0" cy="0"/>
          <a:chOff x="0" y="0"/>
          <a:chExt cx="0" cy="0"/>
        </a:xfrm>
      </p:grpSpPr>
      <p:pic>
        <p:nvPicPr>
          <p:cNvPr id="2" name="Graphic 1">
            <a:extLst>
              <a:ext uri="{FF2B5EF4-FFF2-40B4-BE49-F238E27FC236}">
                <a16:creationId xmlns:a16="http://schemas.microsoft.com/office/drawing/2014/main" id="{4FBE187C-7342-D67B-D42B-17028FF6E5D2}"/>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3530706" y="2628899"/>
            <a:ext cx="5081155" cy="1600200"/>
          </a:xfrm>
          <a:prstGeom prst="rect">
            <a:avLst/>
          </a:prstGeom>
        </p:spPr>
      </p:pic>
      <p:pic>
        <p:nvPicPr>
          <p:cNvPr id="3" name="Graphic 2">
            <a:extLst>
              <a:ext uri="{FF2B5EF4-FFF2-40B4-BE49-F238E27FC236}">
                <a16:creationId xmlns:a16="http://schemas.microsoft.com/office/drawing/2014/main" id="{3D98BCAF-7667-31A8-2CA8-FBEC2A4B21D0}"/>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3530706" y="2628899"/>
            <a:ext cx="5081155" cy="1600200"/>
          </a:xfrm>
          <a:prstGeom prst="rect">
            <a:avLst/>
          </a:prstGeom>
        </p:spPr>
      </p:pic>
    </p:spTree>
    <p:extLst>
      <p:ext uri="{BB962C8B-B14F-4D97-AF65-F5344CB8AC3E}">
        <p14:creationId xmlns:p14="http://schemas.microsoft.com/office/powerpoint/2010/main" val="20583898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3.xml><?xml version="1.0" encoding="utf-8"?>
<p:sldLayout xmlns:a="http://schemas.openxmlformats.org/drawingml/2006/main" xmlns:r="http://schemas.openxmlformats.org/officeDocument/2006/relationships" xmlns:p="http://schemas.openxmlformats.org/presentationml/2006/main">
  <p:cSld name="Title, Content and Image (Right) Vault Navy">
    <p:bg>
      <p:bgRef idx="1001">
        <a:schemeClr val="bg2"/>
      </p:bgRef>
    </p:bg>
    <p:spTree>
      <p:nvGrpSpPr>
        <p:cNvPr id="1" name=""/>
        <p:cNvGrpSpPr/>
        <p:nvPr/>
      </p:nvGrpSpPr>
      <p:grpSpPr>
        <a:xfrm>
          <a:off x="0" y="0"/>
          <a:ext cx="0" cy="0"/>
          <a:chOff x="0" y="0"/>
          <a:chExt cx="0" cy="0"/>
        </a:xfrm>
      </p:grpSpPr>
      <p:sp>
        <p:nvSpPr>
          <p:cNvPr id="11" name="Picture Placeholder 8">
            <a:extLst>
              <a:ext uri="{FF2B5EF4-FFF2-40B4-BE49-F238E27FC236}">
                <a16:creationId xmlns:a16="http://schemas.microsoft.com/office/drawing/2014/main" id="{DBB5D091-BEAD-9C35-8773-E2D117D7C416}"/>
              </a:ext>
            </a:extLst>
          </p:cNvPr>
          <p:cNvSpPr>
            <a:spLocks noGrp="1"/>
          </p:cNvSpPr>
          <p:nvPr>
            <p:ph type="pic" sz="quarter" idx="15"/>
          </p:nvPr>
        </p:nvSpPr>
        <p:spPr>
          <a:xfrm>
            <a:off x="8039100" y="0"/>
            <a:ext cx="4152900" cy="6858000"/>
          </a:xfrm>
          <a:prstGeom prst="rect">
            <a:avLst/>
          </a:prstGeom>
        </p:spPr>
        <p:txBody>
          <a:bodyPr/>
          <a:lstStyle>
            <a:lvl1pPr>
              <a:defRPr>
                <a:solidFill>
                  <a:schemeClr val="tx1"/>
                </a:solidFill>
                <a:latin typeface="Arial" panose="020B0604020202020204" pitchFamily="34" charset="0"/>
                <a:cs typeface="Arial" panose="020B0604020202020204" pitchFamily="34" charset="0"/>
              </a:defRPr>
            </a:lvl1pPr>
          </a:lstStyle>
          <a:p>
            <a:r>
              <a:rPr lang="en-US"/>
              <a:t>Click icon to add picture</a:t>
            </a:r>
          </a:p>
        </p:txBody>
      </p:sp>
      <p:sp>
        <p:nvSpPr>
          <p:cNvPr id="2" name="Text Placeholder 14">
            <a:extLst>
              <a:ext uri="{FF2B5EF4-FFF2-40B4-BE49-F238E27FC236}">
                <a16:creationId xmlns:a16="http://schemas.microsoft.com/office/drawing/2014/main" id="{A9512FB9-F98A-8E5C-951C-4A2FCA238B55}"/>
              </a:ext>
            </a:extLst>
          </p:cNvPr>
          <p:cNvSpPr>
            <a:spLocks noGrp="1"/>
          </p:cNvSpPr>
          <p:nvPr>
            <p:ph type="body" sz="quarter" idx="13" hasCustomPrompt="1"/>
          </p:nvPr>
        </p:nvSpPr>
        <p:spPr>
          <a:xfrm>
            <a:off x="339725" y="333800"/>
            <a:ext cx="2860675" cy="307777"/>
          </a:xfrm>
          <a:prstGeom prst="rect">
            <a:avLst/>
          </a:prstGeom>
        </p:spPr>
        <p:txBody>
          <a:bodyPr wrap="square" lIns="82296" rIns="0">
            <a:spAutoFit/>
          </a:bodyPr>
          <a:lstStyle>
            <a:lvl1pPr>
              <a:lnSpc>
                <a:spcPct val="100000"/>
              </a:lnSpc>
              <a:buNone/>
              <a:defRPr sz="1400" b="1">
                <a:solidFill>
                  <a:schemeClr val="tx1"/>
                </a:solidFill>
                <a:latin typeface="Arial" panose="020B0604020202020204" pitchFamily="34" charset="0"/>
                <a:cs typeface="Arial" panose="020B0604020202020204" pitchFamily="34" charset="0"/>
              </a:defRPr>
            </a:lvl1pPr>
          </a:lstStyle>
          <a:p>
            <a:pPr lvl="0"/>
            <a:r>
              <a:rPr lang="en-US" dirty="0"/>
              <a:t>Section Header</a:t>
            </a:r>
          </a:p>
        </p:txBody>
      </p:sp>
      <p:sp>
        <p:nvSpPr>
          <p:cNvPr id="9" name="Title 2">
            <a:extLst>
              <a:ext uri="{FF2B5EF4-FFF2-40B4-BE49-F238E27FC236}">
                <a16:creationId xmlns:a16="http://schemas.microsoft.com/office/drawing/2014/main" id="{8B8EFC7E-41B7-8AFB-607B-3C302BBCDEFF}"/>
              </a:ext>
            </a:extLst>
          </p:cNvPr>
          <p:cNvSpPr>
            <a:spLocks noGrp="1"/>
          </p:cNvSpPr>
          <p:nvPr>
            <p:ph type="title" hasCustomPrompt="1"/>
          </p:nvPr>
        </p:nvSpPr>
        <p:spPr>
          <a:xfrm>
            <a:off x="339633" y="702407"/>
            <a:ext cx="6670768" cy="1191095"/>
          </a:xfrm>
          <a:prstGeom prst="rect">
            <a:avLst/>
          </a:prstGeom>
        </p:spPr>
        <p:txBody>
          <a:bodyPr wrap="square" lIns="45720" rIns="0">
            <a:spAutoFit/>
          </a:bodyPr>
          <a:lstStyle>
            <a:lvl1pPr>
              <a:lnSpc>
                <a:spcPct val="85000"/>
              </a:lnSpc>
              <a:defRPr sz="4200">
                <a:solidFill>
                  <a:schemeClr val="tx1"/>
                </a:solidFill>
                <a:latin typeface="Arial" panose="020B0604020202020204" pitchFamily="34" charset="0"/>
                <a:cs typeface="Arial" panose="020B0604020202020204" pitchFamily="34" charset="0"/>
              </a:defRPr>
            </a:lvl1pPr>
          </a:lstStyle>
          <a:p>
            <a:r>
              <a:rPr lang="en-US" dirty="0"/>
              <a:t>Content Slide – Lorem Ipsum Headline</a:t>
            </a:r>
          </a:p>
        </p:txBody>
      </p:sp>
      <p:sp>
        <p:nvSpPr>
          <p:cNvPr id="13" name="Text Placeholder 9">
            <a:extLst>
              <a:ext uri="{FF2B5EF4-FFF2-40B4-BE49-F238E27FC236}">
                <a16:creationId xmlns:a16="http://schemas.microsoft.com/office/drawing/2014/main" id="{2C4CDB26-05C0-90D4-FB52-F7EFA3B2BEA8}"/>
              </a:ext>
            </a:extLst>
          </p:cNvPr>
          <p:cNvSpPr>
            <a:spLocks noGrp="1"/>
          </p:cNvSpPr>
          <p:nvPr>
            <p:ph type="body" sz="quarter" idx="16"/>
          </p:nvPr>
        </p:nvSpPr>
        <p:spPr>
          <a:xfrm>
            <a:off x="339632" y="2156037"/>
            <a:ext cx="6670768" cy="1426031"/>
          </a:xfrm>
          <a:prstGeom prst="rect">
            <a:avLst/>
          </a:prstGeom>
        </p:spPr>
        <p:txBody>
          <a:bodyPr wrap="square" lIns="82296" rIns="0">
            <a:spAutoFit/>
          </a:bodyPr>
          <a:lstStyle>
            <a:lvl1pPr>
              <a:lnSpc>
                <a:spcPct val="100000"/>
              </a:lnSpc>
              <a:defRPr sz="1400">
                <a:solidFill>
                  <a:schemeClr val="tx1"/>
                </a:solidFill>
                <a:latin typeface="Arial" panose="020B0604020202020204" pitchFamily="34" charset="0"/>
                <a:cs typeface="Arial" panose="020B0604020202020204" pitchFamily="34" charset="0"/>
              </a:defRPr>
            </a:lvl1pPr>
            <a:lvl2pPr>
              <a:lnSpc>
                <a:spcPct val="100000"/>
              </a:lnSpc>
              <a:defRPr sz="1400">
                <a:solidFill>
                  <a:schemeClr val="tx1"/>
                </a:solidFill>
                <a:latin typeface="Arial" panose="020B0604020202020204" pitchFamily="34" charset="0"/>
                <a:cs typeface="Arial" panose="020B0604020202020204" pitchFamily="34" charset="0"/>
              </a:defRPr>
            </a:lvl2pPr>
            <a:lvl3pPr>
              <a:lnSpc>
                <a:spcPct val="100000"/>
              </a:lnSpc>
              <a:defRPr sz="1400">
                <a:solidFill>
                  <a:schemeClr val="tx1"/>
                </a:solidFill>
                <a:latin typeface="Arial" panose="020B0604020202020204" pitchFamily="34" charset="0"/>
                <a:cs typeface="Arial" panose="020B0604020202020204" pitchFamily="34" charset="0"/>
              </a:defRPr>
            </a:lvl3pPr>
            <a:lvl4pPr>
              <a:lnSpc>
                <a:spcPct val="100000"/>
              </a:lnSpc>
              <a:defRPr sz="1400">
                <a:solidFill>
                  <a:schemeClr val="tx1"/>
                </a:solidFill>
                <a:latin typeface="Arial" panose="020B0604020202020204" pitchFamily="34" charset="0"/>
                <a:cs typeface="Arial" panose="020B0604020202020204" pitchFamily="34" charset="0"/>
              </a:defRPr>
            </a:lvl4pPr>
            <a:lvl5pPr>
              <a:lnSpc>
                <a:spcPct val="100000"/>
              </a:lnSpc>
              <a:defRPr sz="1400">
                <a:solidFill>
                  <a:schemeClr val="tx1"/>
                </a:solidFill>
                <a:latin typeface="Arial" panose="020B0604020202020204" pitchFamily="34" charset="0"/>
                <a:cs typeface="Arial" panose="020B0604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pic>
        <p:nvPicPr>
          <p:cNvPr id="4" name="Logo" descr="preencoded.png">
            <a:extLst>
              <a:ext uri="{FF2B5EF4-FFF2-40B4-BE49-F238E27FC236}">
                <a16:creationId xmlns:a16="http://schemas.microsoft.com/office/drawing/2014/main" id="{3DC0599E-ABE3-1DBC-6207-01260A8C27CD}"/>
              </a:ext>
            </a:extLst>
          </p:cNvPr>
          <p:cNvPicPr>
            <a:picLocks noChangeAspect="1"/>
          </p:cNvPicPr>
          <p:nvPr/>
        </p:nvPicPr>
        <p:blipFill>
          <a:blip>
            <a:extLst>
              <a:ext uri="{96DAC541-7B7A-43D3-8B79-37D633B846F1}">
                <asvg:svgBlip xmlns:asvg="http://schemas.microsoft.com/office/drawing/2016/SVG/main" r:embed="rId2"/>
              </a:ext>
            </a:extLst>
          </a:blip>
          <a:srcRect/>
          <a:stretch/>
        </p:blipFill>
        <p:spPr>
          <a:xfrm>
            <a:off x="10902950" y="419100"/>
            <a:ext cx="869950" cy="222250"/>
          </a:xfrm>
          <a:prstGeom prst="rect">
            <a:avLst/>
          </a:prstGeom>
        </p:spPr>
      </p:pic>
      <p:sp>
        <p:nvSpPr>
          <p:cNvPr id="3" name="2026 Western Digital Corporation All rights reserved">
            <a:extLst>
              <a:ext uri="{FF2B5EF4-FFF2-40B4-BE49-F238E27FC236}">
                <a16:creationId xmlns:a16="http://schemas.microsoft.com/office/drawing/2014/main" id="{885B0382-64EB-E2C0-C824-F203D46CD546}"/>
              </a:ext>
            </a:extLst>
          </p:cNvPr>
          <p:cNvSpPr/>
          <p:nvPr/>
        </p:nvSpPr>
        <p:spPr>
          <a:xfrm>
            <a:off x="419100" y="6638989"/>
            <a:ext cx="2794000" cy="92589"/>
          </a:xfrm>
          <a:prstGeom prst="rect">
            <a:avLst/>
          </a:prstGeom>
          <a:noFill/>
          <a:ln/>
        </p:spPr>
        <p:txBody>
          <a:bodyPr wrap="square" lIns="0" tIns="0" rIns="0" bIns="0" rtlCol="0" anchor="t">
            <a:spAutoFit/>
          </a:bodyPr>
          <a:lstStyle/>
          <a:p>
            <a:pPr>
              <a:lnSpc>
                <a:spcPct val="75000"/>
              </a:lnSpc>
            </a:pPr>
            <a:r>
              <a:rPr lang="en-US" sz="800" b="0" i="0" dirty="0">
                <a:solidFill>
                  <a:schemeClr val="tx1"/>
                </a:solidFill>
                <a:latin typeface="Arial" panose="020B0604020202020204" pitchFamily="34" charset="0"/>
                <a:ea typeface="Arial" pitchFamily="34" charset="-122"/>
                <a:cs typeface="Arial" panose="020B0604020202020204" pitchFamily="34" charset="0"/>
              </a:rPr>
              <a:t>©  2026 Western Digital Corporation. All rights reserved.</a:t>
            </a:r>
            <a:endParaRPr lang="en-US" sz="800" b="0" i="0" dirty="0">
              <a:solidFill>
                <a:schemeClr val="tx1"/>
              </a:solidFill>
              <a:latin typeface="Arial" panose="020B0604020202020204" pitchFamily="34" charset="0"/>
              <a:cs typeface="Arial" panose="020B0604020202020204" pitchFamily="34" charset="0"/>
            </a:endParaRPr>
          </a:p>
        </p:txBody>
      </p:sp>
      <p:sp>
        <p:nvSpPr>
          <p:cNvPr id="5" name="Slide Number Placeholder 1">
            <a:extLst>
              <a:ext uri="{FF2B5EF4-FFF2-40B4-BE49-F238E27FC236}">
                <a16:creationId xmlns:a16="http://schemas.microsoft.com/office/drawing/2014/main" id="{0F908C31-FDCA-5B80-F374-F8075AD99B9F}"/>
              </a:ext>
            </a:extLst>
          </p:cNvPr>
          <p:cNvSpPr>
            <a:spLocks noGrp="1"/>
          </p:cNvSpPr>
          <p:nvPr>
            <p:ph type="sldNum" sz="quarter" idx="4"/>
          </p:nvPr>
        </p:nvSpPr>
        <p:spPr>
          <a:xfrm>
            <a:off x="11215668" y="6562157"/>
            <a:ext cx="658832" cy="215444"/>
          </a:xfrm>
          <a:prstGeom prst="rect">
            <a:avLst/>
          </a:prstGeom>
        </p:spPr>
        <p:txBody>
          <a:bodyPr vert="horz" lIns="91440" tIns="45720" rIns="0" bIns="45720" rtlCol="0" anchor="ctr">
            <a:spAutoFit/>
          </a:bodyPr>
          <a:lstStyle>
            <a:lvl1pPr algn="r">
              <a:defRPr sz="800" b="0" i="0">
                <a:solidFill>
                  <a:schemeClr val="tx1"/>
                </a:solidFill>
                <a:latin typeface="Arial" panose="020B0604020202020204" pitchFamily="34" charset="0"/>
                <a:cs typeface="Arial" panose="020B0604020202020204" pitchFamily="34" charset="0"/>
              </a:defRPr>
            </a:lvl1pPr>
          </a:lstStyle>
          <a:p>
            <a:fld id="{B06B19F4-CF25-446C-B362-D8BB27BE9D9B}" type="slidenum">
              <a:rPr lang="en-US" smtClean="0"/>
              <a:t>‹#›</a:t>
            </a:fld>
            <a:endParaRPr lang="en-US"/>
          </a:p>
        </p:txBody>
      </p:sp>
      <p:sp>
        <p:nvSpPr>
          <p:cNvPr id="6" name="WD Confidential">
            <a:extLst>
              <a:ext uri="{FF2B5EF4-FFF2-40B4-BE49-F238E27FC236}">
                <a16:creationId xmlns:a16="http://schemas.microsoft.com/office/drawing/2014/main" id="{840A70F8-15E4-7077-46F5-FF5EA83DAF9E}"/>
              </a:ext>
            </a:extLst>
          </p:cNvPr>
          <p:cNvSpPr/>
          <p:nvPr/>
        </p:nvSpPr>
        <p:spPr>
          <a:xfrm>
            <a:off x="8991600" y="6638990"/>
            <a:ext cx="1244600" cy="92589"/>
          </a:xfrm>
          <a:prstGeom prst="rect">
            <a:avLst/>
          </a:prstGeom>
          <a:noFill/>
          <a:ln/>
        </p:spPr>
        <p:txBody>
          <a:bodyPr wrap="square" lIns="0" tIns="0" rIns="0" bIns="0" rtlCol="0" anchor="t">
            <a:spAutoFit/>
          </a:bodyPr>
          <a:lstStyle/>
          <a:p>
            <a:pPr>
              <a:lnSpc>
                <a:spcPct val="75000"/>
              </a:lnSpc>
            </a:pPr>
            <a:r>
              <a:rPr lang="en-US" sz="800" b="0" i="0" dirty="0">
                <a:solidFill>
                  <a:schemeClr val="tx1"/>
                </a:solidFill>
                <a:latin typeface="Arial" panose="020B0604020202020204" pitchFamily="34" charset="0"/>
                <a:ea typeface="Arial" pitchFamily="34" charset="-122"/>
                <a:cs typeface="Arial" panose="020B0604020202020204" pitchFamily="34" charset="0"/>
              </a:rPr>
              <a:t>WD CONFIDENTIAL</a:t>
            </a:r>
            <a:endParaRPr lang="en-US" sz="800" b="0" i="0" dirty="0">
              <a:solidFill>
                <a:schemeClr val="tx1"/>
              </a:solidFill>
              <a:latin typeface="Arial" panose="020B0604020202020204" pitchFamily="34" charset="0"/>
              <a:cs typeface="Arial" panose="020B0604020202020204" pitchFamily="34" charset="0"/>
            </a:endParaRPr>
          </a:p>
        </p:txBody>
      </p:sp>
      <p:pic>
        <p:nvPicPr>
          <p:cNvPr id="7" name="Logo" descr="preencoded.png">
            <a:extLst>
              <a:ext uri="{FF2B5EF4-FFF2-40B4-BE49-F238E27FC236}">
                <a16:creationId xmlns:a16="http://schemas.microsoft.com/office/drawing/2014/main" id="{0FDB4B0F-D0F6-23BC-F2F1-20DCE6BB634E}"/>
              </a:ext>
            </a:extLst>
          </p:cNvPr>
          <p:cNvPicPr>
            <a:picLocks noChangeAspect="1"/>
          </p:cNvPicPr>
          <p:nvPr/>
        </p:nvPicPr>
        <p:blipFill>
          <a:blip>
            <a:extLst>
              <a:ext uri="{96DAC541-7B7A-43D3-8B79-37D633B846F1}">
                <asvg:svgBlip xmlns:asvg="http://schemas.microsoft.com/office/drawing/2016/SVG/main" r:embed="rId3"/>
              </a:ext>
            </a:extLst>
          </a:blip>
          <a:srcRect/>
          <a:stretch/>
        </p:blipFill>
        <p:spPr>
          <a:xfrm>
            <a:off x="10902950" y="419100"/>
            <a:ext cx="869950" cy="222250"/>
          </a:xfrm>
          <a:prstGeom prst="rect">
            <a:avLst/>
          </a:prstGeom>
        </p:spPr>
      </p:pic>
      <p:sp>
        <p:nvSpPr>
          <p:cNvPr id="8" name="2026 Western Digital Corporation All rights reserved">
            <a:extLst>
              <a:ext uri="{FF2B5EF4-FFF2-40B4-BE49-F238E27FC236}">
                <a16:creationId xmlns:a16="http://schemas.microsoft.com/office/drawing/2014/main" id="{4C194275-5BCF-7837-A131-9EA072C58D8A}"/>
              </a:ext>
            </a:extLst>
          </p:cNvPr>
          <p:cNvSpPr/>
          <p:nvPr/>
        </p:nvSpPr>
        <p:spPr>
          <a:xfrm>
            <a:off x="419100" y="6638989"/>
            <a:ext cx="2794000" cy="92589"/>
          </a:xfrm>
          <a:prstGeom prst="rect">
            <a:avLst/>
          </a:prstGeom>
          <a:noFill/>
          <a:ln/>
        </p:spPr>
        <p:txBody>
          <a:bodyPr wrap="square" lIns="0" tIns="0" rIns="0" bIns="0" rtlCol="0" anchor="t">
            <a:spAutoFit/>
          </a:bodyPr>
          <a:lstStyle/>
          <a:p>
            <a:pPr>
              <a:lnSpc>
                <a:spcPct val="75000"/>
              </a:lnSpc>
            </a:pPr>
            <a:r>
              <a:rPr lang="en-US" sz="800" b="0" i="0" dirty="0">
                <a:solidFill>
                  <a:schemeClr val="tx1"/>
                </a:solidFill>
                <a:latin typeface="Arial" panose="020B0604020202020204" pitchFamily="34" charset="0"/>
                <a:ea typeface="Arial" pitchFamily="34" charset="-122"/>
                <a:cs typeface="Arial" panose="020B0604020202020204" pitchFamily="34" charset="0"/>
              </a:rPr>
              <a:t>©  2026 Western Digital Corporation. All rights reserved.</a:t>
            </a:r>
            <a:endParaRPr lang="en-US" sz="800" b="0" i="0" dirty="0">
              <a:solidFill>
                <a:schemeClr val="tx1"/>
              </a:solidFill>
              <a:latin typeface="Arial" panose="020B0604020202020204" pitchFamily="34" charset="0"/>
              <a:cs typeface="Arial" panose="020B0604020202020204" pitchFamily="34" charset="0"/>
            </a:endParaRPr>
          </a:p>
        </p:txBody>
      </p:sp>
      <p:sp>
        <p:nvSpPr>
          <p:cNvPr id="10" name="WD Confidential">
            <a:extLst>
              <a:ext uri="{FF2B5EF4-FFF2-40B4-BE49-F238E27FC236}">
                <a16:creationId xmlns:a16="http://schemas.microsoft.com/office/drawing/2014/main" id="{3FD18241-2E7F-5BF1-E5FF-AB71CAF78B2D}"/>
              </a:ext>
            </a:extLst>
          </p:cNvPr>
          <p:cNvSpPr/>
          <p:nvPr/>
        </p:nvSpPr>
        <p:spPr>
          <a:xfrm>
            <a:off x="8991600" y="6638990"/>
            <a:ext cx="1244600" cy="92589"/>
          </a:xfrm>
          <a:prstGeom prst="rect">
            <a:avLst/>
          </a:prstGeom>
          <a:noFill/>
          <a:ln/>
        </p:spPr>
        <p:txBody>
          <a:bodyPr wrap="square" lIns="0" tIns="0" rIns="0" bIns="0" rtlCol="0" anchor="t">
            <a:spAutoFit/>
          </a:bodyPr>
          <a:lstStyle/>
          <a:p>
            <a:pPr>
              <a:lnSpc>
                <a:spcPct val="75000"/>
              </a:lnSpc>
            </a:pPr>
            <a:r>
              <a:rPr lang="en-US" sz="800" b="0" i="0" dirty="0">
                <a:solidFill>
                  <a:schemeClr val="tx1"/>
                </a:solidFill>
                <a:latin typeface="Arial" panose="020B0604020202020204" pitchFamily="34" charset="0"/>
                <a:ea typeface="Arial" pitchFamily="34" charset="-122"/>
                <a:cs typeface="Arial" panose="020B0604020202020204" pitchFamily="34" charset="0"/>
              </a:rPr>
              <a:t>WD CONFIDENTIAL</a:t>
            </a:r>
            <a:endParaRPr lang="en-US" sz="800" b="0" i="0" dirty="0">
              <a:solidFill>
                <a:schemeClr val="tx1"/>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301289511"/>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p:cSld name="1_Presentation Title, Subtitle">
    <p:bg>
      <p:bgPr>
        <a:solidFill>
          <a:schemeClr val="bg1"/>
        </a:solidFill>
        <a:effectLst/>
      </p:bgPr>
    </p:bg>
    <p:spTree>
      <p:nvGrpSpPr>
        <p:cNvPr id="1" name=""/>
        <p:cNvGrpSpPr/>
        <p:nvPr/>
      </p:nvGrpSpPr>
      <p:grpSpPr>
        <a:xfrm>
          <a:off x="0" y="0"/>
          <a:ext cx="0" cy="0"/>
          <a:chOff x="0" y="0"/>
          <a:chExt cx="0" cy="0"/>
        </a:xfrm>
      </p:grpSpPr>
      <p:pic>
        <p:nvPicPr>
          <p:cNvPr id="13" name="Picture 12">
            <a:extLst>
              <a:ext uri="{FF2B5EF4-FFF2-40B4-BE49-F238E27FC236}">
                <a16:creationId xmlns:a16="http://schemas.microsoft.com/office/drawing/2014/main" id="{FD10952D-DE30-6FCD-1C26-B8C1FDB14C44}"/>
              </a:ext>
            </a:extLst>
          </p:cNvPr>
          <p:cNvPicPr>
            <a:picLocks noChangeAspect="1"/>
          </p:cNvPicPr>
          <p:nvPr/>
        </p:nvPicPr>
        <p:blipFill>
          <a:blip r:embed="rId2">
            <a:extLst>
              <a:ext uri="{BEBA8EAE-BF5A-486C-A8C5-ECC9F3942E4B}">
                <a14:imgProps xmlns:a14="http://schemas.microsoft.com/office/drawing/2010/main">
                  <a14:imgLayer r:embed="rId3">
                    <a14:imgEffect>
                      <a14:brightnessContrast bright="8000" contrast="39000"/>
                    </a14:imgEffect>
                  </a14:imgLayer>
                </a14:imgProps>
              </a:ext>
              <a:ext uri="{28A0092B-C50C-407E-A947-70E740481C1C}">
                <a14:useLocalDpi xmlns:a14="http://schemas.microsoft.com/office/drawing/2010/main"/>
              </a:ext>
            </a:extLst>
          </a:blip>
          <a:srcRect l="5555" t="5555"/>
          <a:stretch>
            <a:fillRect/>
          </a:stretch>
        </p:blipFill>
        <p:spPr>
          <a:xfrm flipH="1">
            <a:off x="0" y="-1"/>
            <a:ext cx="12192000" cy="6858001"/>
          </a:xfrm>
          <a:prstGeom prst="rect">
            <a:avLst/>
          </a:prstGeom>
        </p:spPr>
      </p:pic>
      <p:pic>
        <p:nvPicPr>
          <p:cNvPr id="5" name="Logo" descr="preencoded.png">
            <a:extLst>
              <a:ext uri="{FF2B5EF4-FFF2-40B4-BE49-F238E27FC236}">
                <a16:creationId xmlns:a16="http://schemas.microsoft.com/office/drawing/2014/main" id="{444D2225-0B72-F23D-3A3A-862838ED0DAD}"/>
              </a:ext>
            </a:extLst>
          </p:cNvPr>
          <p:cNvPicPr>
            <a:picLocks noChangeAspect="1"/>
          </p:cNvPicPr>
          <p:nvPr/>
        </p:nvPicPr>
        <p:blipFill>
          <a:blip>
            <a:extLst>
              <a:ext uri="{96DAC541-7B7A-43D3-8B79-37D633B846F1}">
                <asvg:svgBlip xmlns:asvg="http://schemas.microsoft.com/office/drawing/2016/SVG/main" r:embed="rId4"/>
              </a:ext>
            </a:extLst>
          </a:blip>
          <a:srcRect/>
          <a:stretch/>
        </p:blipFill>
        <p:spPr>
          <a:xfrm>
            <a:off x="419100" y="419100"/>
            <a:ext cx="1327152" cy="336551"/>
          </a:xfrm>
          <a:prstGeom prst="rect">
            <a:avLst/>
          </a:prstGeom>
        </p:spPr>
      </p:pic>
      <p:sp>
        <p:nvSpPr>
          <p:cNvPr id="6" name="Title 2">
            <a:extLst>
              <a:ext uri="{FF2B5EF4-FFF2-40B4-BE49-F238E27FC236}">
                <a16:creationId xmlns:a16="http://schemas.microsoft.com/office/drawing/2014/main" id="{93BE6416-D41E-422A-CD46-E5463E33AC04}"/>
              </a:ext>
            </a:extLst>
          </p:cNvPr>
          <p:cNvSpPr>
            <a:spLocks noGrp="1"/>
          </p:cNvSpPr>
          <p:nvPr>
            <p:ph type="title" hasCustomPrompt="1"/>
          </p:nvPr>
        </p:nvSpPr>
        <p:spPr>
          <a:xfrm>
            <a:off x="339725" y="3445344"/>
            <a:ext cx="5718175" cy="2446824"/>
          </a:xfrm>
          <a:prstGeom prst="rect">
            <a:avLst/>
          </a:prstGeom>
        </p:spPr>
        <p:txBody>
          <a:bodyPr wrap="square" lIns="27432" rIns="0" anchor="b">
            <a:spAutoFit/>
          </a:bodyPr>
          <a:lstStyle>
            <a:lvl1pPr>
              <a:lnSpc>
                <a:spcPct val="85000"/>
              </a:lnSpc>
              <a:defRPr sz="6000" b="0" i="0" spc="-170">
                <a:solidFill>
                  <a:schemeClr val="tx1"/>
                </a:solidFill>
                <a:latin typeface="Arial" panose="020B0604020202020204" pitchFamily="34" charset="0"/>
                <a:cs typeface="Arial" panose="020B0604020202020204" pitchFamily="34" charset="0"/>
              </a:defRPr>
            </a:lvl1pPr>
          </a:lstStyle>
          <a:p>
            <a:r>
              <a:rPr lang="en-US" dirty="0"/>
              <a:t>Presentation Name or Title Goes Here</a:t>
            </a:r>
          </a:p>
        </p:txBody>
      </p:sp>
      <p:sp>
        <p:nvSpPr>
          <p:cNvPr id="8" name="Text Placeholder 10">
            <a:extLst>
              <a:ext uri="{FF2B5EF4-FFF2-40B4-BE49-F238E27FC236}">
                <a16:creationId xmlns:a16="http://schemas.microsoft.com/office/drawing/2014/main" id="{8BB7A67F-CD27-2F0E-FD90-0EFC6E6C0CEB}"/>
              </a:ext>
            </a:extLst>
          </p:cNvPr>
          <p:cNvSpPr>
            <a:spLocks noGrp="1"/>
          </p:cNvSpPr>
          <p:nvPr>
            <p:ph type="body" sz="quarter" idx="13" hasCustomPrompt="1"/>
          </p:nvPr>
        </p:nvSpPr>
        <p:spPr>
          <a:xfrm>
            <a:off x="9944100" y="6218118"/>
            <a:ext cx="1908175" cy="320088"/>
          </a:xfrm>
          <a:prstGeom prst="rect">
            <a:avLst/>
          </a:prstGeom>
        </p:spPr>
        <p:txBody>
          <a:bodyPr wrap="square" lIns="73152" rIns="0">
            <a:spAutoFit/>
          </a:bodyPr>
          <a:lstStyle>
            <a:lvl1pPr marL="12700" indent="-12700" algn="r">
              <a:buNone/>
              <a:tabLst/>
              <a:defRPr sz="1600" b="1" i="0" spc="-40">
                <a:solidFill>
                  <a:schemeClr val="tx1"/>
                </a:solidFill>
                <a:latin typeface="Arial" panose="020B0604020202020204" pitchFamily="34" charset="0"/>
                <a:cs typeface="Arial" panose="020B0604020202020204" pitchFamily="34" charset="0"/>
              </a:defRPr>
            </a:lvl1pPr>
          </a:lstStyle>
          <a:p>
            <a:pPr lvl="0"/>
            <a:r>
              <a:rPr lang="en-US" dirty="0"/>
              <a:t>Month 2026</a:t>
            </a:r>
          </a:p>
        </p:txBody>
      </p:sp>
      <p:sp>
        <p:nvSpPr>
          <p:cNvPr id="9" name="Text Placeholder 10">
            <a:extLst>
              <a:ext uri="{FF2B5EF4-FFF2-40B4-BE49-F238E27FC236}">
                <a16:creationId xmlns:a16="http://schemas.microsoft.com/office/drawing/2014/main" id="{42BCA8D2-68CB-4711-404F-19C993424C5B}"/>
              </a:ext>
            </a:extLst>
          </p:cNvPr>
          <p:cNvSpPr>
            <a:spLocks noGrp="1"/>
          </p:cNvSpPr>
          <p:nvPr>
            <p:ph type="body" sz="quarter" idx="14" hasCustomPrompt="1"/>
          </p:nvPr>
        </p:nvSpPr>
        <p:spPr>
          <a:xfrm>
            <a:off x="339725" y="6224274"/>
            <a:ext cx="3811874" cy="313932"/>
          </a:xfrm>
          <a:prstGeom prst="rect">
            <a:avLst/>
          </a:prstGeom>
        </p:spPr>
        <p:txBody>
          <a:bodyPr wrap="square" lIns="73152" rIns="0" anchor="b">
            <a:spAutoFit/>
          </a:bodyPr>
          <a:lstStyle>
            <a:lvl1pPr marL="12700" marR="0" indent="-1270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1600" b="0" i="0" spc="-40">
                <a:solidFill>
                  <a:schemeClr val="tx1"/>
                </a:solidFill>
                <a:latin typeface="Arial" panose="020B0604020202020204" pitchFamily="34" charset="0"/>
                <a:cs typeface="Arial" panose="020B0604020202020204" pitchFamily="34" charset="0"/>
              </a:defRPr>
            </a:lvl1pPr>
          </a:lstStyle>
          <a:p>
            <a:pPr marL="12700" marR="0" lvl="0" indent="-1270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dirty="0"/>
              <a:t>Optional subtitle goes here</a:t>
            </a:r>
          </a:p>
        </p:txBody>
      </p:sp>
      <p:sp>
        <p:nvSpPr>
          <p:cNvPr id="2" name="TextBox 1">
            <a:extLst>
              <a:ext uri="{FF2B5EF4-FFF2-40B4-BE49-F238E27FC236}">
                <a16:creationId xmlns:a16="http://schemas.microsoft.com/office/drawing/2014/main" id="{8D49AD6C-421A-2E3D-F648-B03EEB84FF43}"/>
              </a:ext>
            </a:extLst>
          </p:cNvPr>
          <p:cNvSpPr txBox="1"/>
          <p:nvPr/>
        </p:nvSpPr>
        <p:spPr>
          <a:xfrm>
            <a:off x="14737976" y="-618565"/>
            <a:ext cx="83164" cy="307777"/>
          </a:xfrm>
          <a:prstGeom prst="rect">
            <a:avLst/>
          </a:prstGeom>
        </p:spPr>
        <p:txBody>
          <a:bodyPr spcFirstLastPara="1" wrap="none" lIns="82296" tIns="45720" rIns="0" bIns="45720" rtlCol="0" anchor="t" anchorCtr="0">
            <a:spAutoFit/>
          </a:bodyPr>
          <a:lstStyle/>
          <a:p>
            <a:pPr marL="0" indent="0" algn="l">
              <a:buClr>
                <a:schemeClr val="dk1"/>
              </a:buClr>
              <a:buSzPts val="1100"/>
              <a:buFont typeface="Arial"/>
              <a:buNone/>
            </a:pPr>
            <a:endParaRPr lang="en-US" sz="1400" dirty="0">
              <a:solidFill>
                <a:schemeClr val="tx2"/>
              </a:solidFill>
              <a:latin typeface="+mj-lt"/>
            </a:endParaRPr>
          </a:p>
        </p:txBody>
      </p:sp>
    </p:spTree>
    <p:extLst>
      <p:ext uri="{BB962C8B-B14F-4D97-AF65-F5344CB8AC3E}">
        <p14:creationId xmlns:p14="http://schemas.microsoft.com/office/powerpoint/2010/main" val="3661900658"/>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5.xml><?xml version="1.0" encoding="utf-8"?>
<p:sldLayout xmlns:a="http://schemas.openxmlformats.org/drawingml/2006/main" xmlns:r="http://schemas.openxmlformats.org/officeDocument/2006/relationships" xmlns:p="http://schemas.openxmlformats.org/presentationml/2006/main">
  <p:cSld name="1_Divider Signal Blue">
    <p:bg>
      <p:bgPr>
        <a:solidFill>
          <a:schemeClr val="accent1"/>
        </a:solidFill>
        <a:effectLst/>
      </p:bgPr>
    </p:bg>
    <p:spTree>
      <p:nvGrpSpPr>
        <p:cNvPr id="1" name=""/>
        <p:cNvGrpSpPr/>
        <p:nvPr/>
      </p:nvGrpSpPr>
      <p:grpSpPr>
        <a:xfrm>
          <a:off x="0" y="0"/>
          <a:ext cx="0" cy="0"/>
          <a:chOff x="0" y="0"/>
          <a:chExt cx="0" cy="0"/>
        </a:xfrm>
      </p:grpSpPr>
      <p:pic>
        <p:nvPicPr>
          <p:cNvPr id="3" name="Group 197" descr="preencoded.png">
            <a:extLst>
              <a:ext uri="{FF2B5EF4-FFF2-40B4-BE49-F238E27FC236}">
                <a16:creationId xmlns:a16="http://schemas.microsoft.com/office/drawing/2014/main" id="{51A8D2AF-7E0C-0AF4-43D7-6E68396E4D8F}"/>
              </a:ext>
            </a:extLst>
          </p:cNvPr>
          <p:cNvPicPr>
            <a:picLocks noChangeAspect="1"/>
          </p:cNvPicPr>
          <p:nvPr/>
        </p:nvPicPr>
        <p:blipFill>
          <a:blip>
            <a:extLst>
              <a:ext uri="{96DAC541-7B7A-43D3-8B79-37D633B846F1}">
                <asvg:svgBlip xmlns:asvg="http://schemas.microsoft.com/office/drawing/2016/SVG/main" r:embed="rId2"/>
              </a:ext>
            </a:extLst>
          </a:blip>
          <a:srcRect/>
          <a:stretch/>
        </p:blipFill>
        <p:spPr>
          <a:xfrm>
            <a:off x="0" y="0"/>
            <a:ext cx="4718050" cy="6858000"/>
          </a:xfrm>
          <a:prstGeom prst="rect">
            <a:avLst/>
          </a:prstGeom>
        </p:spPr>
      </p:pic>
      <p:pic>
        <p:nvPicPr>
          <p:cNvPr id="7" name="Logo" descr="preencoded.png">
            <a:extLst>
              <a:ext uri="{FF2B5EF4-FFF2-40B4-BE49-F238E27FC236}">
                <a16:creationId xmlns:a16="http://schemas.microsoft.com/office/drawing/2014/main" id="{81A6D0E4-19D6-A8B1-AE88-0D5213F7E370}"/>
              </a:ext>
            </a:extLst>
          </p:cNvPr>
          <p:cNvPicPr>
            <a:picLocks noChangeAspect="1"/>
          </p:cNvPicPr>
          <p:nvPr/>
        </p:nvPicPr>
        <p:blipFill>
          <a:blip>
            <a:extLst>
              <a:ext uri="{96DAC541-7B7A-43D3-8B79-37D633B846F1}">
                <asvg:svgBlip xmlns:asvg="http://schemas.microsoft.com/office/drawing/2016/SVG/main" r:embed="rId3"/>
              </a:ext>
            </a:extLst>
          </a:blip>
          <a:srcRect/>
          <a:stretch/>
        </p:blipFill>
        <p:spPr>
          <a:xfrm>
            <a:off x="10902950" y="419100"/>
            <a:ext cx="869950" cy="222250"/>
          </a:xfrm>
          <a:prstGeom prst="rect">
            <a:avLst/>
          </a:prstGeom>
        </p:spPr>
      </p:pic>
      <p:sp>
        <p:nvSpPr>
          <p:cNvPr id="4" name="Title 1">
            <a:extLst>
              <a:ext uri="{FF2B5EF4-FFF2-40B4-BE49-F238E27FC236}">
                <a16:creationId xmlns:a16="http://schemas.microsoft.com/office/drawing/2014/main" id="{450C5E51-178B-176D-0130-2BE8EFF3DC6B}"/>
              </a:ext>
            </a:extLst>
          </p:cNvPr>
          <p:cNvSpPr>
            <a:spLocks noGrp="1"/>
          </p:cNvSpPr>
          <p:nvPr>
            <p:ph type="title" hasCustomPrompt="1"/>
          </p:nvPr>
        </p:nvSpPr>
        <p:spPr>
          <a:xfrm>
            <a:off x="339633" y="2892314"/>
            <a:ext cx="10480767" cy="1073371"/>
          </a:xfrm>
          <a:prstGeom prst="rect">
            <a:avLst/>
          </a:prstGeom>
        </p:spPr>
        <p:txBody>
          <a:bodyPr wrap="square" lIns="9144" rIns="0">
            <a:spAutoFit/>
          </a:bodyPr>
          <a:lstStyle>
            <a:lvl1pPr>
              <a:lnSpc>
                <a:spcPct val="85000"/>
              </a:lnSpc>
              <a:defRPr sz="7500">
                <a:solidFill>
                  <a:schemeClr val="bg1"/>
                </a:solidFill>
              </a:defRPr>
            </a:lvl1pPr>
          </a:lstStyle>
          <a:p>
            <a:r>
              <a:rPr lang="en-US" dirty="0"/>
              <a:t>Section Title</a:t>
            </a:r>
          </a:p>
        </p:txBody>
      </p:sp>
      <p:sp>
        <p:nvSpPr>
          <p:cNvPr id="8" name="2026 Western Digital Corporation All rights reserved">
            <a:extLst>
              <a:ext uri="{FF2B5EF4-FFF2-40B4-BE49-F238E27FC236}">
                <a16:creationId xmlns:a16="http://schemas.microsoft.com/office/drawing/2014/main" id="{D5BD7DCF-7E2A-1192-F4AA-30FB9E8B0299}"/>
              </a:ext>
            </a:extLst>
          </p:cNvPr>
          <p:cNvSpPr/>
          <p:nvPr/>
        </p:nvSpPr>
        <p:spPr>
          <a:xfrm>
            <a:off x="419100" y="6638989"/>
            <a:ext cx="2794000" cy="92589"/>
          </a:xfrm>
          <a:prstGeom prst="rect">
            <a:avLst/>
          </a:prstGeom>
          <a:noFill/>
          <a:ln/>
        </p:spPr>
        <p:txBody>
          <a:bodyPr wrap="square" lIns="0" tIns="0" rIns="0" bIns="0" rtlCol="0" anchor="t">
            <a:spAutoFit/>
          </a:bodyPr>
          <a:lstStyle/>
          <a:p>
            <a:pPr>
              <a:lnSpc>
                <a:spcPct val="75000"/>
              </a:lnSpc>
            </a:pPr>
            <a:r>
              <a:rPr lang="en-US" sz="800" b="0" i="0" dirty="0">
                <a:solidFill>
                  <a:schemeClr val="bg1"/>
                </a:solidFill>
                <a:latin typeface="Arial" panose="020B0604020202020204" pitchFamily="34" charset="0"/>
                <a:ea typeface="Arial" pitchFamily="34" charset="-122"/>
                <a:cs typeface="Arial" panose="020B0604020202020204" pitchFamily="34" charset="0"/>
              </a:rPr>
              <a:t>©  2026 Western Digital Corporation. All rights reserved.</a:t>
            </a:r>
            <a:endParaRPr lang="en-US" sz="800" b="0" i="0" dirty="0">
              <a:solidFill>
                <a:schemeClr val="bg1"/>
              </a:solidFill>
              <a:latin typeface="Arial" panose="020B0604020202020204" pitchFamily="34" charset="0"/>
              <a:cs typeface="Arial" panose="020B0604020202020204" pitchFamily="34" charset="0"/>
            </a:endParaRPr>
          </a:p>
        </p:txBody>
      </p:sp>
      <p:sp>
        <p:nvSpPr>
          <p:cNvPr id="9" name="Slide Number Placeholder 1">
            <a:extLst>
              <a:ext uri="{FF2B5EF4-FFF2-40B4-BE49-F238E27FC236}">
                <a16:creationId xmlns:a16="http://schemas.microsoft.com/office/drawing/2014/main" id="{7C2EB268-A146-B69B-39B1-B0DF171D2FBF}"/>
              </a:ext>
            </a:extLst>
          </p:cNvPr>
          <p:cNvSpPr txBox="1">
            <a:spLocks/>
          </p:cNvSpPr>
          <p:nvPr/>
        </p:nvSpPr>
        <p:spPr>
          <a:xfrm>
            <a:off x="11215668" y="6562157"/>
            <a:ext cx="658832" cy="215444"/>
          </a:xfrm>
          <a:prstGeom prst="rect">
            <a:avLst/>
          </a:prstGeom>
        </p:spPr>
        <p:txBody>
          <a:bodyPr vert="horz" lIns="91440" tIns="45720" rIns="0" bIns="45720" rtlCol="0" anchor="ctr">
            <a:spAutoFit/>
          </a:bodyPr>
          <a:lstStyle>
            <a:defPPr>
              <a:defRPr lang="en-US"/>
            </a:defPPr>
            <a:lvl1pPr marL="0" algn="r" defTabSz="914400" rtl="0" eaLnBrk="1" latinLnBrk="0" hangingPunct="1">
              <a:defRPr sz="800" b="0" i="0" kern="1200">
                <a:solidFill>
                  <a:schemeClr val="tx1"/>
                </a:solidFill>
                <a:latin typeface="FK Grotesk Neue" panose="020B0503020202020203" pitchFamily="34"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D145F2E3-D340-3A42-B79C-DEE7963689C5}" type="slidenum">
              <a:rPr lang="en-US" smtClean="0">
                <a:solidFill>
                  <a:schemeClr val="bg1"/>
                </a:solidFill>
                <a:latin typeface="Arial" panose="020B0604020202020204" pitchFamily="34" charset="0"/>
                <a:cs typeface="Arial" panose="020B0604020202020204" pitchFamily="34" charset="0"/>
              </a:rPr>
              <a:pPr/>
              <a:t>‹#›</a:t>
            </a:fld>
            <a:endParaRPr lang="en-US" dirty="0">
              <a:solidFill>
                <a:schemeClr val="bg1"/>
              </a:solidFill>
              <a:latin typeface="Arial" panose="020B0604020202020204" pitchFamily="34" charset="0"/>
              <a:cs typeface="Arial" panose="020B0604020202020204" pitchFamily="34" charset="0"/>
            </a:endParaRPr>
          </a:p>
        </p:txBody>
      </p:sp>
      <p:sp>
        <p:nvSpPr>
          <p:cNvPr id="10" name="WD Confidential">
            <a:extLst>
              <a:ext uri="{FF2B5EF4-FFF2-40B4-BE49-F238E27FC236}">
                <a16:creationId xmlns:a16="http://schemas.microsoft.com/office/drawing/2014/main" id="{81A61111-DE25-4C61-E0B4-6B599695291B}"/>
              </a:ext>
            </a:extLst>
          </p:cNvPr>
          <p:cNvSpPr/>
          <p:nvPr/>
        </p:nvSpPr>
        <p:spPr>
          <a:xfrm>
            <a:off x="8991600" y="6638990"/>
            <a:ext cx="1244600" cy="92589"/>
          </a:xfrm>
          <a:prstGeom prst="rect">
            <a:avLst/>
          </a:prstGeom>
          <a:noFill/>
          <a:ln/>
        </p:spPr>
        <p:txBody>
          <a:bodyPr wrap="square" lIns="0" tIns="0" rIns="0" bIns="0" rtlCol="0" anchor="t">
            <a:spAutoFit/>
          </a:bodyPr>
          <a:lstStyle/>
          <a:p>
            <a:pPr>
              <a:lnSpc>
                <a:spcPct val="75000"/>
              </a:lnSpc>
            </a:pPr>
            <a:r>
              <a:rPr lang="en-US" sz="800" b="0" i="0" dirty="0">
                <a:solidFill>
                  <a:schemeClr val="bg1"/>
                </a:solidFill>
                <a:latin typeface="Arial" panose="020B0604020202020204" pitchFamily="34" charset="0"/>
                <a:ea typeface="Arial" pitchFamily="34" charset="-122"/>
                <a:cs typeface="Arial" panose="020B0604020202020204" pitchFamily="34" charset="0"/>
              </a:rPr>
              <a:t>WD CONFIDENTIAL</a:t>
            </a:r>
            <a:endParaRPr lang="en-US" sz="800" b="0" i="0" dirty="0">
              <a:solidFill>
                <a:schemeClr val="bg1"/>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409312750"/>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p:cSld name="1_Divider Sync Green">
    <p:bg>
      <p:bgPr>
        <a:solidFill>
          <a:schemeClr val="accent4"/>
        </a:solidFill>
        <a:effectLst/>
      </p:bgPr>
    </p:bg>
    <p:spTree>
      <p:nvGrpSpPr>
        <p:cNvPr id="1" name=""/>
        <p:cNvGrpSpPr/>
        <p:nvPr/>
      </p:nvGrpSpPr>
      <p:grpSpPr>
        <a:xfrm>
          <a:off x="0" y="0"/>
          <a:ext cx="0" cy="0"/>
          <a:chOff x="0" y="0"/>
          <a:chExt cx="0" cy="0"/>
        </a:xfrm>
      </p:grpSpPr>
      <p:pic>
        <p:nvPicPr>
          <p:cNvPr id="3" name="Pattern 8" descr="preencoded.png">
            <a:extLst>
              <a:ext uri="{FF2B5EF4-FFF2-40B4-BE49-F238E27FC236}">
                <a16:creationId xmlns:a16="http://schemas.microsoft.com/office/drawing/2014/main" id="{492EA7CD-5111-530E-136C-AE4F91E2B1B0}"/>
              </a:ext>
            </a:extLst>
          </p:cNvPr>
          <p:cNvPicPr>
            <a:picLocks noChangeAspect="1"/>
          </p:cNvPicPr>
          <p:nvPr/>
        </p:nvPicPr>
        <p:blipFill>
          <a:blip>
            <a:extLst>
              <a:ext uri="{96DAC541-7B7A-43D3-8B79-37D633B846F1}">
                <asvg:svgBlip xmlns:asvg="http://schemas.microsoft.com/office/drawing/2016/SVG/main" r:embed="rId2"/>
              </a:ext>
            </a:extLst>
          </a:blip>
          <a:srcRect/>
          <a:stretch/>
        </p:blipFill>
        <p:spPr>
          <a:xfrm>
            <a:off x="0" y="0"/>
            <a:ext cx="4737100" cy="6858000"/>
          </a:xfrm>
          <a:prstGeom prst="rect">
            <a:avLst/>
          </a:prstGeom>
        </p:spPr>
      </p:pic>
      <p:pic>
        <p:nvPicPr>
          <p:cNvPr id="5" name="Logo" descr="preencoded.png">
            <a:extLst>
              <a:ext uri="{FF2B5EF4-FFF2-40B4-BE49-F238E27FC236}">
                <a16:creationId xmlns:a16="http://schemas.microsoft.com/office/drawing/2014/main" id="{3CA8747C-2F9D-A88F-9F56-4F0E69FCC703}"/>
              </a:ext>
            </a:extLst>
          </p:cNvPr>
          <p:cNvPicPr>
            <a:picLocks noChangeAspect="1"/>
          </p:cNvPicPr>
          <p:nvPr/>
        </p:nvPicPr>
        <p:blipFill>
          <a:blip>
            <a:extLst>
              <a:ext uri="{96DAC541-7B7A-43D3-8B79-37D633B846F1}">
                <asvg:svgBlip xmlns:asvg="http://schemas.microsoft.com/office/drawing/2016/SVG/main" r:embed="rId3"/>
              </a:ext>
            </a:extLst>
          </a:blip>
          <a:srcRect/>
          <a:stretch/>
        </p:blipFill>
        <p:spPr>
          <a:xfrm>
            <a:off x="10902950" y="419100"/>
            <a:ext cx="869950" cy="222250"/>
          </a:xfrm>
          <a:prstGeom prst="rect">
            <a:avLst/>
          </a:prstGeom>
        </p:spPr>
      </p:pic>
      <p:sp>
        <p:nvSpPr>
          <p:cNvPr id="4" name="Title 1">
            <a:extLst>
              <a:ext uri="{FF2B5EF4-FFF2-40B4-BE49-F238E27FC236}">
                <a16:creationId xmlns:a16="http://schemas.microsoft.com/office/drawing/2014/main" id="{99F02862-025A-1C91-8D4A-A286A326F9CE}"/>
              </a:ext>
            </a:extLst>
          </p:cNvPr>
          <p:cNvSpPr>
            <a:spLocks noGrp="1"/>
          </p:cNvSpPr>
          <p:nvPr>
            <p:ph type="title" hasCustomPrompt="1"/>
          </p:nvPr>
        </p:nvSpPr>
        <p:spPr>
          <a:xfrm>
            <a:off x="339633" y="2892314"/>
            <a:ext cx="10480767" cy="1073371"/>
          </a:xfrm>
          <a:prstGeom prst="rect">
            <a:avLst/>
          </a:prstGeom>
        </p:spPr>
        <p:txBody>
          <a:bodyPr wrap="square" lIns="9144" rIns="0">
            <a:spAutoFit/>
          </a:bodyPr>
          <a:lstStyle>
            <a:lvl1pPr>
              <a:lnSpc>
                <a:spcPct val="85000"/>
              </a:lnSpc>
              <a:defRPr sz="7500">
                <a:solidFill>
                  <a:schemeClr val="tx2"/>
                </a:solidFill>
              </a:defRPr>
            </a:lvl1pPr>
          </a:lstStyle>
          <a:p>
            <a:r>
              <a:rPr lang="en-US" dirty="0"/>
              <a:t>Section Title</a:t>
            </a:r>
          </a:p>
        </p:txBody>
      </p:sp>
      <p:sp>
        <p:nvSpPr>
          <p:cNvPr id="7" name="2026 Western Digital Corporation All rights reserved">
            <a:extLst>
              <a:ext uri="{FF2B5EF4-FFF2-40B4-BE49-F238E27FC236}">
                <a16:creationId xmlns:a16="http://schemas.microsoft.com/office/drawing/2014/main" id="{43543C3C-242D-5BA5-F4DC-085A79D21018}"/>
              </a:ext>
            </a:extLst>
          </p:cNvPr>
          <p:cNvSpPr/>
          <p:nvPr/>
        </p:nvSpPr>
        <p:spPr>
          <a:xfrm>
            <a:off x="419100" y="6638989"/>
            <a:ext cx="2794000" cy="92589"/>
          </a:xfrm>
          <a:prstGeom prst="rect">
            <a:avLst/>
          </a:prstGeom>
          <a:noFill/>
          <a:ln/>
        </p:spPr>
        <p:txBody>
          <a:bodyPr wrap="square" lIns="0" tIns="0" rIns="0" bIns="0" rtlCol="0" anchor="t">
            <a:spAutoFit/>
          </a:bodyPr>
          <a:lstStyle/>
          <a:p>
            <a:pPr>
              <a:lnSpc>
                <a:spcPct val="75000"/>
              </a:lnSpc>
            </a:pPr>
            <a:r>
              <a:rPr lang="en-US" sz="800" b="0" i="0" dirty="0">
                <a:solidFill>
                  <a:schemeClr val="tx1"/>
                </a:solidFill>
                <a:latin typeface="Arial" panose="020B0604020202020204" pitchFamily="34" charset="0"/>
                <a:ea typeface="Arial" pitchFamily="34" charset="-122"/>
                <a:cs typeface="Arial" panose="020B0604020202020204" pitchFamily="34" charset="0"/>
              </a:rPr>
              <a:t>©  2026 Western Digital Corporation. All rights reserved.</a:t>
            </a:r>
            <a:endParaRPr lang="en-US" sz="800" b="0" i="0" dirty="0">
              <a:solidFill>
                <a:schemeClr val="tx1"/>
              </a:solidFill>
              <a:latin typeface="Arial" panose="020B0604020202020204" pitchFamily="34" charset="0"/>
              <a:cs typeface="Arial" panose="020B0604020202020204" pitchFamily="34" charset="0"/>
            </a:endParaRPr>
          </a:p>
        </p:txBody>
      </p:sp>
      <p:sp>
        <p:nvSpPr>
          <p:cNvPr id="8" name="Slide Number Placeholder 1">
            <a:extLst>
              <a:ext uri="{FF2B5EF4-FFF2-40B4-BE49-F238E27FC236}">
                <a16:creationId xmlns:a16="http://schemas.microsoft.com/office/drawing/2014/main" id="{7BEF80A2-97B3-E3B6-0390-74CF0FC4FFC8}"/>
              </a:ext>
            </a:extLst>
          </p:cNvPr>
          <p:cNvSpPr txBox="1">
            <a:spLocks/>
          </p:cNvSpPr>
          <p:nvPr/>
        </p:nvSpPr>
        <p:spPr>
          <a:xfrm>
            <a:off x="11215668" y="6562157"/>
            <a:ext cx="658832" cy="215444"/>
          </a:xfrm>
          <a:prstGeom prst="rect">
            <a:avLst/>
          </a:prstGeom>
        </p:spPr>
        <p:txBody>
          <a:bodyPr vert="horz" lIns="91440" tIns="45720" rIns="0" bIns="45720" rtlCol="0" anchor="ctr">
            <a:spAutoFit/>
          </a:bodyPr>
          <a:lstStyle>
            <a:defPPr>
              <a:defRPr lang="en-US"/>
            </a:defPPr>
            <a:lvl1pPr marL="0" algn="r" defTabSz="914400" rtl="0" eaLnBrk="1" latinLnBrk="0" hangingPunct="1">
              <a:defRPr sz="800" b="0" i="0" kern="1200">
                <a:solidFill>
                  <a:schemeClr val="tx1"/>
                </a:solidFill>
                <a:latin typeface="FK Grotesk Neue" panose="020B0503020202020203" pitchFamily="34"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D145F2E3-D340-3A42-B79C-DEE7963689C5}" type="slidenum">
              <a:rPr lang="en-US" smtClean="0">
                <a:solidFill>
                  <a:schemeClr val="tx1"/>
                </a:solidFill>
                <a:latin typeface="Arial" panose="020B0604020202020204" pitchFamily="34" charset="0"/>
                <a:cs typeface="Arial" panose="020B0604020202020204" pitchFamily="34" charset="0"/>
              </a:rPr>
              <a:pPr/>
              <a:t>‹#›</a:t>
            </a:fld>
            <a:endParaRPr lang="en-US" dirty="0">
              <a:solidFill>
                <a:schemeClr val="tx1"/>
              </a:solidFill>
              <a:latin typeface="Arial" panose="020B0604020202020204" pitchFamily="34" charset="0"/>
              <a:cs typeface="Arial" panose="020B0604020202020204" pitchFamily="34" charset="0"/>
            </a:endParaRPr>
          </a:p>
        </p:txBody>
      </p:sp>
      <p:sp>
        <p:nvSpPr>
          <p:cNvPr id="9" name="WD Confidential">
            <a:extLst>
              <a:ext uri="{FF2B5EF4-FFF2-40B4-BE49-F238E27FC236}">
                <a16:creationId xmlns:a16="http://schemas.microsoft.com/office/drawing/2014/main" id="{C851D4AA-FCD6-014E-71EE-98D35FB95ED0}"/>
              </a:ext>
            </a:extLst>
          </p:cNvPr>
          <p:cNvSpPr/>
          <p:nvPr/>
        </p:nvSpPr>
        <p:spPr>
          <a:xfrm>
            <a:off x="8991600" y="6638990"/>
            <a:ext cx="1244600" cy="92589"/>
          </a:xfrm>
          <a:prstGeom prst="rect">
            <a:avLst/>
          </a:prstGeom>
          <a:noFill/>
          <a:ln/>
        </p:spPr>
        <p:txBody>
          <a:bodyPr wrap="square" lIns="0" tIns="0" rIns="0" bIns="0" rtlCol="0" anchor="t">
            <a:spAutoFit/>
          </a:bodyPr>
          <a:lstStyle/>
          <a:p>
            <a:pPr>
              <a:lnSpc>
                <a:spcPct val="75000"/>
              </a:lnSpc>
            </a:pPr>
            <a:r>
              <a:rPr lang="en-US" sz="800" b="0" i="0" dirty="0">
                <a:solidFill>
                  <a:schemeClr val="tx1"/>
                </a:solidFill>
                <a:latin typeface="Arial" panose="020B0604020202020204" pitchFamily="34" charset="0"/>
                <a:ea typeface="Arial" pitchFamily="34" charset="-122"/>
                <a:cs typeface="Arial" panose="020B0604020202020204" pitchFamily="34" charset="0"/>
              </a:rPr>
              <a:t>WD CONFIDENTIAL</a:t>
            </a:r>
            <a:endParaRPr lang="en-US" sz="800" b="0" i="0" dirty="0">
              <a:solidFill>
                <a:schemeClr val="tx1"/>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408412983"/>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p:cSld name="1_Agenda White">
    <p:bg>
      <p:bgPr>
        <a:solidFill>
          <a:schemeClr val="bg1"/>
        </a:solidFill>
        <a:effectLst/>
      </p:bgPr>
    </p:bg>
    <p:spTree>
      <p:nvGrpSpPr>
        <p:cNvPr id="1" name=""/>
        <p:cNvGrpSpPr/>
        <p:nvPr/>
      </p:nvGrpSpPr>
      <p:grpSpPr>
        <a:xfrm>
          <a:off x="0" y="0"/>
          <a:ext cx="0" cy="0"/>
          <a:chOff x="0" y="0"/>
          <a:chExt cx="0" cy="0"/>
        </a:xfrm>
      </p:grpSpPr>
      <p:pic>
        <p:nvPicPr>
          <p:cNvPr id="4" name="Logo" descr="preencoded.png">
            <a:extLst>
              <a:ext uri="{FF2B5EF4-FFF2-40B4-BE49-F238E27FC236}">
                <a16:creationId xmlns:a16="http://schemas.microsoft.com/office/drawing/2014/main" id="{3DC0599E-ABE3-1DBC-6207-01260A8C27CD}"/>
              </a:ext>
            </a:extLst>
          </p:cNvPr>
          <p:cNvPicPr>
            <a:picLocks noChangeAspect="1"/>
          </p:cNvPicPr>
          <p:nvPr/>
        </p:nvPicPr>
        <p:blipFill>
          <a:blip>
            <a:extLst>
              <a:ext uri="{96DAC541-7B7A-43D3-8B79-37D633B846F1}">
                <asvg:svgBlip xmlns:asvg="http://schemas.microsoft.com/office/drawing/2016/SVG/main" r:embed="rId2"/>
              </a:ext>
            </a:extLst>
          </a:blip>
          <a:srcRect/>
          <a:stretch/>
        </p:blipFill>
        <p:spPr>
          <a:xfrm>
            <a:off x="10902950" y="419100"/>
            <a:ext cx="869950" cy="222250"/>
          </a:xfrm>
          <a:prstGeom prst="rect">
            <a:avLst/>
          </a:prstGeom>
        </p:spPr>
      </p:pic>
      <p:sp>
        <p:nvSpPr>
          <p:cNvPr id="5" name="Title 2">
            <a:extLst>
              <a:ext uri="{FF2B5EF4-FFF2-40B4-BE49-F238E27FC236}">
                <a16:creationId xmlns:a16="http://schemas.microsoft.com/office/drawing/2014/main" id="{E1F49F80-97C1-A66E-2B5D-2D79ECAD157D}"/>
              </a:ext>
            </a:extLst>
          </p:cNvPr>
          <p:cNvSpPr>
            <a:spLocks noGrp="1"/>
          </p:cNvSpPr>
          <p:nvPr>
            <p:ph type="title" hasCustomPrompt="1"/>
          </p:nvPr>
        </p:nvSpPr>
        <p:spPr>
          <a:xfrm>
            <a:off x="397298" y="334667"/>
            <a:ext cx="7623267" cy="911788"/>
          </a:xfrm>
          <a:prstGeom prst="rect">
            <a:avLst/>
          </a:prstGeom>
        </p:spPr>
        <p:txBody>
          <a:bodyPr wrap="square" lIns="27432" rIns="0">
            <a:spAutoFit/>
          </a:bodyPr>
          <a:lstStyle>
            <a:lvl1pPr>
              <a:lnSpc>
                <a:spcPct val="85000"/>
              </a:lnSpc>
              <a:defRPr sz="6000" b="0" i="0" spc="-170">
                <a:solidFill>
                  <a:schemeClr val="tx2"/>
                </a:solidFill>
                <a:latin typeface="Arial" panose="020B0604020202020204" pitchFamily="34" charset="0"/>
                <a:cs typeface="Arial" panose="020B0604020202020204" pitchFamily="34" charset="0"/>
              </a:defRPr>
            </a:lvl1pPr>
          </a:lstStyle>
          <a:p>
            <a:r>
              <a:rPr lang="en-US" dirty="0"/>
              <a:t>Agenda</a:t>
            </a:r>
          </a:p>
        </p:txBody>
      </p:sp>
      <p:sp>
        <p:nvSpPr>
          <p:cNvPr id="2" name="2026 Western Digital Corporation All rights reserved">
            <a:extLst>
              <a:ext uri="{FF2B5EF4-FFF2-40B4-BE49-F238E27FC236}">
                <a16:creationId xmlns:a16="http://schemas.microsoft.com/office/drawing/2014/main" id="{B56F9E43-CC60-AD46-0771-B41F30E06271}"/>
              </a:ext>
            </a:extLst>
          </p:cNvPr>
          <p:cNvSpPr/>
          <p:nvPr/>
        </p:nvSpPr>
        <p:spPr>
          <a:xfrm>
            <a:off x="419100" y="6638989"/>
            <a:ext cx="2794000" cy="92589"/>
          </a:xfrm>
          <a:prstGeom prst="rect">
            <a:avLst/>
          </a:prstGeom>
          <a:noFill/>
          <a:ln/>
        </p:spPr>
        <p:txBody>
          <a:bodyPr wrap="square" lIns="0" tIns="0" rIns="0" bIns="0" rtlCol="0" anchor="t">
            <a:spAutoFit/>
          </a:bodyPr>
          <a:lstStyle/>
          <a:p>
            <a:pPr>
              <a:lnSpc>
                <a:spcPct val="75000"/>
              </a:lnSpc>
            </a:pPr>
            <a:r>
              <a:rPr lang="en-US" sz="800" b="0" i="0" dirty="0">
                <a:solidFill>
                  <a:schemeClr val="tx1"/>
                </a:solidFill>
                <a:latin typeface="Arial" panose="020B0604020202020204" pitchFamily="34" charset="0"/>
                <a:ea typeface="Arial" pitchFamily="34" charset="-122"/>
                <a:cs typeface="Arial" panose="020B0604020202020204" pitchFamily="34" charset="0"/>
              </a:rPr>
              <a:t>©  2026 Western Digital Corporation. All rights reserved.</a:t>
            </a:r>
            <a:endParaRPr lang="en-US" sz="800" b="0" i="0" dirty="0">
              <a:solidFill>
                <a:schemeClr val="tx1"/>
              </a:solidFill>
              <a:latin typeface="Arial" panose="020B0604020202020204" pitchFamily="34" charset="0"/>
              <a:cs typeface="Arial" panose="020B0604020202020204" pitchFamily="34" charset="0"/>
            </a:endParaRPr>
          </a:p>
        </p:txBody>
      </p:sp>
      <p:sp>
        <p:nvSpPr>
          <p:cNvPr id="3" name="Slide Number Placeholder 1">
            <a:extLst>
              <a:ext uri="{FF2B5EF4-FFF2-40B4-BE49-F238E27FC236}">
                <a16:creationId xmlns:a16="http://schemas.microsoft.com/office/drawing/2014/main" id="{E2FA0076-C2ED-8AE2-2269-A99AE3C5647F}"/>
              </a:ext>
            </a:extLst>
          </p:cNvPr>
          <p:cNvSpPr>
            <a:spLocks noGrp="1"/>
          </p:cNvSpPr>
          <p:nvPr>
            <p:ph type="sldNum" sz="quarter" idx="4"/>
          </p:nvPr>
        </p:nvSpPr>
        <p:spPr>
          <a:xfrm>
            <a:off x="11215668" y="6562157"/>
            <a:ext cx="658832" cy="215444"/>
          </a:xfrm>
          <a:prstGeom prst="rect">
            <a:avLst/>
          </a:prstGeom>
        </p:spPr>
        <p:txBody>
          <a:bodyPr vert="horz" lIns="91440" tIns="45720" rIns="0" bIns="45720" rtlCol="0" anchor="ctr">
            <a:spAutoFit/>
          </a:bodyPr>
          <a:lstStyle>
            <a:lvl1pPr algn="r">
              <a:defRPr sz="800" b="0" i="0">
                <a:solidFill>
                  <a:schemeClr val="tx1"/>
                </a:solidFill>
                <a:latin typeface="Arial" panose="020B0604020202020204" pitchFamily="34" charset="0"/>
                <a:cs typeface="Arial" panose="020B0604020202020204" pitchFamily="34" charset="0"/>
              </a:defRPr>
            </a:lvl1pPr>
          </a:lstStyle>
          <a:p>
            <a:fld id="{B06B19F4-CF25-446C-B362-D8BB27BE9D9B}" type="slidenum">
              <a:rPr lang="en-US" smtClean="0"/>
              <a:t>‹#›</a:t>
            </a:fld>
            <a:endParaRPr lang="en-US"/>
          </a:p>
        </p:txBody>
      </p:sp>
      <p:sp>
        <p:nvSpPr>
          <p:cNvPr id="9" name="WD Confidential">
            <a:extLst>
              <a:ext uri="{FF2B5EF4-FFF2-40B4-BE49-F238E27FC236}">
                <a16:creationId xmlns:a16="http://schemas.microsoft.com/office/drawing/2014/main" id="{A445F926-5EF7-039C-1FEA-3E71860713AA}"/>
              </a:ext>
            </a:extLst>
          </p:cNvPr>
          <p:cNvSpPr/>
          <p:nvPr/>
        </p:nvSpPr>
        <p:spPr>
          <a:xfrm>
            <a:off x="8991600" y="6638990"/>
            <a:ext cx="1244600" cy="92589"/>
          </a:xfrm>
          <a:prstGeom prst="rect">
            <a:avLst/>
          </a:prstGeom>
          <a:noFill/>
          <a:ln/>
        </p:spPr>
        <p:txBody>
          <a:bodyPr wrap="square" lIns="0" tIns="0" rIns="0" bIns="0" rtlCol="0" anchor="t">
            <a:spAutoFit/>
          </a:bodyPr>
          <a:lstStyle/>
          <a:p>
            <a:pPr>
              <a:lnSpc>
                <a:spcPct val="75000"/>
              </a:lnSpc>
            </a:pPr>
            <a:r>
              <a:rPr lang="en-US" sz="800" b="0" i="0" dirty="0">
                <a:solidFill>
                  <a:schemeClr val="tx1"/>
                </a:solidFill>
                <a:latin typeface="Arial" panose="020B0604020202020204" pitchFamily="34" charset="0"/>
                <a:ea typeface="Arial" pitchFamily="34" charset="-122"/>
                <a:cs typeface="Arial" panose="020B0604020202020204" pitchFamily="34" charset="0"/>
              </a:rPr>
              <a:t>WD CONFIDENTIAL</a:t>
            </a:r>
            <a:endParaRPr lang="en-US" sz="800" b="0" i="0" dirty="0">
              <a:solidFill>
                <a:schemeClr val="tx1"/>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413626667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p:cSld name="1_Statement">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2294B6A9-B7FB-A2F8-725C-0C30852650D8}"/>
              </a:ext>
            </a:extLst>
          </p:cNvPr>
          <p:cNvPicPr>
            <a:picLocks noChangeAspect="1"/>
          </p:cNvPicPr>
          <p:nvPr/>
        </p:nvPicPr>
        <p:blipFill>
          <a:blip r:embed="rId2"/>
          <a:stretch>
            <a:fillRect/>
          </a:stretch>
        </p:blipFill>
        <p:spPr>
          <a:xfrm>
            <a:off x="-1" y="0"/>
            <a:ext cx="12193473" cy="6858000"/>
          </a:xfrm>
          <a:prstGeom prst="rect">
            <a:avLst/>
          </a:prstGeom>
        </p:spPr>
      </p:pic>
      <p:pic>
        <p:nvPicPr>
          <p:cNvPr id="8" name="Rectangle" descr="preencoded.png">
            <a:extLst>
              <a:ext uri="{FF2B5EF4-FFF2-40B4-BE49-F238E27FC236}">
                <a16:creationId xmlns:a16="http://schemas.microsoft.com/office/drawing/2014/main" id="{9A9E5856-D20D-ACE0-68EA-E4FA4B643EAB}"/>
              </a:ext>
            </a:extLst>
          </p:cNvPr>
          <p:cNvPicPr>
            <a:picLocks noChangeAspect="1"/>
          </p:cNvPicPr>
          <p:nvPr/>
        </p:nvPicPr>
        <p:blipFill>
          <a:blip r:embed="rId3"/>
          <a:srcRect/>
          <a:stretch/>
        </p:blipFill>
        <p:spPr>
          <a:xfrm>
            <a:off x="0" y="0"/>
            <a:ext cx="12192000" cy="6858000"/>
          </a:xfrm>
          <a:prstGeom prst="rect">
            <a:avLst/>
          </a:prstGeom>
        </p:spPr>
      </p:pic>
      <p:pic>
        <p:nvPicPr>
          <p:cNvPr id="13" name="Logo" descr="preencoded.png">
            <a:extLst>
              <a:ext uri="{FF2B5EF4-FFF2-40B4-BE49-F238E27FC236}">
                <a16:creationId xmlns:a16="http://schemas.microsoft.com/office/drawing/2014/main" id="{9E2799DA-0768-9639-C65E-1ED02F8197ED}"/>
              </a:ext>
            </a:extLst>
          </p:cNvPr>
          <p:cNvPicPr>
            <a:picLocks noChangeAspect="1"/>
          </p:cNvPicPr>
          <p:nvPr/>
        </p:nvPicPr>
        <p:blipFill>
          <a:blip>
            <a:extLst>
              <a:ext uri="{96DAC541-7B7A-43D3-8B79-37D633B846F1}">
                <asvg:svgBlip xmlns:asvg="http://schemas.microsoft.com/office/drawing/2016/SVG/main" r:embed="rId4"/>
              </a:ext>
            </a:extLst>
          </a:blip>
          <a:srcRect/>
          <a:stretch/>
        </p:blipFill>
        <p:spPr>
          <a:xfrm>
            <a:off x="10902950" y="419100"/>
            <a:ext cx="873442" cy="222250"/>
          </a:xfrm>
          <a:prstGeom prst="rect">
            <a:avLst/>
          </a:prstGeom>
        </p:spPr>
      </p:pic>
      <p:sp>
        <p:nvSpPr>
          <p:cNvPr id="18" name="Text Placeholder 14">
            <a:extLst>
              <a:ext uri="{FF2B5EF4-FFF2-40B4-BE49-F238E27FC236}">
                <a16:creationId xmlns:a16="http://schemas.microsoft.com/office/drawing/2014/main" id="{14E6A3D2-A345-D628-2F66-1D46F055FDCB}"/>
              </a:ext>
            </a:extLst>
          </p:cNvPr>
          <p:cNvSpPr>
            <a:spLocks noGrp="1"/>
          </p:cNvSpPr>
          <p:nvPr>
            <p:ph type="body" sz="quarter" idx="13" hasCustomPrompt="1"/>
          </p:nvPr>
        </p:nvSpPr>
        <p:spPr>
          <a:xfrm>
            <a:off x="339726" y="333800"/>
            <a:ext cx="2872160" cy="307777"/>
          </a:xfrm>
          <a:prstGeom prst="rect">
            <a:avLst/>
          </a:prstGeom>
        </p:spPr>
        <p:txBody>
          <a:bodyPr wrap="square" lIns="82296" rIns="0">
            <a:spAutoFit/>
          </a:bodyPr>
          <a:lstStyle>
            <a:lvl1pPr>
              <a:lnSpc>
                <a:spcPct val="100000"/>
              </a:lnSpc>
              <a:buNone/>
              <a:defRPr sz="1400" b="1" i="0" spc="-30">
                <a:solidFill>
                  <a:schemeClr val="bg1"/>
                </a:solidFill>
                <a:latin typeface="Arial" panose="020B0604020202020204" pitchFamily="34" charset="0"/>
                <a:cs typeface="Arial" panose="020B0604020202020204" pitchFamily="34" charset="0"/>
              </a:defRPr>
            </a:lvl1pPr>
          </a:lstStyle>
          <a:p>
            <a:pPr lvl="0"/>
            <a:r>
              <a:rPr lang="en-US" b="1" dirty="0"/>
              <a:t>Section Header</a:t>
            </a:r>
          </a:p>
        </p:txBody>
      </p:sp>
      <p:sp>
        <p:nvSpPr>
          <p:cNvPr id="19" name="Text Placeholder 11">
            <a:extLst>
              <a:ext uri="{FF2B5EF4-FFF2-40B4-BE49-F238E27FC236}">
                <a16:creationId xmlns:a16="http://schemas.microsoft.com/office/drawing/2014/main" id="{7CA18611-94F7-7119-2BBD-ED593743CB24}"/>
              </a:ext>
            </a:extLst>
          </p:cNvPr>
          <p:cNvSpPr>
            <a:spLocks noGrp="1"/>
          </p:cNvSpPr>
          <p:nvPr>
            <p:ph type="body" sz="quarter" idx="14" hasCustomPrompt="1"/>
          </p:nvPr>
        </p:nvSpPr>
        <p:spPr>
          <a:xfrm>
            <a:off x="339725" y="1996845"/>
            <a:ext cx="9528175" cy="2171813"/>
          </a:xfrm>
          <a:prstGeom prst="rect">
            <a:avLst/>
          </a:prstGeom>
        </p:spPr>
        <p:txBody>
          <a:bodyPr wrap="square" lIns="27432" rIns="0">
            <a:spAutoFit/>
          </a:bodyPr>
          <a:lstStyle>
            <a:lvl1pPr marL="0" indent="0">
              <a:lnSpc>
                <a:spcPct val="75000"/>
              </a:lnSpc>
              <a:buNone/>
              <a:tabLst/>
              <a:defRPr sz="6000" b="0" i="0" spc="-170">
                <a:solidFill>
                  <a:schemeClr val="bg1"/>
                </a:solidFill>
                <a:latin typeface="Arial" panose="020B0604020202020204" pitchFamily="34" charset="0"/>
                <a:cs typeface="Arial" panose="020B0604020202020204" pitchFamily="34" charset="0"/>
              </a:defRPr>
            </a:lvl1pPr>
            <a:lvl2pPr marL="12700" indent="0">
              <a:buNone/>
              <a:tabLst/>
              <a:defRPr/>
            </a:lvl2pPr>
          </a:lstStyle>
          <a:p>
            <a:pPr lvl="0"/>
            <a:r>
              <a:rPr lang="en-US" dirty="0" err="1"/>
              <a:t>Neque</a:t>
            </a:r>
            <a:r>
              <a:rPr lang="en-US" dirty="0"/>
              <a:t> porro </a:t>
            </a:r>
            <a:r>
              <a:rPr lang="en-US" dirty="0" err="1"/>
              <a:t>quisquam</a:t>
            </a:r>
            <a:r>
              <a:rPr lang="en-US" dirty="0"/>
              <a:t>  lest, qui </a:t>
            </a:r>
            <a:r>
              <a:rPr lang="en-US" dirty="0" err="1"/>
              <a:t>dolorem</a:t>
            </a:r>
            <a:r>
              <a:rPr lang="en-US" dirty="0"/>
              <a:t> ipsum </a:t>
            </a:r>
            <a:r>
              <a:rPr lang="en-US" dirty="0" err="1"/>
              <a:t>mquia</a:t>
            </a:r>
            <a:r>
              <a:rPr lang="en-US" dirty="0"/>
              <a:t> dolor sit </a:t>
            </a:r>
            <a:r>
              <a:rPr lang="en-US" dirty="0" err="1"/>
              <a:t>amet</a:t>
            </a:r>
            <a:r>
              <a:rPr lang="en-US" dirty="0"/>
              <a:t>, </a:t>
            </a:r>
            <a:r>
              <a:rPr lang="en-US" dirty="0" err="1"/>
              <a:t>nconsectetur</a:t>
            </a:r>
            <a:r>
              <a:rPr lang="en-US" dirty="0"/>
              <a:t>.</a:t>
            </a:r>
          </a:p>
        </p:txBody>
      </p:sp>
      <p:sp>
        <p:nvSpPr>
          <p:cNvPr id="5" name="2026 Western Digital Corporation All rights reserved">
            <a:extLst>
              <a:ext uri="{FF2B5EF4-FFF2-40B4-BE49-F238E27FC236}">
                <a16:creationId xmlns:a16="http://schemas.microsoft.com/office/drawing/2014/main" id="{1BAA1096-F8B4-4413-0738-4053B96B614C}"/>
              </a:ext>
            </a:extLst>
          </p:cNvPr>
          <p:cNvSpPr/>
          <p:nvPr/>
        </p:nvSpPr>
        <p:spPr>
          <a:xfrm>
            <a:off x="419100" y="6638989"/>
            <a:ext cx="2805217" cy="92589"/>
          </a:xfrm>
          <a:prstGeom prst="rect">
            <a:avLst/>
          </a:prstGeom>
          <a:noFill/>
          <a:ln/>
        </p:spPr>
        <p:txBody>
          <a:bodyPr wrap="square" lIns="0" tIns="0" rIns="0" bIns="0" rtlCol="0" anchor="t">
            <a:spAutoFit/>
          </a:bodyPr>
          <a:lstStyle/>
          <a:p>
            <a:pPr>
              <a:lnSpc>
                <a:spcPct val="75000"/>
              </a:lnSpc>
            </a:pPr>
            <a:r>
              <a:rPr lang="en-US" sz="800" b="0" i="0" dirty="0">
                <a:solidFill>
                  <a:schemeClr val="bg1"/>
                </a:solidFill>
                <a:latin typeface="Arial" panose="020B0604020202020204" pitchFamily="34" charset="0"/>
                <a:ea typeface="Arial" pitchFamily="34" charset="-122"/>
                <a:cs typeface="Arial" panose="020B0604020202020204" pitchFamily="34" charset="0"/>
              </a:rPr>
              <a:t>©  2026 Western Digital Corporation. All rights reserved.</a:t>
            </a:r>
            <a:endParaRPr lang="en-US" sz="800" b="0" i="0" dirty="0">
              <a:solidFill>
                <a:schemeClr val="bg1"/>
              </a:solidFill>
              <a:latin typeface="Arial" panose="020B0604020202020204" pitchFamily="34" charset="0"/>
              <a:cs typeface="Arial" panose="020B0604020202020204" pitchFamily="34" charset="0"/>
            </a:endParaRPr>
          </a:p>
        </p:txBody>
      </p:sp>
      <p:sp>
        <p:nvSpPr>
          <p:cNvPr id="7" name="Slide Number Placeholder 1">
            <a:extLst>
              <a:ext uri="{FF2B5EF4-FFF2-40B4-BE49-F238E27FC236}">
                <a16:creationId xmlns:a16="http://schemas.microsoft.com/office/drawing/2014/main" id="{0A8ED09C-4867-2EC6-26F9-085BAE7B1285}"/>
              </a:ext>
            </a:extLst>
          </p:cNvPr>
          <p:cNvSpPr>
            <a:spLocks noGrp="1"/>
          </p:cNvSpPr>
          <p:nvPr>
            <p:ph type="sldNum" sz="quarter" idx="4"/>
          </p:nvPr>
        </p:nvSpPr>
        <p:spPr>
          <a:xfrm>
            <a:off x="11215668" y="6562157"/>
            <a:ext cx="661477" cy="215444"/>
          </a:xfrm>
          <a:prstGeom prst="rect">
            <a:avLst/>
          </a:prstGeom>
        </p:spPr>
        <p:txBody>
          <a:bodyPr vert="horz" wrap="square" lIns="91440" tIns="45720" rIns="0" bIns="45720" rtlCol="0" anchor="ctr">
            <a:spAutoFit/>
          </a:bodyPr>
          <a:lstStyle>
            <a:lvl1pPr algn="r">
              <a:defRPr sz="800" b="0" i="0">
                <a:solidFill>
                  <a:schemeClr val="bg1"/>
                </a:solidFill>
                <a:latin typeface="Arial" panose="020B0604020202020204" pitchFamily="34" charset="0"/>
                <a:cs typeface="Arial" panose="020B0604020202020204" pitchFamily="34" charset="0"/>
              </a:defRPr>
            </a:lvl1pPr>
          </a:lstStyle>
          <a:p>
            <a:fld id="{B06B19F4-CF25-446C-B362-D8BB27BE9D9B}" type="slidenum">
              <a:rPr lang="en-US" smtClean="0"/>
              <a:t>‹#›</a:t>
            </a:fld>
            <a:endParaRPr lang="en-US"/>
          </a:p>
        </p:txBody>
      </p:sp>
      <p:sp>
        <p:nvSpPr>
          <p:cNvPr id="9" name="WD Confidential">
            <a:extLst>
              <a:ext uri="{FF2B5EF4-FFF2-40B4-BE49-F238E27FC236}">
                <a16:creationId xmlns:a16="http://schemas.microsoft.com/office/drawing/2014/main" id="{7D4CEC89-40AA-1B5B-CE12-440B364A7BA9}"/>
              </a:ext>
            </a:extLst>
          </p:cNvPr>
          <p:cNvSpPr/>
          <p:nvPr/>
        </p:nvSpPr>
        <p:spPr>
          <a:xfrm>
            <a:off x="8991600" y="6638990"/>
            <a:ext cx="1249597" cy="92589"/>
          </a:xfrm>
          <a:prstGeom prst="rect">
            <a:avLst/>
          </a:prstGeom>
          <a:noFill/>
          <a:ln/>
        </p:spPr>
        <p:txBody>
          <a:bodyPr wrap="square" lIns="0" tIns="0" rIns="0" bIns="0" rtlCol="0" anchor="t">
            <a:spAutoFit/>
          </a:bodyPr>
          <a:lstStyle/>
          <a:p>
            <a:pPr>
              <a:lnSpc>
                <a:spcPct val="75000"/>
              </a:lnSpc>
            </a:pPr>
            <a:r>
              <a:rPr lang="en-US" sz="800" b="0" i="0" dirty="0">
                <a:solidFill>
                  <a:schemeClr val="bg1"/>
                </a:solidFill>
                <a:latin typeface="Arial" panose="020B0604020202020204" pitchFamily="34" charset="0"/>
                <a:ea typeface="Arial" pitchFamily="34" charset="-122"/>
                <a:cs typeface="Arial" panose="020B0604020202020204" pitchFamily="34" charset="0"/>
              </a:rPr>
              <a:t>WD CONFIDENTIAL</a:t>
            </a:r>
            <a:endParaRPr lang="en-US" sz="800" b="0" i="0" dirty="0">
              <a:solidFill>
                <a:schemeClr val="bg1"/>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413672197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9.xml><?xml version="1.0" encoding="utf-8"?>
<p:sldLayout xmlns:a="http://schemas.openxmlformats.org/drawingml/2006/main" xmlns:r="http://schemas.openxmlformats.org/officeDocument/2006/relationships" xmlns:p="http://schemas.openxmlformats.org/presentationml/2006/main" preserve="1">
  <p:cSld name="1_Chapter">
    <p:spTree>
      <p:nvGrpSpPr>
        <p:cNvPr id="1" name=""/>
        <p:cNvGrpSpPr/>
        <p:nvPr/>
      </p:nvGrpSpPr>
      <p:grpSpPr>
        <a:xfrm>
          <a:off x="0" y="0"/>
          <a:ext cx="0" cy="0"/>
          <a:chOff x="0" y="0"/>
          <a:chExt cx="0" cy="0"/>
        </a:xfrm>
      </p:grpSpPr>
      <p:pic>
        <p:nvPicPr>
          <p:cNvPr id="43" name="Picture 42">
            <a:extLst>
              <a:ext uri="{FF2B5EF4-FFF2-40B4-BE49-F238E27FC236}">
                <a16:creationId xmlns:a16="http://schemas.microsoft.com/office/drawing/2014/main" id="{7C55D363-7694-CD53-29C0-725701C95BD5}"/>
              </a:ext>
            </a:extLst>
          </p:cNvPr>
          <p:cNvPicPr>
            <a:picLocks noChangeAspect="1"/>
          </p:cNvPicPr>
          <p:nvPr/>
        </p:nvPicPr>
        <p:blipFill>
          <a:blip r:embed="rId2"/>
          <a:srcRect/>
          <a:stretch/>
        </p:blipFill>
        <p:spPr>
          <a:xfrm>
            <a:off x="6541" y="3679"/>
            <a:ext cx="12185459" cy="6854320"/>
          </a:xfrm>
          <a:prstGeom prst="rect">
            <a:avLst/>
          </a:prstGeom>
        </p:spPr>
      </p:pic>
      <p:pic>
        <p:nvPicPr>
          <p:cNvPr id="44" name="Rectangle" descr="preencoded.png">
            <a:extLst>
              <a:ext uri="{FF2B5EF4-FFF2-40B4-BE49-F238E27FC236}">
                <a16:creationId xmlns:a16="http://schemas.microsoft.com/office/drawing/2014/main" id="{93A76456-5A83-44A5-396E-9B6B07335C82}"/>
              </a:ext>
            </a:extLst>
          </p:cNvPr>
          <p:cNvPicPr>
            <a:picLocks noChangeAspect="1"/>
          </p:cNvPicPr>
          <p:nvPr/>
        </p:nvPicPr>
        <p:blipFill>
          <a:blip r:embed="rId3">
            <a:alphaModFix amt="50000"/>
          </a:blip>
          <a:srcRect/>
          <a:stretch/>
        </p:blipFill>
        <p:spPr>
          <a:xfrm>
            <a:off x="-6541" y="21640"/>
            <a:ext cx="12192000" cy="6858000"/>
          </a:xfrm>
          <a:prstGeom prst="rect">
            <a:avLst/>
          </a:prstGeom>
        </p:spPr>
      </p:pic>
      <p:sp>
        <p:nvSpPr>
          <p:cNvPr id="47" name="Title 2">
            <a:extLst>
              <a:ext uri="{FF2B5EF4-FFF2-40B4-BE49-F238E27FC236}">
                <a16:creationId xmlns:a16="http://schemas.microsoft.com/office/drawing/2014/main" id="{F4A4DB78-4158-E9DF-DB03-2DBF85B2FEC4}"/>
              </a:ext>
            </a:extLst>
          </p:cNvPr>
          <p:cNvSpPr>
            <a:spLocks noGrp="1"/>
          </p:cNvSpPr>
          <p:nvPr>
            <p:ph type="title" hasCustomPrompt="1"/>
          </p:nvPr>
        </p:nvSpPr>
        <p:spPr>
          <a:xfrm>
            <a:off x="339725" y="2401795"/>
            <a:ext cx="8575674" cy="2097690"/>
          </a:xfrm>
          <a:prstGeom prst="rect">
            <a:avLst/>
          </a:prstGeom>
        </p:spPr>
        <p:txBody>
          <a:bodyPr wrap="square" lIns="9144" rIns="0">
            <a:spAutoFit/>
          </a:bodyPr>
          <a:lstStyle>
            <a:lvl1pPr>
              <a:lnSpc>
                <a:spcPct val="85000"/>
              </a:lnSpc>
              <a:defRPr sz="7500" b="0" i="0" spc="-250">
                <a:solidFill>
                  <a:schemeClr val="bg1"/>
                </a:solidFill>
                <a:latin typeface="Arial" panose="020B0604020202020204" pitchFamily="34" charset="0"/>
                <a:cs typeface="Arial" panose="020B0604020202020204" pitchFamily="34" charset="0"/>
              </a:defRPr>
            </a:lvl1pPr>
          </a:lstStyle>
          <a:p>
            <a:pPr lvl="0"/>
            <a:r>
              <a:rPr lang="en-US" dirty="0"/>
              <a:t>Digital </a:t>
            </a:r>
            <a:br>
              <a:rPr lang="en-US" dirty="0"/>
            </a:br>
            <a:r>
              <a:rPr lang="en-US" dirty="0"/>
              <a:t>Campaigns</a:t>
            </a:r>
          </a:p>
        </p:txBody>
      </p:sp>
      <p:pic>
        <p:nvPicPr>
          <p:cNvPr id="49" name="Logo" descr="preencoded.png">
            <a:extLst>
              <a:ext uri="{FF2B5EF4-FFF2-40B4-BE49-F238E27FC236}">
                <a16:creationId xmlns:a16="http://schemas.microsoft.com/office/drawing/2014/main" id="{78EA91C3-11B6-12D0-336F-79203E70EFAA}"/>
              </a:ext>
            </a:extLst>
          </p:cNvPr>
          <p:cNvPicPr>
            <a:picLocks noChangeAspect="1"/>
          </p:cNvPicPr>
          <p:nvPr/>
        </p:nvPicPr>
        <p:blipFill>
          <a:blip>
            <a:extLst>
              <a:ext uri="{96DAC541-7B7A-43D3-8B79-37D633B846F1}">
                <asvg:svgBlip xmlns:asvg="http://schemas.microsoft.com/office/drawing/2016/SVG/main" r:embed="rId4"/>
              </a:ext>
            </a:extLst>
          </a:blip>
          <a:srcRect/>
          <a:stretch/>
        </p:blipFill>
        <p:spPr>
          <a:xfrm>
            <a:off x="10902950" y="419100"/>
            <a:ext cx="869950" cy="222250"/>
          </a:xfrm>
          <a:prstGeom prst="rect">
            <a:avLst/>
          </a:prstGeom>
        </p:spPr>
      </p:pic>
      <p:sp>
        <p:nvSpPr>
          <p:cNvPr id="50" name="Text Placeholder 14">
            <a:extLst>
              <a:ext uri="{FF2B5EF4-FFF2-40B4-BE49-F238E27FC236}">
                <a16:creationId xmlns:a16="http://schemas.microsoft.com/office/drawing/2014/main" id="{00D627A0-30FA-A34F-7E8C-E42A1E8E88A6}"/>
              </a:ext>
            </a:extLst>
          </p:cNvPr>
          <p:cNvSpPr>
            <a:spLocks noGrp="1"/>
          </p:cNvSpPr>
          <p:nvPr>
            <p:ph type="body" sz="quarter" idx="13" hasCustomPrompt="1"/>
          </p:nvPr>
        </p:nvSpPr>
        <p:spPr>
          <a:xfrm>
            <a:off x="339725" y="333800"/>
            <a:ext cx="2860675" cy="307777"/>
          </a:xfrm>
          <a:prstGeom prst="rect">
            <a:avLst/>
          </a:prstGeom>
        </p:spPr>
        <p:txBody>
          <a:bodyPr wrap="square" lIns="82296" rIns="0">
            <a:spAutoFit/>
          </a:bodyPr>
          <a:lstStyle>
            <a:lvl1pPr>
              <a:lnSpc>
                <a:spcPct val="100000"/>
              </a:lnSpc>
              <a:buNone/>
              <a:defRPr sz="1400" b="1" i="0" spc="-30">
                <a:solidFill>
                  <a:schemeClr val="bg1"/>
                </a:solidFill>
                <a:latin typeface="Arial" panose="020B0604020202020204" pitchFamily="34" charset="0"/>
                <a:cs typeface="Arial" panose="020B0604020202020204" pitchFamily="34" charset="0"/>
              </a:defRPr>
            </a:lvl1pPr>
          </a:lstStyle>
          <a:p>
            <a:pPr lvl="0"/>
            <a:r>
              <a:rPr lang="en-US" b="1" dirty="0"/>
              <a:t>Section Header</a:t>
            </a:r>
          </a:p>
        </p:txBody>
      </p:sp>
      <p:sp>
        <p:nvSpPr>
          <p:cNvPr id="5" name="2026 Western Digital Corporation All rights reserved">
            <a:extLst>
              <a:ext uri="{FF2B5EF4-FFF2-40B4-BE49-F238E27FC236}">
                <a16:creationId xmlns:a16="http://schemas.microsoft.com/office/drawing/2014/main" id="{8A6C3D5C-1D46-E951-0EEE-0C4E22F1C309}"/>
              </a:ext>
            </a:extLst>
          </p:cNvPr>
          <p:cNvSpPr/>
          <p:nvPr/>
        </p:nvSpPr>
        <p:spPr>
          <a:xfrm>
            <a:off x="419100" y="6638989"/>
            <a:ext cx="2794000" cy="92589"/>
          </a:xfrm>
          <a:prstGeom prst="rect">
            <a:avLst/>
          </a:prstGeom>
          <a:noFill/>
          <a:ln/>
        </p:spPr>
        <p:txBody>
          <a:bodyPr wrap="square" lIns="0" tIns="0" rIns="0" bIns="0" rtlCol="0" anchor="t">
            <a:spAutoFit/>
          </a:bodyPr>
          <a:lstStyle/>
          <a:p>
            <a:pPr>
              <a:lnSpc>
                <a:spcPct val="75000"/>
              </a:lnSpc>
            </a:pPr>
            <a:r>
              <a:rPr lang="en-US" sz="800" b="0" i="0" dirty="0">
                <a:solidFill>
                  <a:schemeClr val="bg1"/>
                </a:solidFill>
                <a:latin typeface="Arial" panose="020B0604020202020204" pitchFamily="34" charset="0"/>
                <a:ea typeface="Arial" pitchFamily="34" charset="-122"/>
                <a:cs typeface="Arial" panose="020B0604020202020204" pitchFamily="34" charset="0"/>
              </a:rPr>
              <a:t>©  2026 Western Digital Corporation. All rights reserved.</a:t>
            </a:r>
            <a:endParaRPr lang="en-US" sz="800" b="0" i="0" dirty="0">
              <a:solidFill>
                <a:schemeClr val="bg1"/>
              </a:solidFill>
              <a:latin typeface="Arial" panose="020B0604020202020204" pitchFamily="34" charset="0"/>
              <a:cs typeface="Arial" panose="020B0604020202020204" pitchFamily="34" charset="0"/>
            </a:endParaRPr>
          </a:p>
        </p:txBody>
      </p:sp>
      <p:sp>
        <p:nvSpPr>
          <p:cNvPr id="6" name="Slide Number Placeholder 1">
            <a:extLst>
              <a:ext uri="{FF2B5EF4-FFF2-40B4-BE49-F238E27FC236}">
                <a16:creationId xmlns:a16="http://schemas.microsoft.com/office/drawing/2014/main" id="{3AC8F0BD-A374-B680-2814-21AC8F94A83C}"/>
              </a:ext>
            </a:extLst>
          </p:cNvPr>
          <p:cNvSpPr txBox="1">
            <a:spLocks/>
          </p:cNvSpPr>
          <p:nvPr/>
        </p:nvSpPr>
        <p:spPr>
          <a:xfrm>
            <a:off x="11215668" y="6562157"/>
            <a:ext cx="658832" cy="215444"/>
          </a:xfrm>
          <a:prstGeom prst="rect">
            <a:avLst/>
          </a:prstGeom>
        </p:spPr>
        <p:txBody>
          <a:bodyPr vert="horz" lIns="91440" tIns="45720" rIns="0" bIns="45720" rtlCol="0" anchor="ctr">
            <a:spAutoFit/>
          </a:bodyPr>
          <a:lstStyle>
            <a:defPPr>
              <a:defRPr lang="en-US"/>
            </a:defPPr>
            <a:lvl1pPr marL="0" algn="r" defTabSz="914400" rtl="0" eaLnBrk="1" latinLnBrk="0" hangingPunct="1">
              <a:defRPr sz="800" b="0" i="0" kern="1200">
                <a:solidFill>
                  <a:schemeClr val="bg1"/>
                </a:solidFill>
                <a:latin typeface="FK Grotesk Neue" panose="020B0503020202020203" pitchFamily="34"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D145F2E3-D340-3A42-B79C-DEE7963689C5}" type="slidenum">
              <a:rPr lang="en-US" smtClean="0">
                <a:latin typeface="Arial" panose="020B0604020202020204" pitchFamily="34" charset="0"/>
                <a:cs typeface="Arial" panose="020B0604020202020204" pitchFamily="34" charset="0"/>
              </a:rPr>
              <a:pPr/>
              <a:t>‹#›</a:t>
            </a:fld>
            <a:endParaRPr lang="en-US" dirty="0">
              <a:latin typeface="Arial" panose="020B0604020202020204" pitchFamily="34" charset="0"/>
              <a:cs typeface="Arial" panose="020B0604020202020204" pitchFamily="34" charset="0"/>
            </a:endParaRPr>
          </a:p>
        </p:txBody>
      </p:sp>
      <p:sp>
        <p:nvSpPr>
          <p:cNvPr id="7" name="WD Confidential">
            <a:extLst>
              <a:ext uri="{FF2B5EF4-FFF2-40B4-BE49-F238E27FC236}">
                <a16:creationId xmlns:a16="http://schemas.microsoft.com/office/drawing/2014/main" id="{8E9AEFF2-5CA9-3547-82F8-27FFCA36DFD7}"/>
              </a:ext>
            </a:extLst>
          </p:cNvPr>
          <p:cNvSpPr/>
          <p:nvPr/>
        </p:nvSpPr>
        <p:spPr>
          <a:xfrm>
            <a:off x="8991600" y="6638990"/>
            <a:ext cx="1244600" cy="92589"/>
          </a:xfrm>
          <a:prstGeom prst="rect">
            <a:avLst/>
          </a:prstGeom>
          <a:noFill/>
          <a:ln/>
        </p:spPr>
        <p:txBody>
          <a:bodyPr wrap="square" lIns="0" tIns="0" rIns="0" bIns="0" rtlCol="0" anchor="t">
            <a:spAutoFit/>
          </a:bodyPr>
          <a:lstStyle/>
          <a:p>
            <a:pPr>
              <a:lnSpc>
                <a:spcPct val="75000"/>
              </a:lnSpc>
            </a:pPr>
            <a:r>
              <a:rPr lang="en-US" sz="800" b="0" i="0" dirty="0">
                <a:solidFill>
                  <a:schemeClr val="bg1"/>
                </a:solidFill>
                <a:latin typeface="Arial" panose="020B0604020202020204" pitchFamily="34" charset="0"/>
                <a:ea typeface="Arial" pitchFamily="34" charset="-122"/>
                <a:cs typeface="Arial" panose="020B0604020202020204" pitchFamily="34" charset="0"/>
              </a:rPr>
              <a:t>WD CONFIDENTIAL</a:t>
            </a:r>
            <a:endParaRPr lang="en-US" sz="800" b="0" i="0" dirty="0">
              <a:solidFill>
                <a:schemeClr val="bg1"/>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24021182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0.xml><?xml version="1.0" encoding="utf-8"?>
<p:sldLayout xmlns:a="http://schemas.openxmlformats.org/drawingml/2006/main" xmlns:r="http://schemas.openxmlformats.org/officeDocument/2006/relationships" xmlns:p="http://schemas.openxmlformats.org/presentationml/2006/main" preserve="1">
  <p:cSld name="1_Chapter 2">
    <p:spTree>
      <p:nvGrpSpPr>
        <p:cNvPr id="1" name=""/>
        <p:cNvGrpSpPr/>
        <p:nvPr/>
      </p:nvGrpSpPr>
      <p:grpSpPr>
        <a:xfrm>
          <a:off x="0" y="0"/>
          <a:ext cx="0" cy="0"/>
          <a:chOff x="0" y="0"/>
          <a:chExt cx="0" cy="0"/>
        </a:xfrm>
      </p:grpSpPr>
      <p:pic>
        <p:nvPicPr>
          <p:cNvPr id="43" name="Picture 42">
            <a:extLst>
              <a:ext uri="{FF2B5EF4-FFF2-40B4-BE49-F238E27FC236}">
                <a16:creationId xmlns:a16="http://schemas.microsoft.com/office/drawing/2014/main" id="{7C55D363-7694-CD53-29C0-725701C95BD5}"/>
              </a:ext>
            </a:extLst>
          </p:cNvPr>
          <p:cNvPicPr>
            <a:picLocks noChangeAspect="1"/>
          </p:cNvPicPr>
          <p:nvPr/>
        </p:nvPicPr>
        <p:blipFill>
          <a:blip r:embed="rId2"/>
          <a:srcRect/>
          <a:stretch/>
        </p:blipFill>
        <p:spPr>
          <a:xfrm>
            <a:off x="0" y="0"/>
            <a:ext cx="12192000" cy="6858000"/>
          </a:xfrm>
          <a:prstGeom prst="rect">
            <a:avLst/>
          </a:prstGeom>
        </p:spPr>
      </p:pic>
      <p:pic>
        <p:nvPicPr>
          <p:cNvPr id="44" name="Rectangle" descr="preencoded.png">
            <a:extLst>
              <a:ext uri="{FF2B5EF4-FFF2-40B4-BE49-F238E27FC236}">
                <a16:creationId xmlns:a16="http://schemas.microsoft.com/office/drawing/2014/main" id="{93A76456-5A83-44A5-396E-9B6B07335C82}"/>
              </a:ext>
            </a:extLst>
          </p:cNvPr>
          <p:cNvPicPr>
            <a:picLocks noChangeAspect="1"/>
          </p:cNvPicPr>
          <p:nvPr/>
        </p:nvPicPr>
        <p:blipFill>
          <a:blip r:embed="rId3">
            <a:alphaModFix amt="50000"/>
          </a:blip>
          <a:srcRect/>
          <a:stretch/>
        </p:blipFill>
        <p:spPr>
          <a:xfrm>
            <a:off x="0" y="0"/>
            <a:ext cx="12192000" cy="6858000"/>
          </a:xfrm>
          <a:prstGeom prst="rect">
            <a:avLst/>
          </a:prstGeom>
        </p:spPr>
      </p:pic>
      <p:sp>
        <p:nvSpPr>
          <p:cNvPr id="47" name="Title 2">
            <a:extLst>
              <a:ext uri="{FF2B5EF4-FFF2-40B4-BE49-F238E27FC236}">
                <a16:creationId xmlns:a16="http://schemas.microsoft.com/office/drawing/2014/main" id="{F4A4DB78-4158-E9DF-DB03-2DBF85B2FEC4}"/>
              </a:ext>
            </a:extLst>
          </p:cNvPr>
          <p:cNvSpPr>
            <a:spLocks noGrp="1"/>
          </p:cNvSpPr>
          <p:nvPr>
            <p:ph type="title" hasCustomPrompt="1"/>
          </p:nvPr>
        </p:nvSpPr>
        <p:spPr>
          <a:xfrm>
            <a:off x="339725" y="2401795"/>
            <a:ext cx="8575674" cy="2097690"/>
          </a:xfrm>
          <a:prstGeom prst="rect">
            <a:avLst/>
          </a:prstGeom>
        </p:spPr>
        <p:txBody>
          <a:bodyPr wrap="square" lIns="9144" rIns="0">
            <a:spAutoFit/>
          </a:bodyPr>
          <a:lstStyle>
            <a:lvl1pPr>
              <a:lnSpc>
                <a:spcPct val="85000"/>
              </a:lnSpc>
              <a:defRPr sz="7500" b="0" i="0" spc="-250">
                <a:solidFill>
                  <a:schemeClr val="bg1"/>
                </a:solidFill>
                <a:latin typeface="Arial" panose="020B0604020202020204" pitchFamily="34" charset="0"/>
                <a:cs typeface="Arial" panose="020B0604020202020204" pitchFamily="34" charset="0"/>
              </a:defRPr>
            </a:lvl1pPr>
          </a:lstStyle>
          <a:p>
            <a:pPr lvl="0"/>
            <a:r>
              <a:rPr lang="en-US" dirty="0"/>
              <a:t>Digital </a:t>
            </a:r>
            <a:br>
              <a:rPr lang="en-US" dirty="0"/>
            </a:br>
            <a:r>
              <a:rPr lang="en-US" dirty="0"/>
              <a:t>Campaigns</a:t>
            </a:r>
          </a:p>
        </p:txBody>
      </p:sp>
      <p:pic>
        <p:nvPicPr>
          <p:cNvPr id="49" name="Logo" descr="preencoded.png">
            <a:extLst>
              <a:ext uri="{FF2B5EF4-FFF2-40B4-BE49-F238E27FC236}">
                <a16:creationId xmlns:a16="http://schemas.microsoft.com/office/drawing/2014/main" id="{78EA91C3-11B6-12D0-336F-79203E70EFAA}"/>
              </a:ext>
            </a:extLst>
          </p:cNvPr>
          <p:cNvPicPr>
            <a:picLocks noChangeAspect="1"/>
          </p:cNvPicPr>
          <p:nvPr/>
        </p:nvPicPr>
        <p:blipFill>
          <a:blip>
            <a:extLst>
              <a:ext uri="{96DAC541-7B7A-43D3-8B79-37D633B846F1}">
                <asvg:svgBlip xmlns:asvg="http://schemas.microsoft.com/office/drawing/2016/SVG/main" r:embed="rId4"/>
              </a:ext>
            </a:extLst>
          </a:blip>
          <a:srcRect/>
          <a:stretch/>
        </p:blipFill>
        <p:spPr>
          <a:xfrm>
            <a:off x="10902950" y="419100"/>
            <a:ext cx="869950" cy="222250"/>
          </a:xfrm>
          <a:prstGeom prst="rect">
            <a:avLst/>
          </a:prstGeom>
        </p:spPr>
      </p:pic>
      <p:sp>
        <p:nvSpPr>
          <p:cNvPr id="50" name="Text Placeholder 14">
            <a:extLst>
              <a:ext uri="{FF2B5EF4-FFF2-40B4-BE49-F238E27FC236}">
                <a16:creationId xmlns:a16="http://schemas.microsoft.com/office/drawing/2014/main" id="{00D627A0-30FA-A34F-7E8C-E42A1E8E88A6}"/>
              </a:ext>
            </a:extLst>
          </p:cNvPr>
          <p:cNvSpPr>
            <a:spLocks noGrp="1"/>
          </p:cNvSpPr>
          <p:nvPr>
            <p:ph type="body" sz="quarter" idx="13" hasCustomPrompt="1"/>
          </p:nvPr>
        </p:nvSpPr>
        <p:spPr>
          <a:xfrm>
            <a:off x="339725" y="333800"/>
            <a:ext cx="2860675" cy="307777"/>
          </a:xfrm>
          <a:prstGeom prst="rect">
            <a:avLst/>
          </a:prstGeom>
        </p:spPr>
        <p:txBody>
          <a:bodyPr wrap="square" lIns="82296" rIns="0">
            <a:spAutoFit/>
          </a:bodyPr>
          <a:lstStyle>
            <a:lvl1pPr>
              <a:lnSpc>
                <a:spcPct val="100000"/>
              </a:lnSpc>
              <a:buNone/>
              <a:defRPr sz="1400" b="1" i="0" spc="-30">
                <a:solidFill>
                  <a:schemeClr val="bg1"/>
                </a:solidFill>
                <a:latin typeface="Arial" panose="020B0604020202020204" pitchFamily="34" charset="0"/>
                <a:cs typeface="Arial" panose="020B0604020202020204" pitchFamily="34" charset="0"/>
              </a:defRPr>
            </a:lvl1pPr>
          </a:lstStyle>
          <a:p>
            <a:pPr lvl="0"/>
            <a:r>
              <a:rPr lang="en-US" b="1" dirty="0"/>
              <a:t>Section Header</a:t>
            </a:r>
          </a:p>
        </p:txBody>
      </p:sp>
      <p:sp>
        <p:nvSpPr>
          <p:cNvPr id="5" name="2026 Western Digital Corporation All rights reserved">
            <a:extLst>
              <a:ext uri="{FF2B5EF4-FFF2-40B4-BE49-F238E27FC236}">
                <a16:creationId xmlns:a16="http://schemas.microsoft.com/office/drawing/2014/main" id="{D363C1E8-5089-B9FA-CE6E-836B104C7897}"/>
              </a:ext>
            </a:extLst>
          </p:cNvPr>
          <p:cNvSpPr/>
          <p:nvPr/>
        </p:nvSpPr>
        <p:spPr>
          <a:xfrm>
            <a:off x="419100" y="6638989"/>
            <a:ext cx="2794000" cy="92589"/>
          </a:xfrm>
          <a:prstGeom prst="rect">
            <a:avLst/>
          </a:prstGeom>
          <a:noFill/>
          <a:ln/>
        </p:spPr>
        <p:txBody>
          <a:bodyPr wrap="square" lIns="0" tIns="0" rIns="0" bIns="0" rtlCol="0" anchor="t">
            <a:spAutoFit/>
          </a:bodyPr>
          <a:lstStyle/>
          <a:p>
            <a:pPr>
              <a:lnSpc>
                <a:spcPct val="75000"/>
              </a:lnSpc>
            </a:pPr>
            <a:r>
              <a:rPr lang="en-US" sz="800" b="0" i="0" dirty="0">
                <a:solidFill>
                  <a:schemeClr val="bg1"/>
                </a:solidFill>
                <a:latin typeface="Arial" panose="020B0604020202020204" pitchFamily="34" charset="0"/>
                <a:ea typeface="Arial" pitchFamily="34" charset="-122"/>
                <a:cs typeface="Arial" panose="020B0604020202020204" pitchFamily="34" charset="0"/>
              </a:rPr>
              <a:t>©  2026 Western Digital Corporation. All rights reserved.</a:t>
            </a:r>
            <a:endParaRPr lang="en-US" sz="800" b="0" i="0" dirty="0">
              <a:solidFill>
                <a:schemeClr val="bg1"/>
              </a:solidFill>
              <a:latin typeface="Arial" panose="020B0604020202020204" pitchFamily="34" charset="0"/>
              <a:cs typeface="Arial" panose="020B0604020202020204" pitchFamily="34" charset="0"/>
            </a:endParaRPr>
          </a:p>
        </p:txBody>
      </p:sp>
      <p:sp>
        <p:nvSpPr>
          <p:cNvPr id="6" name="Slide Number Placeholder 1">
            <a:extLst>
              <a:ext uri="{FF2B5EF4-FFF2-40B4-BE49-F238E27FC236}">
                <a16:creationId xmlns:a16="http://schemas.microsoft.com/office/drawing/2014/main" id="{BF820EF3-2F7F-19FA-D6A9-D73972234C0B}"/>
              </a:ext>
            </a:extLst>
          </p:cNvPr>
          <p:cNvSpPr txBox="1">
            <a:spLocks/>
          </p:cNvSpPr>
          <p:nvPr/>
        </p:nvSpPr>
        <p:spPr>
          <a:xfrm>
            <a:off x="11215668" y="6562157"/>
            <a:ext cx="658832" cy="215444"/>
          </a:xfrm>
          <a:prstGeom prst="rect">
            <a:avLst/>
          </a:prstGeom>
        </p:spPr>
        <p:txBody>
          <a:bodyPr vert="horz" lIns="91440" tIns="45720" rIns="0" bIns="45720" rtlCol="0" anchor="ctr">
            <a:spAutoFit/>
          </a:bodyPr>
          <a:lstStyle>
            <a:defPPr>
              <a:defRPr lang="en-US"/>
            </a:defPPr>
            <a:lvl1pPr marL="0" algn="r" defTabSz="914400" rtl="0" eaLnBrk="1" latinLnBrk="0" hangingPunct="1">
              <a:defRPr sz="800" b="0" i="0" kern="1200">
                <a:solidFill>
                  <a:schemeClr val="bg1"/>
                </a:solidFill>
                <a:latin typeface="FK Grotesk Neue" panose="020B0503020202020203" pitchFamily="34"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D145F2E3-D340-3A42-B79C-DEE7963689C5}" type="slidenum">
              <a:rPr lang="en-US" smtClean="0">
                <a:latin typeface="Arial" panose="020B0604020202020204" pitchFamily="34" charset="0"/>
                <a:cs typeface="Arial" panose="020B0604020202020204" pitchFamily="34" charset="0"/>
              </a:rPr>
              <a:pPr/>
              <a:t>‹#›</a:t>
            </a:fld>
            <a:endParaRPr lang="en-US" dirty="0">
              <a:latin typeface="Arial" panose="020B0604020202020204" pitchFamily="34" charset="0"/>
              <a:cs typeface="Arial" panose="020B0604020202020204" pitchFamily="34" charset="0"/>
            </a:endParaRPr>
          </a:p>
        </p:txBody>
      </p:sp>
      <p:sp>
        <p:nvSpPr>
          <p:cNvPr id="7" name="WD Confidential">
            <a:extLst>
              <a:ext uri="{FF2B5EF4-FFF2-40B4-BE49-F238E27FC236}">
                <a16:creationId xmlns:a16="http://schemas.microsoft.com/office/drawing/2014/main" id="{699DF058-C076-F33E-85A6-735C51323807}"/>
              </a:ext>
            </a:extLst>
          </p:cNvPr>
          <p:cNvSpPr/>
          <p:nvPr/>
        </p:nvSpPr>
        <p:spPr>
          <a:xfrm>
            <a:off x="8991600" y="6638990"/>
            <a:ext cx="1244600" cy="92589"/>
          </a:xfrm>
          <a:prstGeom prst="rect">
            <a:avLst/>
          </a:prstGeom>
          <a:noFill/>
          <a:ln/>
        </p:spPr>
        <p:txBody>
          <a:bodyPr wrap="square" lIns="0" tIns="0" rIns="0" bIns="0" rtlCol="0" anchor="t">
            <a:spAutoFit/>
          </a:bodyPr>
          <a:lstStyle/>
          <a:p>
            <a:pPr>
              <a:lnSpc>
                <a:spcPct val="75000"/>
              </a:lnSpc>
            </a:pPr>
            <a:r>
              <a:rPr lang="en-US" sz="800" b="0" i="0" dirty="0">
                <a:solidFill>
                  <a:schemeClr val="bg1"/>
                </a:solidFill>
                <a:latin typeface="Arial" panose="020B0604020202020204" pitchFamily="34" charset="0"/>
                <a:ea typeface="Arial" pitchFamily="34" charset="-122"/>
                <a:cs typeface="Arial" panose="020B0604020202020204" pitchFamily="34" charset="0"/>
              </a:rPr>
              <a:t>WD CONFIDENTIAL</a:t>
            </a:r>
            <a:endParaRPr lang="en-US" sz="800" b="0" i="0" dirty="0">
              <a:solidFill>
                <a:schemeClr val="bg1"/>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54332058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1.xml><?xml version="1.0" encoding="utf-8"?>
<p:sldLayout xmlns:a="http://schemas.openxmlformats.org/drawingml/2006/main" xmlns:r="http://schemas.openxmlformats.org/officeDocument/2006/relationships" xmlns:p="http://schemas.openxmlformats.org/presentationml/2006/main" preserve="1">
  <p:cSld name="1_Chapter 3">
    <p:spTree>
      <p:nvGrpSpPr>
        <p:cNvPr id="1" name=""/>
        <p:cNvGrpSpPr/>
        <p:nvPr/>
      </p:nvGrpSpPr>
      <p:grpSpPr>
        <a:xfrm>
          <a:off x="0" y="0"/>
          <a:ext cx="0" cy="0"/>
          <a:chOff x="0" y="0"/>
          <a:chExt cx="0" cy="0"/>
        </a:xfrm>
      </p:grpSpPr>
      <p:pic>
        <p:nvPicPr>
          <p:cNvPr id="43" name="Picture 42">
            <a:extLst>
              <a:ext uri="{FF2B5EF4-FFF2-40B4-BE49-F238E27FC236}">
                <a16:creationId xmlns:a16="http://schemas.microsoft.com/office/drawing/2014/main" id="{7C55D363-7694-CD53-29C0-725701C95BD5}"/>
              </a:ext>
            </a:extLst>
          </p:cNvPr>
          <p:cNvPicPr>
            <a:picLocks noChangeAspect="1"/>
          </p:cNvPicPr>
          <p:nvPr/>
        </p:nvPicPr>
        <p:blipFill>
          <a:blip r:embed="rId2"/>
          <a:srcRect/>
          <a:stretch/>
        </p:blipFill>
        <p:spPr>
          <a:xfrm>
            <a:off x="1" y="0"/>
            <a:ext cx="12192000" cy="6858000"/>
          </a:xfrm>
          <a:prstGeom prst="rect">
            <a:avLst/>
          </a:prstGeom>
        </p:spPr>
      </p:pic>
      <p:pic>
        <p:nvPicPr>
          <p:cNvPr id="44" name="Rectangle" descr="preencoded.png">
            <a:extLst>
              <a:ext uri="{FF2B5EF4-FFF2-40B4-BE49-F238E27FC236}">
                <a16:creationId xmlns:a16="http://schemas.microsoft.com/office/drawing/2014/main" id="{93A76456-5A83-44A5-396E-9B6B07335C82}"/>
              </a:ext>
            </a:extLst>
          </p:cNvPr>
          <p:cNvPicPr>
            <a:picLocks noChangeAspect="1"/>
          </p:cNvPicPr>
          <p:nvPr/>
        </p:nvPicPr>
        <p:blipFill>
          <a:blip r:embed="rId3">
            <a:alphaModFix amt="50000"/>
          </a:blip>
          <a:srcRect/>
          <a:stretch/>
        </p:blipFill>
        <p:spPr>
          <a:xfrm>
            <a:off x="0" y="21640"/>
            <a:ext cx="12192000" cy="6858000"/>
          </a:xfrm>
          <a:prstGeom prst="rect">
            <a:avLst/>
          </a:prstGeom>
        </p:spPr>
      </p:pic>
      <p:sp>
        <p:nvSpPr>
          <p:cNvPr id="47" name="Title 2">
            <a:extLst>
              <a:ext uri="{FF2B5EF4-FFF2-40B4-BE49-F238E27FC236}">
                <a16:creationId xmlns:a16="http://schemas.microsoft.com/office/drawing/2014/main" id="{F4A4DB78-4158-E9DF-DB03-2DBF85B2FEC4}"/>
              </a:ext>
            </a:extLst>
          </p:cNvPr>
          <p:cNvSpPr>
            <a:spLocks noGrp="1"/>
          </p:cNvSpPr>
          <p:nvPr>
            <p:ph type="title" hasCustomPrompt="1"/>
          </p:nvPr>
        </p:nvSpPr>
        <p:spPr>
          <a:xfrm>
            <a:off x="339725" y="2401795"/>
            <a:ext cx="8575674" cy="2097690"/>
          </a:xfrm>
          <a:prstGeom prst="rect">
            <a:avLst/>
          </a:prstGeom>
        </p:spPr>
        <p:txBody>
          <a:bodyPr wrap="square" lIns="9144" rIns="0">
            <a:spAutoFit/>
          </a:bodyPr>
          <a:lstStyle>
            <a:lvl1pPr>
              <a:lnSpc>
                <a:spcPct val="85000"/>
              </a:lnSpc>
              <a:defRPr sz="7500" b="0" i="0" spc="-250">
                <a:solidFill>
                  <a:schemeClr val="bg1"/>
                </a:solidFill>
                <a:latin typeface="Arial" panose="020B0604020202020204" pitchFamily="34" charset="0"/>
                <a:cs typeface="Arial" panose="020B0604020202020204" pitchFamily="34" charset="0"/>
              </a:defRPr>
            </a:lvl1pPr>
          </a:lstStyle>
          <a:p>
            <a:pPr lvl="0"/>
            <a:r>
              <a:rPr lang="en-US" dirty="0"/>
              <a:t>Digital </a:t>
            </a:r>
            <a:br>
              <a:rPr lang="en-US" dirty="0"/>
            </a:br>
            <a:r>
              <a:rPr lang="en-US" dirty="0"/>
              <a:t>Campaigns</a:t>
            </a:r>
          </a:p>
        </p:txBody>
      </p:sp>
      <p:pic>
        <p:nvPicPr>
          <p:cNvPr id="49" name="Logo" descr="preencoded.png">
            <a:extLst>
              <a:ext uri="{FF2B5EF4-FFF2-40B4-BE49-F238E27FC236}">
                <a16:creationId xmlns:a16="http://schemas.microsoft.com/office/drawing/2014/main" id="{78EA91C3-11B6-12D0-336F-79203E70EFAA}"/>
              </a:ext>
            </a:extLst>
          </p:cNvPr>
          <p:cNvPicPr>
            <a:picLocks noChangeAspect="1"/>
          </p:cNvPicPr>
          <p:nvPr/>
        </p:nvPicPr>
        <p:blipFill>
          <a:blip>
            <a:extLst>
              <a:ext uri="{96DAC541-7B7A-43D3-8B79-37D633B846F1}">
                <asvg:svgBlip xmlns:asvg="http://schemas.microsoft.com/office/drawing/2016/SVG/main" r:embed="rId4"/>
              </a:ext>
            </a:extLst>
          </a:blip>
          <a:srcRect/>
          <a:stretch/>
        </p:blipFill>
        <p:spPr>
          <a:xfrm>
            <a:off x="10902950" y="419100"/>
            <a:ext cx="869950" cy="222250"/>
          </a:xfrm>
          <a:prstGeom prst="rect">
            <a:avLst/>
          </a:prstGeom>
        </p:spPr>
      </p:pic>
      <p:sp>
        <p:nvSpPr>
          <p:cNvPr id="50" name="Text Placeholder 14">
            <a:extLst>
              <a:ext uri="{FF2B5EF4-FFF2-40B4-BE49-F238E27FC236}">
                <a16:creationId xmlns:a16="http://schemas.microsoft.com/office/drawing/2014/main" id="{00D627A0-30FA-A34F-7E8C-E42A1E8E88A6}"/>
              </a:ext>
            </a:extLst>
          </p:cNvPr>
          <p:cNvSpPr>
            <a:spLocks noGrp="1"/>
          </p:cNvSpPr>
          <p:nvPr>
            <p:ph type="body" sz="quarter" idx="13" hasCustomPrompt="1"/>
          </p:nvPr>
        </p:nvSpPr>
        <p:spPr>
          <a:xfrm>
            <a:off x="339725" y="333800"/>
            <a:ext cx="2860675" cy="307777"/>
          </a:xfrm>
          <a:prstGeom prst="rect">
            <a:avLst/>
          </a:prstGeom>
        </p:spPr>
        <p:txBody>
          <a:bodyPr wrap="square" lIns="82296" rIns="0">
            <a:spAutoFit/>
          </a:bodyPr>
          <a:lstStyle>
            <a:lvl1pPr>
              <a:lnSpc>
                <a:spcPct val="100000"/>
              </a:lnSpc>
              <a:buNone/>
              <a:defRPr sz="1400" b="1" i="0" spc="-30">
                <a:solidFill>
                  <a:schemeClr val="bg1"/>
                </a:solidFill>
                <a:latin typeface="Arial" panose="020B0604020202020204" pitchFamily="34" charset="0"/>
                <a:cs typeface="Arial" panose="020B0604020202020204" pitchFamily="34" charset="0"/>
              </a:defRPr>
            </a:lvl1pPr>
          </a:lstStyle>
          <a:p>
            <a:pPr lvl="0"/>
            <a:r>
              <a:rPr lang="en-US" b="1" dirty="0"/>
              <a:t>Section Header</a:t>
            </a:r>
          </a:p>
        </p:txBody>
      </p:sp>
      <p:sp>
        <p:nvSpPr>
          <p:cNvPr id="5" name="2026 Western Digital Corporation All rights reserved">
            <a:extLst>
              <a:ext uri="{FF2B5EF4-FFF2-40B4-BE49-F238E27FC236}">
                <a16:creationId xmlns:a16="http://schemas.microsoft.com/office/drawing/2014/main" id="{6D8E48EE-FF4E-C7B4-43D5-60E5BCEA561E}"/>
              </a:ext>
            </a:extLst>
          </p:cNvPr>
          <p:cNvSpPr/>
          <p:nvPr/>
        </p:nvSpPr>
        <p:spPr>
          <a:xfrm>
            <a:off x="419100" y="6638989"/>
            <a:ext cx="2794000" cy="92589"/>
          </a:xfrm>
          <a:prstGeom prst="rect">
            <a:avLst/>
          </a:prstGeom>
          <a:noFill/>
          <a:ln/>
        </p:spPr>
        <p:txBody>
          <a:bodyPr wrap="square" lIns="0" tIns="0" rIns="0" bIns="0" rtlCol="0" anchor="t">
            <a:spAutoFit/>
          </a:bodyPr>
          <a:lstStyle/>
          <a:p>
            <a:pPr>
              <a:lnSpc>
                <a:spcPct val="75000"/>
              </a:lnSpc>
            </a:pPr>
            <a:r>
              <a:rPr lang="en-US" sz="800" b="0" i="0" dirty="0">
                <a:solidFill>
                  <a:schemeClr val="bg1"/>
                </a:solidFill>
                <a:latin typeface="Arial" panose="020B0604020202020204" pitchFamily="34" charset="0"/>
                <a:ea typeface="Arial" pitchFamily="34" charset="-122"/>
                <a:cs typeface="Arial" panose="020B0604020202020204" pitchFamily="34" charset="0"/>
              </a:rPr>
              <a:t>©  2026 Western Digital Corporation. All rights reserved.</a:t>
            </a:r>
            <a:endParaRPr lang="en-US" sz="800" b="0" i="0" dirty="0">
              <a:solidFill>
                <a:schemeClr val="bg1"/>
              </a:solidFill>
              <a:latin typeface="Arial" panose="020B0604020202020204" pitchFamily="34" charset="0"/>
              <a:cs typeface="Arial" panose="020B0604020202020204" pitchFamily="34" charset="0"/>
            </a:endParaRPr>
          </a:p>
        </p:txBody>
      </p:sp>
      <p:sp>
        <p:nvSpPr>
          <p:cNvPr id="6" name="Slide Number Placeholder 1">
            <a:extLst>
              <a:ext uri="{FF2B5EF4-FFF2-40B4-BE49-F238E27FC236}">
                <a16:creationId xmlns:a16="http://schemas.microsoft.com/office/drawing/2014/main" id="{7099DFAC-E659-27B5-C5E0-9880EB7B6710}"/>
              </a:ext>
            </a:extLst>
          </p:cNvPr>
          <p:cNvSpPr>
            <a:spLocks noGrp="1"/>
          </p:cNvSpPr>
          <p:nvPr>
            <p:ph type="sldNum" sz="quarter" idx="4"/>
          </p:nvPr>
        </p:nvSpPr>
        <p:spPr>
          <a:xfrm>
            <a:off x="11215668" y="6562157"/>
            <a:ext cx="658832" cy="215444"/>
          </a:xfrm>
          <a:prstGeom prst="rect">
            <a:avLst/>
          </a:prstGeom>
        </p:spPr>
        <p:txBody>
          <a:bodyPr vert="horz" lIns="91440" tIns="45720" rIns="0" bIns="45720" rtlCol="0" anchor="ctr">
            <a:spAutoFit/>
          </a:bodyPr>
          <a:lstStyle>
            <a:lvl1pPr algn="r">
              <a:defRPr sz="800" b="0" i="0">
                <a:solidFill>
                  <a:schemeClr val="bg1"/>
                </a:solidFill>
                <a:latin typeface="Arial" panose="020B0604020202020204" pitchFamily="34" charset="0"/>
                <a:cs typeface="Arial" panose="020B0604020202020204" pitchFamily="34" charset="0"/>
              </a:defRPr>
            </a:lvl1pPr>
          </a:lstStyle>
          <a:p>
            <a:fld id="{B06B19F4-CF25-446C-B362-D8BB27BE9D9B}" type="slidenum">
              <a:rPr lang="en-US" smtClean="0"/>
              <a:t>‹#›</a:t>
            </a:fld>
            <a:endParaRPr lang="en-US"/>
          </a:p>
        </p:txBody>
      </p:sp>
      <p:sp>
        <p:nvSpPr>
          <p:cNvPr id="7" name="WD Confidential">
            <a:extLst>
              <a:ext uri="{FF2B5EF4-FFF2-40B4-BE49-F238E27FC236}">
                <a16:creationId xmlns:a16="http://schemas.microsoft.com/office/drawing/2014/main" id="{67FD7E3D-698C-FAF6-DC44-1696CB6F75FC}"/>
              </a:ext>
            </a:extLst>
          </p:cNvPr>
          <p:cNvSpPr/>
          <p:nvPr/>
        </p:nvSpPr>
        <p:spPr>
          <a:xfrm>
            <a:off x="8991600" y="6638990"/>
            <a:ext cx="1244600" cy="92589"/>
          </a:xfrm>
          <a:prstGeom prst="rect">
            <a:avLst/>
          </a:prstGeom>
          <a:noFill/>
          <a:ln/>
        </p:spPr>
        <p:txBody>
          <a:bodyPr wrap="square" lIns="0" tIns="0" rIns="0" bIns="0" rtlCol="0" anchor="t">
            <a:spAutoFit/>
          </a:bodyPr>
          <a:lstStyle/>
          <a:p>
            <a:pPr>
              <a:lnSpc>
                <a:spcPct val="75000"/>
              </a:lnSpc>
            </a:pPr>
            <a:r>
              <a:rPr lang="en-US" sz="800" b="0" i="0" dirty="0">
                <a:solidFill>
                  <a:schemeClr val="bg1"/>
                </a:solidFill>
                <a:latin typeface="Arial" panose="020B0604020202020204" pitchFamily="34" charset="0"/>
                <a:ea typeface="Arial" pitchFamily="34" charset="-122"/>
                <a:cs typeface="Arial" panose="020B0604020202020204" pitchFamily="34" charset="0"/>
              </a:rPr>
              <a:t>WD CONFIDENTIAL</a:t>
            </a:r>
            <a:endParaRPr lang="en-US" sz="800" b="0" i="0" dirty="0">
              <a:solidFill>
                <a:schemeClr val="bg1"/>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44002909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2.xml><?xml version="1.0" encoding="utf-8"?>
<p:sldLayout xmlns:a="http://schemas.openxmlformats.org/drawingml/2006/main" xmlns:r="http://schemas.openxmlformats.org/officeDocument/2006/relationships" xmlns:p="http://schemas.openxmlformats.org/presentationml/2006/main" preserve="1">
  <p:cSld name="1_Chapter 4">
    <p:spTree>
      <p:nvGrpSpPr>
        <p:cNvPr id="1" name=""/>
        <p:cNvGrpSpPr/>
        <p:nvPr/>
      </p:nvGrpSpPr>
      <p:grpSpPr>
        <a:xfrm>
          <a:off x="0" y="0"/>
          <a:ext cx="0" cy="0"/>
          <a:chOff x="0" y="0"/>
          <a:chExt cx="0" cy="0"/>
        </a:xfrm>
      </p:grpSpPr>
      <p:pic>
        <p:nvPicPr>
          <p:cNvPr id="43" name="Picture 42">
            <a:extLst>
              <a:ext uri="{FF2B5EF4-FFF2-40B4-BE49-F238E27FC236}">
                <a16:creationId xmlns:a16="http://schemas.microsoft.com/office/drawing/2014/main" id="{7C55D363-7694-CD53-29C0-725701C95BD5}"/>
              </a:ext>
            </a:extLst>
          </p:cNvPr>
          <p:cNvPicPr>
            <a:picLocks noChangeAspect="1"/>
          </p:cNvPicPr>
          <p:nvPr/>
        </p:nvPicPr>
        <p:blipFill>
          <a:blip r:embed="rId2"/>
          <a:srcRect/>
          <a:stretch/>
        </p:blipFill>
        <p:spPr>
          <a:xfrm>
            <a:off x="1" y="0"/>
            <a:ext cx="12192000" cy="6858000"/>
          </a:xfrm>
          <a:prstGeom prst="rect">
            <a:avLst/>
          </a:prstGeom>
        </p:spPr>
      </p:pic>
      <p:pic>
        <p:nvPicPr>
          <p:cNvPr id="44" name="Rectangle" descr="preencoded.png">
            <a:extLst>
              <a:ext uri="{FF2B5EF4-FFF2-40B4-BE49-F238E27FC236}">
                <a16:creationId xmlns:a16="http://schemas.microsoft.com/office/drawing/2014/main" id="{93A76456-5A83-44A5-396E-9B6B07335C82}"/>
              </a:ext>
            </a:extLst>
          </p:cNvPr>
          <p:cNvPicPr>
            <a:picLocks noChangeAspect="1"/>
          </p:cNvPicPr>
          <p:nvPr/>
        </p:nvPicPr>
        <p:blipFill>
          <a:blip r:embed="rId3">
            <a:alphaModFix amt="50000"/>
          </a:blip>
          <a:srcRect/>
          <a:stretch/>
        </p:blipFill>
        <p:spPr>
          <a:xfrm>
            <a:off x="-1" y="21640"/>
            <a:ext cx="12192000" cy="6858000"/>
          </a:xfrm>
          <a:prstGeom prst="rect">
            <a:avLst/>
          </a:prstGeom>
        </p:spPr>
      </p:pic>
      <p:sp>
        <p:nvSpPr>
          <p:cNvPr id="47" name="Title 2">
            <a:extLst>
              <a:ext uri="{FF2B5EF4-FFF2-40B4-BE49-F238E27FC236}">
                <a16:creationId xmlns:a16="http://schemas.microsoft.com/office/drawing/2014/main" id="{F4A4DB78-4158-E9DF-DB03-2DBF85B2FEC4}"/>
              </a:ext>
            </a:extLst>
          </p:cNvPr>
          <p:cNvSpPr>
            <a:spLocks noGrp="1"/>
          </p:cNvSpPr>
          <p:nvPr>
            <p:ph type="title" hasCustomPrompt="1"/>
          </p:nvPr>
        </p:nvSpPr>
        <p:spPr>
          <a:xfrm>
            <a:off x="339725" y="2401795"/>
            <a:ext cx="8575674" cy="2097690"/>
          </a:xfrm>
          <a:prstGeom prst="rect">
            <a:avLst/>
          </a:prstGeom>
        </p:spPr>
        <p:txBody>
          <a:bodyPr wrap="square" lIns="9144" rIns="0">
            <a:spAutoFit/>
          </a:bodyPr>
          <a:lstStyle>
            <a:lvl1pPr>
              <a:lnSpc>
                <a:spcPct val="85000"/>
              </a:lnSpc>
              <a:defRPr sz="7500" b="0" i="0" spc="-250">
                <a:solidFill>
                  <a:schemeClr val="bg1"/>
                </a:solidFill>
                <a:latin typeface="Arial" panose="020B0604020202020204" pitchFamily="34" charset="0"/>
                <a:cs typeface="Arial" panose="020B0604020202020204" pitchFamily="34" charset="0"/>
              </a:defRPr>
            </a:lvl1pPr>
          </a:lstStyle>
          <a:p>
            <a:pPr lvl="0"/>
            <a:r>
              <a:rPr lang="en-US" dirty="0"/>
              <a:t>Digital </a:t>
            </a:r>
            <a:br>
              <a:rPr lang="en-US" dirty="0"/>
            </a:br>
            <a:r>
              <a:rPr lang="en-US" dirty="0"/>
              <a:t>Campaigns</a:t>
            </a:r>
          </a:p>
        </p:txBody>
      </p:sp>
      <p:pic>
        <p:nvPicPr>
          <p:cNvPr id="49" name="Logo" descr="preencoded.png">
            <a:extLst>
              <a:ext uri="{FF2B5EF4-FFF2-40B4-BE49-F238E27FC236}">
                <a16:creationId xmlns:a16="http://schemas.microsoft.com/office/drawing/2014/main" id="{78EA91C3-11B6-12D0-336F-79203E70EFAA}"/>
              </a:ext>
            </a:extLst>
          </p:cNvPr>
          <p:cNvPicPr>
            <a:picLocks noChangeAspect="1"/>
          </p:cNvPicPr>
          <p:nvPr/>
        </p:nvPicPr>
        <p:blipFill>
          <a:blip>
            <a:extLst>
              <a:ext uri="{96DAC541-7B7A-43D3-8B79-37D633B846F1}">
                <asvg:svgBlip xmlns:asvg="http://schemas.microsoft.com/office/drawing/2016/SVG/main" r:embed="rId4"/>
              </a:ext>
            </a:extLst>
          </a:blip>
          <a:srcRect/>
          <a:stretch/>
        </p:blipFill>
        <p:spPr>
          <a:xfrm>
            <a:off x="10902950" y="419100"/>
            <a:ext cx="869950" cy="222250"/>
          </a:xfrm>
          <a:prstGeom prst="rect">
            <a:avLst/>
          </a:prstGeom>
        </p:spPr>
      </p:pic>
      <p:sp>
        <p:nvSpPr>
          <p:cNvPr id="50" name="Text Placeholder 14">
            <a:extLst>
              <a:ext uri="{FF2B5EF4-FFF2-40B4-BE49-F238E27FC236}">
                <a16:creationId xmlns:a16="http://schemas.microsoft.com/office/drawing/2014/main" id="{00D627A0-30FA-A34F-7E8C-E42A1E8E88A6}"/>
              </a:ext>
            </a:extLst>
          </p:cNvPr>
          <p:cNvSpPr>
            <a:spLocks noGrp="1"/>
          </p:cNvSpPr>
          <p:nvPr>
            <p:ph type="body" sz="quarter" idx="13" hasCustomPrompt="1"/>
          </p:nvPr>
        </p:nvSpPr>
        <p:spPr>
          <a:xfrm>
            <a:off x="339725" y="333800"/>
            <a:ext cx="2860675" cy="307777"/>
          </a:xfrm>
          <a:prstGeom prst="rect">
            <a:avLst/>
          </a:prstGeom>
        </p:spPr>
        <p:txBody>
          <a:bodyPr wrap="square" lIns="82296" rIns="0">
            <a:spAutoFit/>
          </a:bodyPr>
          <a:lstStyle>
            <a:lvl1pPr>
              <a:lnSpc>
                <a:spcPct val="100000"/>
              </a:lnSpc>
              <a:buNone/>
              <a:defRPr sz="1400" b="1" i="0" spc="-30">
                <a:solidFill>
                  <a:schemeClr val="bg1"/>
                </a:solidFill>
                <a:latin typeface="Arial" panose="020B0604020202020204" pitchFamily="34" charset="0"/>
                <a:cs typeface="Arial" panose="020B0604020202020204" pitchFamily="34" charset="0"/>
              </a:defRPr>
            </a:lvl1pPr>
          </a:lstStyle>
          <a:p>
            <a:pPr lvl="0"/>
            <a:r>
              <a:rPr lang="en-US" b="1" dirty="0"/>
              <a:t>Section Header</a:t>
            </a:r>
          </a:p>
        </p:txBody>
      </p:sp>
      <p:sp>
        <p:nvSpPr>
          <p:cNvPr id="5" name="2026 Western Digital Corporation All rights reserved">
            <a:extLst>
              <a:ext uri="{FF2B5EF4-FFF2-40B4-BE49-F238E27FC236}">
                <a16:creationId xmlns:a16="http://schemas.microsoft.com/office/drawing/2014/main" id="{8638099B-E3D3-6B61-8A6B-303CA6565DEC}"/>
              </a:ext>
            </a:extLst>
          </p:cNvPr>
          <p:cNvSpPr/>
          <p:nvPr/>
        </p:nvSpPr>
        <p:spPr>
          <a:xfrm>
            <a:off x="419100" y="6638989"/>
            <a:ext cx="2794000" cy="92589"/>
          </a:xfrm>
          <a:prstGeom prst="rect">
            <a:avLst/>
          </a:prstGeom>
          <a:noFill/>
          <a:ln/>
        </p:spPr>
        <p:txBody>
          <a:bodyPr wrap="square" lIns="0" tIns="0" rIns="0" bIns="0" rtlCol="0" anchor="t">
            <a:spAutoFit/>
          </a:bodyPr>
          <a:lstStyle/>
          <a:p>
            <a:pPr>
              <a:lnSpc>
                <a:spcPct val="75000"/>
              </a:lnSpc>
            </a:pPr>
            <a:r>
              <a:rPr lang="en-US" sz="800" b="0" i="0" dirty="0">
                <a:solidFill>
                  <a:schemeClr val="bg1"/>
                </a:solidFill>
                <a:latin typeface="Arial" panose="020B0604020202020204" pitchFamily="34" charset="0"/>
                <a:ea typeface="Arial" pitchFamily="34" charset="-122"/>
                <a:cs typeface="Arial" panose="020B0604020202020204" pitchFamily="34" charset="0"/>
              </a:rPr>
              <a:t>©  2026 Western Digital Corporation. All rights reserved.</a:t>
            </a:r>
            <a:endParaRPr lang="en-US" sz="800" b="0" i="0" dirty="0">
              <a:solidFill>
                <a:schemeClr val="bg1"/>
              </a:solidFill>
              <a:latin typeface="Arial" panose="020B0604020202020204" pitchFamily="34" charset="0"/>
              <a:cs typeface="Arial" panose="020B0604020202020204" pitchFamily="34" charset="0"/>
            </a:endParaRPr>
          </a:p>
        </p:txBody>
      </p:sp>
      <p:sp>
        <p:nvSpPr>
          <p:cNvPr id="6" name="Slide Number Placeholder 1">
            <a:extLst>
              <a:ext uri="{FF2B5EF4-FFF2-40B4-BE49-F238E27FC236}">
                <a16:creationId xmlns:a16="http://schemas.microsoft.com/office/drawing/2014/main" id="{EEF99012-CB8C-2F7F-43FE-C70F0E28E3E1}"/>
              </a:ext>
            </a:extLst>
          </p:cNvPr>
          <p:cNvSpPr>
            <a:spLocks noGrp="1"/>
          </p:cNvSpPr>
          <p:nvPr>
            <p:ph type="sldNum" sz="quarter" idx="4"/>
          </p:nvPr>
        </p:nvSpPr>
        <p:spPr>
          <a:xfrm>
            <a:off x="11215668" y="6562157"/>
            <a:ext cx="658832" cy="215444"/>
          </a:xfrm>
          <a:prstGeom prst="rect">
            <a:avLst/>
          </a:prstGeom>
        </p:spPr>
        <p:txBody>
          <a:bodyPr vert="horz" lIns="91440" tIns="45720" rIns="0" bIns="45720" rtlCol="0" anchor="ctr">
            <a:spAutoFit/>
          </a:bodyPr>
          <a:lstStyle>
            <a:lvl1pPr algn="r">
              <a:defRPr sz="800" b="0" i="0">
                <a:solidFill>
                  <a:schemeClr val="bg1"/>
                </a:solidFill>
                <a:latin typeface="Arial" panose="020B0604020202020204" pitchFamily="34" charset="0"/>
                <a:cs typeface="Arial" panose="020B0604020202020204" pitchFamily="34" charset="0"/>
              </a:defRPr>
            </a:lvl1pPr>
          </a:lstStyle>
          <a:p>
            <a:fld id="{B06B19F4-CF25-446C-B362-D8BB27BE9D9B}" type="slidenum">
              <a:rPr lang="en-US" smtClean="0"/>
              <a:t>‹#›</a:t>
            </a:fld>
            <a:endParaRPr lang="en-US"/>
          </a:p>
        </p:txBody>
      </p:sp>
      <p:sp>
        <p:nvSpPr>
          <p:cNvPr id="7" name="WD Confidential">
            <a:extLst>
              <a:ext uri="{FF2B5EF4-FFF2-40B4-BE49-F238E27FC236}">
                <a16:creationId xmlns:a16="http://schemas.microsoft.com/office/drawing/2014/main" id="{8ACCF60D-6F0F-F771-317A-2FB85FFF752A}"/>
              </a:ext>
            </a:extLst>
          </p:cNvPr>
          <p:cNvSpPr/>
          <p:nvPr/>
        </p:nvSpPr>
        <p:spPr>
          <a:xfrm>
            <a:off x="8991600" y="6638990"/>
            <a:ext cx="1244600" cy="92589"/>
          </a:xfrm>
          <a:prstGeom prst="rect">
            <a:avLst/>
          </a:prstGeom>
          <a:noFill/>
          <a:ln/>
        </p:spPr>
        <p:txBody>
          <a:bodyPr wrap="square" lIns="0" tIns="0" rIns="0" bIns="0" rtlCol="0" anchor="t">
            <a:spAutoFit/>
          </a:bodyPr>
          <a:lstStyle/>
          <a:p>
            <a:pPr>
              <a:lnSpc>
                <a:spcPct val="75000"/>
              </a:lnSpc>
            </a:pPr>
            <a:r>
              <a:rPr lang="en-US" sz="800" b="0" i="0" dirty="0">
                <a:solidFill>
                  <a:schemeClr val="bg1"/>
                </a:solidFill>
                <a:latin typeface="Arial" panose="020B0604020202020204" pitchFamily="34" charset="0"/>
                <a:ea typeface="Arial" pitchFamily="34" charset="-122"/>
                <a:cs typeface="Arial" panose="020B0604020202020204" pitchFamily="34" charset="0"/>
              </a:rPr>
              <a:t>WD CONFIDENTIAL</a:t>
            </a:r>
            <a:endParaRPr lang="en-US" sz="800" b="0" i="0" dirty="0">
              <a:solidFill>
                <a:schemeClr val="bg1"/>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35789356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3.xml><?xml version="1.0" encoding="utf-8"?>
<p:sldLayout xmlns:a="http://schemas.openxmlformats.org/drawingml/2006/main" xmlns:r="http://schemas.openxmlformats.org/officeDocument/2006/relationships" xmlns:p="http://schemas.openxmlformats.org/presentationml/2006/main" preserve="1">
  <p:cSld name="1_Quote Gradient">
    <p:spTree>
      <p:nvGrpSpPr>
        <p:cNvPr id="1" name=""/>
        <p:cNvGrpSpPr/>
        <p:nvPr/>
      </p:nvGrpSpPr>
      <p:grpSpPr>
        <a:xfrm>
          <a:off x="0" y="0"/>
          <a:ext cx="0" cy="0"/>
          <a:chOff x="0" y="0"/>
          <a:chExt cx="0" cy="0"/>
        </a:xfrm>
      </p:grpSpPr>
      <p:pic>
        <p:nvPicPr>
          <p:cNvPr id="8" name="Graphic 7">
            <a:extLst>
              <a:ext uri="{FF2B5EF4-FFF2-40B4-BE49-F238E27FC236}">
                <a16:creationId xmlns:a16="http://schemas.microsoft.com/office/drawing/2014/main" id="{B5245493-1A64-E190-69B8-E76153C231B5}"/>
              </a:ext>
            </a:extLst>
          </p:cNvPr>
          <p:cNvPicPr>
            <a:picLocks noChangeAspect="1"/>
          </p:cNvPicPr>
          <p:nvPr/>
        </p:nvPicPr>
        <p:blipFill>
          <a:blip>
            <a:extLst>
              <a:ext uri="{96DAC541-7B7A-43D3-8B79-37D633B846F1}">
                <asvg:svgBlip xmlns:asvg="http://schemas.microsoft.com/office/drawing/2016/SVG/main" r:embed="rId2"/>
              </a:ext>
            </a:extLst>
          </a:blip>
          <a:srcRect t="7770" b="7770"/>
          <a:stretch>
            <a:fillRect/>
          </a:stretch>
        </p:blipFill>
        <p:spPr>
          <a:xfrm>
            <a:off x="0" y="0"/>
            <a:ext cx="12192000" cy="6858000"/>
          </a:xfrm>
          <a:prstGeom prst="rect">
            <a:avLst/>
          </a:prstGeom>
        </p:spPr>
      </p:pic>
      <p:sp>
        <p:nvSpPr>
          <p:cNvPr id="3" name="Text Placeholder 14">
            <a:extLst>
              <a:ext uri="{FF2B5EF4-FFF2-40B4-BE49-F238E27FC236}">
                <a16:creationId xmlns:a16="http://schemas.microsoft.com/office/drawing/2014/main" id="{84968157-8C77-7C15-F9B5-A4CC28683439}"/>
              </a:ext>
            </a:extLst>
          </p:cNvPr>
          <p:cNvSpPr>
            <a:spLocks noGrp="1"/>
          </p:cNvSpPr>
          <p:nvPr>
            <p:ph type="body" sz="quarter" idx="11" hasCustomPrompt="1"/>
          </p:nvPr>
        </p:nvSpPr>
        <p:spPr>
          <a:xfrm>
            <a:off x="339725" y="5305900"/>
            <a:ext cx="7623175" cy="461665"/>
          </a:xfrm>
          <a:prstGeom prst="rect">
            <a:avLst/>
          </a:prstGeom>
        </p:spPr>
        <p:txBody>
          <a:bodyPr wrap="square" lIns="64008" rIns="0">
            <a:spAutoFit/>
          </a:bodyPr>
          <a:lstStyle>
            <a:lvl1pPr>
              <a:lnSpc>
                <a:spcPct val="100000"/>
              </a:lnSpc>
              <a:buNone/>
              <a:defRPr sz="2400" b="1" i="0" spc="-80">
                <a:solidFill>
                  <a:schemeClr val="bg1"/>
                </a:solidFill>
                <a:latin typeface="Arial" panose="020B0604020202020204" pitchFamily="34" charset="0"/>
                <a:cs typeface="Arial" panose="020B0604020202020204" pitchFamily="34" charset="0"/>
              </a:defRPr>
            </a:lvl1pPr>
          </a:lstStyle>
          <a:p>
            <a:pPr lvl="0"/>
            <a:r>
              <a:rPr lang="en-US" dirty="0"/>
              <a:t>FirstName LastName</a:t>
            </a:r>
          </a:p>
        </p:txBody>
      </p:sp>
      <p:sp>
        <p:nvSpPr>
          <p:cNvPr id="4" name="Text Placeholder 14">
            <a:extLst>
              <a:ext uri="{FF2B5EF4-FFF2-40B4-BE49-F238E27FC236}">
                <a16:creationId xmlns:a16="http://schemas.microsoft.com/office/drawing/2014/main" id="{6852C012-816F-EC03-EDBA-71402F036E59}"/>
              </a:ext>
            </a:extLst>
          </p:cNvPr>
          <p:cNvSpPr>
            <a:spLocks noGrp="1"/>
          </p:cNvSpPr>
          <p:nvPr>
            <p:ph type="body" sz="quarter" idx="12" hasCustomPrompt="1"/>
          </p:nvPr>
        </p:nvSpPr>
        <p:spPr>
          <a:xfrm>
            <a:off x="339726" y="5824740"/>
            <a:ext cx="7641272" cy="307777"/>
          </a:xfrm>
          <a:prstGeom prst="rect">
            <a:avLst/>
          </a:prstGeom>
        </p:spPr>
        <p:txBody>
          <a:bodyPr wrap="square" lIns="82296" rIns="0">
            <a:spAutoFit/>
          </a:bodyPr>
          <a:lstStyle>
            <a:lvl1pPr>
              <a:lnSpc>
                <a:spcPct val="100000"/>
              </a:lnSpc>
              <a:buNone/>
              <a:defRPr sz="1400" b="0" i="0" spc="-30">
                <a:solidFill>
                  <a:schemeClr val="bg1"/>
                </a:solidFill>
                <a:latin typeface="Arial" panose="020B0604020202020204" pitchFamily="34" charset="0"/>
                <a:cs typeface="Arial" panose="020B0604020202020204" pitchFamily="34" charset="0"/>
              </a:defRPr>
            </a:lvl1pPr>
          </a:lstStyle>
          <a:p>
            <a:pPr lvl="0"/>
            <a:r>
              <a:rPr lang="en-US" dirty="0"/>
              <a:t>Title goes here</a:t>
            </a:r>
          </a:p>
        </p:txBody>
      </p:sp>
      <p:sp>
        <p:nvSpPr>
          <p:cNvPr id="5" name="Text Placeholder 14">
            <a:extLst>
              <a:ext uri="{FF2B5EF4-FFF2-40B4-BE49-F238E27FC236}">
                <a16:creationId xmlns:a16="http://schemas.microsoft.com/office/drawing/2014/main" id="{340C4934-5AC0-53B7-44F3-9390018CF5C7}"/>
              </a:ext>
            </a:extLst>
          </p:cNvPr>
          <p:cNvSpPr>
            <a:spLocks noGrp="1"/>
          </p:cNvSpPr>
          <p:nvPr>
            <p:ph type="body" sz="quarter" idx="13" hasCustomPrompt="1"/>
          </p:nvPr>
        </p:nvSpPr>
        <p:spPr>
          <a:xfrm>
            <a:off x="339725" y="333800"/>
            <a:ext cx="2860675" cy="307777"/>
          </a:xfrm>
          <a:prstGeom prst="rect">
            <a:avLst/>
          </a:prstGeom>
        </p:spPr>
        <p:txBody>
          <a:bodyPr wrap="square" lIns="82296" rIns="0">
            <a:spAutoFit/>
          </a:bodyPr>
          <a:lstStyle>
            <a:lvl1pPr>
              <a:lnSpc>
                <a:spcPct val="100000"/>
              </a:lnSpc>
              <a:buNone/>
              <a:defRPr sz="1400" b="1" i="0" spc="-30">
                <a:solidFill>
                  <a:schemeClr val="bg1"/>
                </a:solidFill>
                <a:latin typeface="Arial" panose="020B0604020202020204" pitchFamily="34" charset="0"/>
                <a:cs typeface="Arial" panose="020B0604020202020204" pitchFamily="34" charset="0"/>
              </a:defRPr>
            </a:lvl1pPr>
          </a:lstStyle>
          <a:p>
            <a:pPr lvl="0"/>
            <a:r>
              <a:rPr lang="en-US" b="1" dirty="0"/>
              <a:t>Section Header</a:t>
            </a:r>
          </a:p>
        </p:txBody>
      </p:sp>
      <p:sp>
        <p:nvSpPr>
          <p:cNvPr id="7" name="Text Placeholder 11">
            <a:extLst>
              <a:ext uri="{FF2B5EF4-FFF2-40B4-BE49-F238E27FC236}">
                <a16:creationId xmlns:a16="http://schemas.microsoft.com/office/drawing/2014/main" id="{7186C779-C1CA-D8EE-397A-BC47222544D9}"/>
              </a:ext>
            </a:extLst>
          </p:cNvPr>
          <p:cNvSpPr>
            <a:spLocks noGrp="1"/>
          </p:cNvSpPr>
          <p:nvPr>
            <p:ph type="body" sz="quarter" idx="14" hasCustomPrompt="1"/>
          </p:nvPr>
        </p:nvSpPr>
        <p:spPr>
          <a:xfrm>
            <a:off x="339725" y="1623008"/>
            <a:ext cx="9528175" cy="2920030"/>
          </a:xfrm>
          <a:prstGeom prst="rect">
            <a:avLst/>
          </a:prstGeom>
        </p:spPr>
        <p:txBody>
          <a:bodyPr wrap="square" lIns="27432" rIns="0">
            <a:spAutoFit/>
          </a:bodyPr>
          <a:lstStyle>
            <a:lvl1pPr marL="0" indent="0">
              <a:lnSpc>
                <a:spcPct val="75000"/>
              </a:lnSpc>
              <a:buNone/>
              <a:tabLst/>
              <a:defRPr sz="6000" b="0" i="0" spc="-170">
                <a:solidFill>
                  <a:schemeClr val="bg1"/>
                </a:solidFill>
                <a:latin typeface="Arial" panose="020B0604020202020204" pitchFamily="34" charset="0"/>
                <a:cs typeface="Arial" panose="020B0604020202020204" pitchFamily="34" charset="0"/>
              </a:defRPr>
            </a:lvl1pPr>
            <a:lvl2pPr marL="12700" indent="0">
              <a:buNone/>
              <a:tabLst/>
              <a:defRPr/>
            </a:lvl2pPr>
          </a:lstStyle>
          <a:p>
            <a:pPr lvl="0"/>
            <a:r>
              <a:rPr lang="en-US" dirty="0"/>
              <a:t>“</a:t>
            </a:r>
            <a:r>
              <a:rPr lang="en-US" dirty="0" err="1"/>
              <a:t>Neque</a:t>
            </a:r>
            <a:r>
              <a:rPr lang="en-US" dirty="0"/>
              <a:t> porro </a:t>
            </a:r>
            <a:r>
              <a:rPr lang="en-US" dirty="0" err="1"/>
              <a:t>quisquam</a:t>
            </a:r>
            <a:r>
              <a:rPr lang="en-US" dirty="0"/>
              <a:t>  lest, qui </a:t>
            </a:r>
            <a:r>
              <a:rPr lang="en-US" dirty="0" err="1"/>
              <a:t>dolorem</a:t>
            </a:r>
            <a:r>
              <a:rPr lang="en-US" dirty="0"/>
              <a:t> ipsum quia dolor sit </a:t>
            </a:r>
            <a:r>
              <a:rPr lang="en-US" dirty="0" err="1"/>
              <a:t>amet</a:t>
            </a:r>
            <a:r>
              <a:rPr lang="en-US" dirty="0"/>
              <a:t>, porro </a:t>
            </a:r>
            <a:r>
              <a:rPr lang="en-US" dirty="0" err="1"/>
              <a:t>quisquam</a:t>
            </a:r>
            <a:r>
              <a:rPr lang="en-US" dirty="0"/>
              <a:t> </a:t>
            </a:r>
            <a:r>
              <a:rPr lang="en-US" dirty="0" err="1"/>
              <a:t>consectetur</a:t>
            </a:r>
            <a:r>
              <a:rPr lang="en-US" dirty="0"/>
              <a:t>.”</a:t>
            </a:r>
          </a:p>
        </p:txBody>
      </p:sp>
      <p:pic>
        <p:nvPicPr>
          <p:cNvPr id="9" name="Logo" descr="preencoded.png">
            <a:extLst>
              <a:ext uri="{FF2B5EF4-FFF2-40B4-BE49-F238E27FC236}">
                <a16:creationId xmlns:a16="http://schemas.microsoft.com/office/drawing/2014/main" id="{04C03AE5-8148-BDEF-B92D-5D12D598A042}"/>
              </a:ext>
            </a:extLst>
          </p:cNvPr>
          <p:cNvPicPr>
            <a:picLocks noChangeAspect="1"/>
          </p:cNvPicPr>
          <p:nvPr/>
        </p:nvPicPr>
        <p:blipFill>
          <a:blip>
            <a:extLst>
              <a:ext uri="{96DAC541-7B7A-43D3-8B79-37D633B846F1}">
                <asvg:svgBlip xmlns:asvg="http://schemas.microsoft.com/office/drawing/2016/SVG/main" r:embed="rId3"/>
              </a:ext>
            </a:extLst>
          </a:blip>
          <a:srcRect/>
          <a:stretch/>
        </p:blipFill>
        <p:spPr>
          <a:xfrm>
            <a:off x="10902950" y="419100"/>
            <a:ext cx="869950" cy="222250"/>
          </a:xfrm>
          <a:prstGeom prst="rect">
            <a:avLst/>
          </a:prstGeom>
        </p:spPr>
      </p:pic>
      <p:sp>
        <p:nvSpPr>
          <p:cNvPr id="6" name="2026 Western Digital Corporation All rights reserved">
            <a:extLst>
              <a:ext uri="{FF2B5EF4-FFF2-40B4-BE49-F238E27FC236}">
                <a16:creationId xmlns:a16="http://schemas.microsoft.com/office/drawing/2014/main" id="{F50FBA37-7A2D-7DD6-6C01-859714C8BC1D}"/>
              </a:ext>
            </a:extLst>
          </p:cNvPr>
          <p:cNvSpPr/>
          <p:nvPr/>
        </p:nvSpPr>
        <p:spPr>
          <a:xfrm>
            <a:off x="419100" y="6638989"/>
            <a:ext cx="2794000" cy="92589"/>
          </a:xfrm>
          <a:prstGeom prst="rect">
            <a:avLst/>
          </a:prstGeom>
          <a:noFill/>
          <a:ln/>
        </p:spPr>
        <p:txBody>
          <a:bodyPr wrap="square" lIns="0" tIns="0" rIns="0" bIns="0" rtlCol="0" anchor="t">
            <a:spAutoFit/>
          </a:bodyPr>
          <a:lstStyle/>
          <a:p>
            <a:pPr>
              <a:lnSpc>
                <a:spcPct val="75000"/>
              </a:lnSpc>
            </a:pPr>
            <a:r>
              <a:rPr lang="en-US" sz="800" b="0" i="0" dirty="0">
                <a:solidFill>
                  <a:schemeClr val="bg1"/>
                </a:solidFill>
                <a:latin typeface="Arial" panose="020B0604020202020204" pitchFamily="34" charset="0"/>
                <a:ea typeface="Arial" pitchFamily="34" charset="-122"/>
                <a:cs typeface="Arial" panose="020B0604020202020204" pitchFamily="34" charset="0"/>
              </a:rPr>
              <a:t>©  2026 Western Digital Corporation. All rights reserved.</a:t>
            </a:r>
            <a:endParaRPr lang="en-US" sz="800" b="0" i="0" dirty="0">
              <a:solidFill>
                <a:schemeClr val="bg1"/>
              </a:solidFill>
              <a:latin typeface="Arial" panose="020B0604020202020204" pitchFamily="34" charset="0"/>
              <a:cs typeface="Arial" panose="020B0604020202020204" pitchFamily="34" charset="0"/>
            </a:endParaRPr>
          </a:p>
        </p:txBody>
      </p:sp>
      <p:sp>
        <p:nvSpPr>
          <p:cNvPr id="10" name="Slide Number Placeholder 1">
            <a:extLst>
              <a:ext uri="{FF2B5EF4-FFF2-40B4-BE49-F238E27FC236}">
                <a16:creationId xmlns:a16="http://schemas.microsoft.com/office/drawing/2014/main" id="{14F2F370-3FC8-55F0-1609-A5AB3B82F68C}"/>
              </a:ext>
            </a:extLst>
          </p:cNvPr>
          <p:cNvSpPr>
            <a:spLocks noGrp="1"/>
          </p:cNvSpPr>
          <p:nvPr>
            <p:ph type="sldNum" sz="quarter" idx="4"/>
          </p:nvPr>
        </p:nvSpPr>
        <p:spPr>
          <a:xfrm>
            <a:off x="11215668" y="6562157"/>
            <a:ext cx="658832" cy="215444"/>
          </a:xfrm>
          <a:prstGeom prst="rect">
            <a:avLst/>
          </a:prstGeom>
        </p:spPr>
        <p:txBody>
          <a:bodyPr vert="horz" lIns="91440" tIns="45720" rIns="0" bIns="45720" rtlCol="0" anchor="ctr">
            <a:spAutoFit/>
          </a:bodyPr>
          <a:lstStyle>
            <a:lvl1pPr algn="r">
              <a:defRPr sz="800" b="0" i="0">
                <a:solidFill>
                  <a:schemeClr val="bg1"/>
                </a:solidFill>
                <a:latin typeface="Arial" panose="020B0604020202020204" pitchFamily="34" charset="0"/>
                <a:cs typeface="Arial" panose="020B0604020202020204" pitchFamily="34" charset="0"/>
              </a:defRPr>
            </a:lvl1pPr>
          </a:lstStyle>
          <a:p>
            <a:fld id="{B06B19F4-CF25-446C-B362-D8BB27BE9D9B}" type="slidenum">
              <a:rPr lang="en-US" smtClean="0"/>
              <a:t>‹#›</a:t>
            </a:fld>
            <a:endParaRPr lang="en-US"/>
          </a:p>
        </p:txBody>
      </p:sp>
      <p:sp>
        <p:nvSpPr>
          <p:cNvPr id="13" name="WD Confidential">
            <a:extLst>
              <a:ext uri="{FF2B5EF4-FFF2-40B4-BE49-F238E27FC236}">
                <a16:creationId xmlns:a16="http://schemas.microsoft.com/office/drawing/2014/main" id="{E025AB58-C3AC-1C01-4DA3-22703B37449B}"/>
              </a:ext>
            </a:extLst>
          </p:cNvPr>
          <p:cNvSpPr/>
          <p:nvPr/>
        </p:nvSpPr>
        <p:spPr>
          <a:xfrm>
            <a:off x="8991600" y="6638990"/>
            <a:ext cx="1244600" cy="92589"/>
          </a:xfrm>
          <a:prstGeom prst="rect">
            <a:avLst/>
          </a:prstGeom>
          <a:noFill/>
          <a:ln/>
        </p:spPr>
        <p:txBody>
          <a:bodyPr wrap="square" lIns="0" tIns="0" rIns="0" bIns="0" rtlCol="0" anchor="t">
            <a:spAutoFit/>
          </a:bodyPr>
          <a:lstStyle/>
          <a:p>
            <a:pPr>
              <a:lnSpc>
                <a:spcPct val="75000"/>
              </a:lnSpc>
            </a:pPr>
            <a:r>
              <a:rPr lang="en-US" sz="800" b="0" i="0" dirty="0">
                <a:solidFill>
                  <a:schemeClr val="bg1"/>
                </a:solidFill>
                <a:latin typeface="Arial" panose="020B0604020202020204" pitchFamily="34" charset="0"/>
                <a:ea typeface="Arial" pitchFamily="34" charset="-122"/>
                <a:cs typeface="Arial" panose="020B0604020202020204" pitchFamily="34" charset="0"/>
              </a:rPr>
              <a:t>WD CONFIDENTIAL</a:t>
            </a:r>
            <a:endParaRPr lang="en-US" sz="800" b="0" i="0" dirty="0">
              <a:solidFill>
                <a:schemeClr val="bg1"/>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427016937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4.xml><?xml version="1.0" encoding="utf-8"?>
<p:sldLayout xmlns:a="http://schemas.openxmlformats.org/drawingml/2006/main" xmlns:r="http://schemas.openxmlformats.org/officeDocument/2006/relationships" xmlns:p="http://schemas.openxmlformats.org/presentationml/2006/main" preserve="1">
  <p:cSld name="1_Quote Headshot">
    <p:spTree>
      <p:nvGrpSpPr>
        <p:cNvPr id="1" name=""/>
        <p:cNvGrpSpPr/>
        <p:nvPr/>
      </p:nvGrpSpPr>
      <p:grpSpPr>
        <a:xfrm>
          <a:off x="0" y="0"/>
          <a:ext cx="0" cy="0"/>
          <a:chOff x="0" y="0"/>
          <a:chExt cx="0" cy="0"/>
        </a:xfrm>
      </p:grpSpPr>
      <p:sp>
        <p:nvSpPr>
          <p:cNvPr id="2" name="Picture Placeholder 8">
            <a:extLst>
              <a:ext uri="{FF2B5EF4-FFF2-40B4-BE49-F238E27FC236}">
                <a16:creationId xmlns:a16="http://schemas.microsoft.com/office/drawing/2014/main" id="{A3A4BF43-FA17-1E78-9155-FF2170E2D983}"/>
              </a:ext>
            </a:extLst>
          </p:cNvPr>
          <p:cNvSpPr>
            <a:spLocks noGrp="1"/>
          </p:cNvSpPr>
          <p:nvPr>
            <p:ph type="pic" sz="quarter" idx="15"/>
          </p:nvPr>
        </p:nvSpPr>
        <p:spPr>
          <a:xfrm>
            <a:off x="419100" y="4312598"/>
            <a:ext cx="1421916" cy="1428525"/>
          </a:xfrm>
          <a:prstGeom prst="ellipse">
            <a:avLst/>
          </a:prstGeom>
        </p:spPr>
        <p:txBody>
          <a:bodyPr rIns="0"/>
          <a:lstStyle>
            <a:lvl1pPr>
              <a:buNone/>
              <a:defRPr b="0" i="0">
                <a:latin typeface="Arial" panose="020B0604020202020204" pitchFamily="34" charset="0"/>
                <a:cs typeface="Arial" panose="020B0604020202020204" pitchFamily="34" charset="0"/>
              </a:defRPr>
            </a:lvl1pPr>
          </a:lstStyle>
          <a:p>
            <a:r>
              <a:rPr lang="en-US"/>
              <a:t>Click icon to add picture</a:t>
            </a:r>
            <a:endParaRPr lang="en-US" dirty="0"/>
          </a:p>
        </p:txBody>
      </p:sp>
      <p:sp>
        <p:nvSpPr>
          <p:cNvPr id="18" name="Text Placeholder 14">
            <a:extLst>
              <a:ext uri="{FF2B5EF4-FFF2-40B4-BE49-F238E27FC236}">
                <a16:creationId xmlns:a16="http://schemas.microsoft.com/office/drawing/2014/main" id="{1496A2C0-A45A-F093-4D48-BA745EAF700E}"/>
              </a:ext>
            </a:extLst>
          </p:cNvPr>
          <p:cNvSpPr>
            <a:spLocks noGrp="1"/>
          </p:cNvSpPr>
          <p:nvPr>
            <p:ph type="body" sz="quarter" idx="11" hasCustomPrompt="1"/>
          </p:nvPr>
        </p:nvSpPr>
        <p:spPr>
          <a:xfrm>
            <a:off x="2247900" y="4566878"/>
            <a:ext cx="6667500" cy="461665"/>
          </a:xfrm>
          <a:prstGeom prst="rect">
            <a:avLst/>
          </a:prstGeom>
        </p:spPr>
        <p:txBody>
          <a:bodyPr wrap="square" lIns="64008" rIns="0">
            <a:spAutoFit/>
          </a:bodyPr>
          <a:lstStyle>
            <a:lvl1pPr>
              <a:lnSpc>
                <a:spcPct val="100000"/>
              </a:lnSpc>
              <a:buNone/>
              <a:defRPr sz="2400" b="1" i="0" spc="-80">
                <a:solidFill>
                  <a:schemeClr val="tx2"/>
                </a:solidFill>
                <a:latin typeface="Arial" panose="020B0604020202020204" pitchFamily="34" charset="0"/>
                <a:cs typeface="Arial" panose="020B0604020202020204" pitchFamily="34" charset="0"/>
              </a:defRPr>
            </a:lvl1pPr>
          </a:lstStyle>
          <a:p>
            <a:pPr lvl="0"/>
            <a:r>
              <a:rPr lang="en-US" dirty="0"/>
              <a:t>FirstName LastName</a:t>
            </a:r>
          </a:p>
        </p:txBody>
      </p:sp>
      <p:sp>
        <p:nvSpPr>
          <p:cNvPr id="19" name="Text Placeholder 14">
            <a:extLst>
              <a:ext uri="{FF2B5EF4-FFF2-40B4-BE49-F238E27FC236}">
                <a16:creationId xmlns:a16="http://schemas.microsoft.com/office/drawing/2014/main" id="{5267AF25-EB0A-171B-BF9C-CF4006993E85}"/>
              </a:ext>
            </a:extLst>
          </p:cNvPr>
          <p:cNvSpPr>
            <a:spLocks noGrp="1"/>
          </p:cNvSpPr>
          <p:nvPr>
            <p:ph type="body" sz="quarter" idx="12" hasCustomPrompt="1"/>
          </p:nvPr>
        </p:nvSpPr>
        <p:spPr>
          <a:xfrm>
            <a:off x="2247900" y="5033095"/>
            <a:ext cx="6667500" cy="307777"/>
          </a:xfrm>
          <a:prstGeom prst="rect">
            <a:avLst/>
          </a:prstGeom>
        </p:spPr>
        <p:txBody>
          <a:bodyPr wrap="square" lIns="82296" rIns="0">
            <a:spAutoFit/>
          </a:bodyPr>
          <a:lstStyle>
            <a:lvl1pPr>
              <a:lnSpc>
                <a:spcPct val="100000"/>
              </a:lnSpc>
              <a:buNone/>
              <a:defRPr sz="1400" b="0" i="0" spc="-30">
                <a:solidFill>
                  <a:schemeClr val="tx2"/>
                </a:solidFill>
                <a:latin typeface="Arial" panose="020B0604020202020204" pitchFamily="34" charset="0"/>
                <a:cs typeface="Arial" panose="020B0604020202020204" pitchFamily="34" charset="0"/>
              </a:defRPr>
            </a:lvl1pPr>
          </a:lstStyle>
          <a:p>
            <a:pPr lvl="0"/>
            <a:r>
              <a:rPr lang="en-US" dirty="0"/>
              <a:t>Title goes here</a:t>
            </a:r>
          </a:p>
        </p:txBody>
      </p:sp>
      <p:pic>
        <p:nvPicPr>
          <p:cNvPr id="4" name="Logo" descr="preencoded.png">
            <a:extLst>
              <a:ext uri="{FF2B5EF4-FFF2-40B4-BE49-F238E27FC236}">
                <a16:creationId xmlns:a16="http://schemas.microsoft.com/office/drawing/2014/main" id="{74D4219E-9330-ADE5-EFCC-3658425C6A00}"/>
              </a:ext>
            </a:extLst>
          </p:cNvPr>
          <p:cNvPicPr>
            <a:picLocks noChangeAspect="1"/>
          </p:cNvPicPr>
          <p:nvPr/>
        </p:nvPicPr>
        <p:blipFill>
          <a:blip>
            <a:extLst>
              <a:ext uri="{96DAC541-7B7A-43D3-8B79-37D633B846F1}">
                <asvg:svgBlip xmlns:asvg="http://schemas.microsoft.com/office/drawing/2016/SVG/main" r:embed="rId2"/>
              </a:ext>
            </a:extLst>
          </a:blip>
          <a:srcRect/>
          <a:stretch/>
        </p:blipFill>
        <p:spPr>
          <a:xfrm>
            <a:off x="10902950" y="419100"/>
            <a:ext cx="869950" cy="222250"/>
          </a:xfrm>
          <a:prstGeom prst="rect">
            <a:avLst/>
          </a:prstGeom>
        </p:spPr>
      </p:pic>
      <p:sp>
        <p:nvSpPr>
          <p:cNvPr id="3" name="Text Placeholder 11">
            <a:extLst>
              <a:ext uri="{FF2B5EF4-FFF2-40B4-BE49-F238E27FC236}">
                <a16:creationId xmlns:a16="http://schemas.microsoft.com/office/drawing/2014/main" id="{70720526-CAB2-3861-B8E1-2D8E2AB19183}"/>
              </a:ext>
            </a:extLst>
          </p:cNvPr>
          <p:cNvSpPr>
            <a:spLocks noGrp="1"/>
          </p:cNvSpPr>
          <p:nvPr>
            <p:ph type="body" sz="quarter" idx="14" hasCustomPrompt="1"/>
          </p:nvPr>
        </p:nvSpPr>
        <p:spPr>
          <a:xfrm>
            <a:off x="339725" y="1517128"/>
            <a:ext cx="8575675" cy="1764714"/>
          </a:xfrm>
          <a:prstGeom prst="rect">
            <a:avLst/>
          </a:prstGeom>
        </p:spPr>
        <p:txBody>
          <a:bodyPr wrap="square" lIns="45720" rIns="0">
            <a:spAutoFit/>
          </a:bodyPr>
          <a:lstStyle>
            <a:lvl1pPr marL="0" indent="0">
              <a:lnSpc>
                <a:spcPct val="85000"/>
              </a:lnSpc>
              <a:buNone/>
              <a:tabLst/>
              <a:defRPr sz="4200" b="0" i="0" spc="-130">
                <a:solidFill>
                  <a:schemeClr val="tx2"/>
                </a:solidFill>
                <a:latin typeface="Arial" panose="020B0604020202020204" pitchFamily="34" charset="0"/>
                <a:cs typeface="Arial" panose="020B0604020202020204" pitchFamily="34" charset="0"/>
              </a:defRPr>
            </a:lvl1pPr>
            <a:lvl2pPr marL="12700" indent="0">
              <a:buNone/>
              <a:tabLst/>
              <a:defRPr/>
            </a:lvl2pPr>
          </a:lstStyle>
          <a:p>
            <a:pPr lvl="0"/>
            <a:r>
              <a:rPr lang="en-US" dirty="0"/>
              <a:t>“</a:t>
            </a:r>
            <a:r>
              <a:rPr lang="en-US" dirty="0" err="1"/>
              <a:t>Neque</a:t>
            </a:r>
            <a:r>
              <a:rPr lang="en-US" dirty="0"/>
              <a:t> porro </a:t>
            </a:r>
            <a:r>
              <a:rPr lang="en-US" dirty="0" err="1"/>
              <a:t>quisquam</a:t>
            </a:r>
            <a:r>
              <a:rPr lang="en-US" dirty="0"/>
              <a:t> lest, qui </a:t>
            </a:r>
            <a:r>
              <a:rPr lang="en-US" dirty="0" err="1"/>
              <a:t>dolorem</a:t>
            </a:r>
            <a:r>
              <a:rPr lang="en-US" dirty="0"/>
              <a:t> ipsum quia dolor sit </a:t>
            </a:r>
            <a:r>
              <a:rPr lang="en-US" dirty="0" err="1"/>
              <a:t>amet</a:t>
            </a:r>
            <a:r>
              <a:rPr lang="en-US" dirty="0"/>
              <a:t>, porro </a:t>
            </a:r>
            <a:r>
              <a:rPr lang="en-US" dirty="0" err="1"/>
              <a:t>quisquam</a:t>
            </a:r>
            <a:r>
              <a:rPr lang="en-US" dirty="0"/>
              <a:t> </a:t>
            </a:r>
            <a:r>
              <a:rPr lang="en-US" dirty="0" err="1"/>
              <a:t>consectetur</a:t>
            </a:r>
            <a:r>
              <a:rPr lang="en-US" dirty="0"/>
              <a:t>.”</a:t>
            </a:r>
          </a:p>
        </p:txBody>
      </p:sp>
      <p:sp>
        <p:nvSpPr>
          <p:cNvPr id="5" name="Text Placeholder 14">
            <a:extLst>
              <a:ext uri="{FF2B5EF4-FFF2-40B4-BE49-F238E27FC236}">
                <a16:creationId xmlns:a16="http://schemas.microsoft.com/office/drawing/2014/main" id="{AAEF6174-DF81-F83B-C9AA-28AD5F9BAF38}"/>
              </a:ext>
            </a:extLst>
          </p:cNvPr>
          <p:cNvSpPr>
            <a:spLocks noGrp="1"/>
          </p:cNvSpPr>
          <p:nvPr>
            <p:ph type="body" sz="quarter" idx="13" hasCustomPrompt="1"/>
          </p:nvPr>
        </p:nvSpPr>
        <p:spPr>
          <a:xfrm>
            <a:off x="339725" y="333800"/>
            <a:ext cx="2860675" cy="307777"/>
          </a:xfrm>
          <a:prstGeom prst="rect">
            <a:avLst/>
          </a:prstGeom>
        </p:spPr>
        <p:txBody>
          <a:bodyPr wrap="square" lIns="82296" rIns="0">
            <a:spAutoFit/>
          </a:bodyPr>
          <a:lstStyle>
            <a:lvl1pPr>
              <a:lnSpc>
                <a:spcPct val="100000"/>
              </a:lnSpc>
              <a:buNone/>
              <a:defRPr sz="1400" b="1" i="0" spc="-30">
                <a:solidFill>
                  <a:schemeClr val="tx2"/>
                </a:solidFill>
                <a:latin typeface="Arial" panose="020B0604020202020204" pitchFamily="34" charset="0"/>
                <a:cs typeface="Arial" panose="020B0604020202020204" pitchFamily="34" charset="0"/>
              </a:defRPr>
            </a:lvl1pPr>
          </a:lstStyle>
          <a:p>
            <a:pPr lvl="0"/>
            <a:r>
              <a:rPr lang="en-US" b="1" dirty="0"/>
              <a:t>Section Header</a:t>
            </a:r>
          </a:p>
        </p:txBody>
      </p:sp>
      <p:sp>
        <p:nvSpPr>
          <p:cNvPr id="8" name="2026 Western Digital Corporation All rights reserved">
            <a:extLst>
              <a:ext uri="{FF2B5EF4-FFF2-40B4-BE49-F238E27FC236}">
                <a16:creationId xmlns:a16="http://schemas.microsoft.com/office/drawing/2014/main" id="{2E0086C7-2F0C-FD95-D8E2-6226CA777A5B}"/>
              </a:ext>
            </a:extLst>
          </p:cNvPr>
          <p:cNvSpPr/>
          <p:nvPr/>
        </p:nvSpPr>
        <p:spPr>
          <a:xfrm>
            <a:off x="419100" y="6638989"/>
            <a:ext cx="2794000" cy="92589"/>
          </a:xfrm>
          <a:prstGeom prst="rect">
            <a:avLst/>
          </a:prstGeom>
          <a:noFill/>
          <a:ln/>
        </p:spPr>
        <p:txBody>
          <a:bodyPr wrap="square" lIns="0" tIns="0" rIns="0" bIns="0" rtlCol="0" anchor="t">
            <a:spAutoFit/>
          </a:bodyPr>
          <a:lstStyle/>
          <a:p>
            <a:pPr>
              <a:lnSpc>
                <a:spcPct val="75000"/>
              </a:lnSpc>
            </a:pPr>
            <a:r>
              <a:rPr lang="en-US" sz="800" b="0" i="0" dirty="0">
                <a:solidFill>
                  <a:schemeClr val="tx1"/>
                </a:solidFill>
                <a:latin typeface="Arial" panose="020B0604020202020204" pitchFamily="34" charset="0"/>
                <a:ea typeface="Arial" pitchFamily="34" charset="-122"/>
                <a:cs typeface="Arial" panose="020B0604020202020204" pitchFamily="34" charset="0"/>
              </a:rPr>
              <a:t>©  2026 Western Digital Corporation. All rights reserved.</a:t>
            </a:r>
            <a:endParaRPr lang="en-US" sz="800" b="0" i="0" dirty="0">
              <a:solidFill>
                <a:schemeClr val="tx1"/>
              </a:solidFill>
              <a:latin typeface="Arial" panose="020B0604020202020204" pitchFamily="34" charset="0"/>
              <a:cs typeface="Arial" panose="020B0604020202020204" pitchFamily="34" charset="0"/>
            </a:endParaRPr>
          </a:p>
        </p:txBody>
      </p:sp>
      <p:sp>
        <p:nvSpPr>
          <p:cNvPr id="9" name="Slide Number Placeholder 1">
            <a:extLst>
              <a:ext uri="{FF2B5EF4-FFF2-40B4-BE49-F238E27FC236}">
                <a16:creationId xmlns:a16="http://schemas.microsoft.com/office/drawing/2014/main" id="{E07FA23C-0F4B-8A50-6D21-74042CAC01B5}"/>
              </a:ext>
            </a:extLst>
          </p:cNvPr>
          <p:cNvSpPr>
            <a:spLocks noGrp="1"/>
          </p:cNvSpPr>
          <p:nvPr>
            <p:ph type="sldNum" sz="quarter" idx="4"/>
          </p:nvPr>
        </p:nvSpPr>
        <p:spPr>
          <a:xfrm>
            <a:off x="11215668" y="6562157"/>
            <a:ext cx="658832" cy="215444"/>
          </a:xfrm>
          <a:prstGeom prst="rect">
            <a:avLst/>
          </a:prstGeom>
        </p:spPr>
        <p:txBody>
          <a:bodyPr vert="horz" lIns="91440" tIns="45720" rIns="0" bIns="45720" rtlCol="0" anchor="ctr">
            <a:spAutoFit/>
          </a:bodyPr>
          <a:lstStyle>
            <a:lvl1pPr algn="r">
              <a:defRPr sz="800" b="0" i="0">
                <a:solidFill>
                  <a:schemeClr val="tx1"/>
                </a:solidFill>
                <a:latin typeface="Arial" panose="020B0604020202020204" pitchFamily="34" charset="0"/>
                <a:cs typeface="Arial" panose="020B0604020202020204" pitchFamily="34" charset="0"/>
              </a:defRPr>
            </a:lvl1pPr>
          </a:lstStyle>
          <a:p>
            <a:fld id="{B06B19F4-CF25-446C-B362-D8BB27BE9D9B}" type="slidenum">
              <a:rPr lang="en-US" smtClean="0"/>
              <a:t>‹#›</a:t>
            </a:fld>
            <a:endParaRPr lang="en-US"/>
          </a:p>
        </p:txBody>
      </p:sp>
      <p:sp>
        <p:nvSpPr>
          <p:cNvPr id="10" name="WD Confidential">
            <a:extLst>
              <a:ext uri="{FF2B5EF4-FFF2-40B4-BE49-F238E27FC236}">
                <a16:creationId xmlns:a16="http://schemas.microsoft.com/office/drawing/2014/main" id="{AD6554B1-AE61-D38C-BD62-C218B50E3996}"/>
              </a:ext>
            </a:extLst>
          </p:cNvPr>
          <p:cNvSpPr/>
          <p:nvPr/>
        </p:nvSpPr>
        <p:spPr>
          <a:xfrm>
            <a:off x="8991600" y="6638990"/>
            <a:ext cx="1244600" cy="92589"/>
          </a:xfrm>
          <a:prstGeom prst="rect">
            <a:avLst/>
          </a:prstGeom>
          <a:noFill/>
          <a:ln/>
        </p:spPr>
        <p:txBody>
          <a:bodyPr wrap="square" lIns="0" tIns="0" rIns="0" bIns="0" rtlCol="0" anchor="t">
            <a:spAutoFit/>
          </a:bodyPr>
          <a:lstStyle/>
          <a:p>
            <a:pPr>
              <a:lnSpc>
                <a:spcPct val="75000"/>
              </a:lnSpc>
            </a:pPr>
            <a:r>
              <a:rPr lang="en-US" sz="800" b="0" i="0" dirty="0">
                <a:solidFill>
                  <a:schemeClr val="tx1"/>
                </a:solidFill>
                <a:latin typeface="Arial" panose="020B0604020202020204" pitchFamily="34" charset="0"/>
                <a:ea typeface="Arial" pitchFamily="34" charset="-122"/>
                <a:cs typeface="Arial" panose="020B0604020202020204" pitchFamily="34" charset="0"/>
              </a:rPr>
              <a:t>WD CONFIDENTIAL</a:t>
            </a:r>
            <a:endParaRPr lang="en-US" sz="800" b="0" i="0" dirty="0">
              <a:solidFill>
                <a:schemeClr val="tx1"/>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20966049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5.xml><?xml version="1.0" encoding="utf-8"?>
<p:sldLayout xmlns:a="http://schemas.openxmlformats.org/drawingml/2006/main" xmlns:r="http://schemas.openxmlformats.org/officeDocument/2006/relationships" xmlns:p="http://schemas.openxmlformats.org/presentationml/2006/main" preserve="1">
  <p:cSld name="1_Elevator Pitch">
    <p:bg>
      <p:bgRef idx="1001">
        <a:schemeClr val="bg2"/>
      </p:bgRef>
    </p:bg>
    <p:spTree>
      <p:nvGrpSpPr>
        <p:cNvPr id="1" name=""/>
        <p:cNvGrpSpPr/>
        <p:nvPr/>
      </p:nvGrpSpPr>
      <p:grpSpPr>
        <a:xfrm>
          <a:off x="0" y="0"/>
          <a:ext cx="0" cy="0"/>
          <a:chOff x="0" y="0"/>
          <a:chExt cx="0" cy="0"/>
        </a:xfrm>
      </p:grpSpPr>
      <p:sp>
        <p:nvSpPr>
          <p:cNvPr id="6" name="Text Placeholder 14">
            <a:extLst>
              <a:ext uri="{FF2B5EF4-FFF2-40B4-BE49-F238E27FC236}">
                <a16:creationId xmlns:a16="http://schemas.microsoft.com/office/drawing/2014/main" id="{0CB210FC-3307-99B1-72CD-8010E835D93D}"/>
              </a:ext>
            </a:extLst>
          </p:cNvPr>
          <p:cNvSpPr>
            <a:spLocks noGrp="1"/>
          </p:cNvSpPr>
          <p:nvPr>
            <p:ph type="body" sz="quarter" idx="13" hasCustomPrompt="1"/>
          </p:nvPr>
        </p:nvSpPr>
        <p:spPr>
          <a:xfrm>
            <a:off x="339725" y="333800"/>
            <a:ext cx="2860675" cy="307777"/>
          </a:xfrm>
          <a:prstGeom prst="rect">
            <a:avLst/>
          </a:prstGeom>
        </p:spPr>
        <p:txBody>
          <a:bodyPr wrap="square" lIns="82296" rIns="0">
            <a:spAutoFit/>
          </a:bodyPr>
          <a:lstStyle>
            <a:lvl1pPr>
              <a:lnSpc>
                <a:spcPct val="100000"/>
              </a:lnSpc>
              <a:buNone/>
              <a:defRPr sz="1400" b="1" i="0" spc="-30">
                <a:solidFill>
                  <a:schemeClr val="tx1"/>
                </a:solidFill>
                <a:latin typeface="Arial" panose="020B0604020202020204" pitchFamily="34" charset="0"/>
                <a:cs typeface="Arial" panose="020B0604020202020204" pitchFamily="34" charset="0"/>
              </a:defRPr>
            </a:lvl1pPr>
          </a:lstStyle>
          <a:p>
            <a:pPr lvl="0"/>
            <a:r>
              <a:rPr lang="en-US" dirty="0"/>
              <a:t>Elevator Pitch</a:t>
            </a:r>
          </a:p>
        </p:txBody>
      </p:sp>
      <p:sp>
        <p:nvSpPr>
          <p:cNvPr id="11" name="Text Placeholder 11">
            <a:extLst>
              <a:ext uri="{FF2B5EF4-FFF2-40B4-BE49-F238E27FC236}">
                <a16:creationId xmlns:a16="http://schemas.microsoft.com/office/drawing/2014/main" id="{1F03B5D0-B758-47A1-3768-821FE2623B05}"/>
              </a:ext>
            </a:extLst>
          </p:cNvPr>
          <p:cNvSpPr>
            <a:spLocks noGrp="1"/>
          </p:cNvSpPr>
          <p:nvPr>
            <p:ph type="body" sz="quarter" idx="14" hasCustomPrompt="1"/>
          </p:nvPr>
        </p:nvSpPr>
        <p:spPr>
          <a:xfrm>
            <a:off x="339725" y="1576161"/>
            <a:ext cx="10480675" cy="3938001"/>
          </a:xfrm>
          <a:prstGeom prst="rect">
            <a:avLst/>
          </a:prstGeom>
        </p:spPr>
        <p:txBody>
          <a:bodyPr wrap="square" lIns="45720" rIns="0" anchor="ctr">
            <a:spAutoFit/>
          </a:bodyPr>
          <a:lstStyle>
            <a:lvl1pPr marL="0" indent="0">
              <a:lnSpc>
                <a:spcPct val="85000"/>
              </a:lnSpc>
              <a:buNone/>
              <a:tabLst/>
              <a:defRPr sz="4200" b="0" i="0" spc="-130">
                <a:solidFill>
                  <a:schemeClr val="accent4"/>
                </a:solidFill>
                <a:latin typeface="Arial" panose="020B0604020202020204" pitchFamily="34" charset="0"/>
                <a:cs typeface="Arial" panose="020B0604020202020204" pitchFamily="34" charset="0"/>
              </a:defRPr>
            </a:lvl1pPr>
            <a:lvl2pPr marL="12700" indent="0">
              <a:buNone/>
              <a:tabLst/>
              <a:defRPr/>
            </a:lvl2pPr>
          </a:lstStyle>
          <a:p>
            <a:pPr lvl="0"/>
            <a:r>
              <a:rPr lang="en-US" dirty="0"/>
              <a:t>WD is the storage foundation for everyone from consumers to cloud, AI, and OEM innovators operating at massive scale.</a:t>
            </a:r>
            <a:br>
              <a:rPr lang="en-US" dirty="0"/>
            </a:br>
            <a:br>
              <a:rPr lang="en-US" dirty="0"/>
            </a:br>
            <a:r>
              <a:rPr lang="en-US" dirty="0"/>
              <a:t>We drive certainty in the AI era by delivering purpose-built technology across all storage tiers from the data center to the home.</a:t>
            </a:r>
          </a:p>
        </p:txBody>
      </p:sp>
      <p:pic>
        <p:nvPicPr>
          <p:cNvPr id="4" name="Logo" descr="preencoded.png">
            <a:extLst>
              <a:ext uri="{FF2B5EF4-FFF2-40B4-BE49-F238E27FC236}">
                <a16:creationId xmlns:a16="http://schemas.microsoft.com/office/drawing/2014/main" id="{5B205C2D-29C3-59B4-D732-CF6763F75DA1}"/>
              </a:ext>
            </a:extLst>
          </p:cNvPr>
          <p:cNvPicPr>
            <a:picLocks noChangeAspect="1"/>
          </p:cNvPicPr>
          <p:nvPr/>
        </p:nvPicPr>
        <p:blipFill>
          <a:blip>
            <a:extLst>
              <a:ext uri="{96DAC541-7B7A-43D3-8B79-37D633B846F1}">
                <asvg:svgBlip xmlns:asvg="http://schemas.microsoft.com/office/drawing/2016/SVG/main" r:embed="rId2"/>
              </a:ext>
            </a:extLst>
          </a:blip>
          <a:srcRect/>
          <a:stretch/>
        </p:blipFill>
        <p:spPr>
          <a:xfrm>
            <a:off x="10902950" y="419100"/>
            <a:ext cx="869950" cy="222250"/>
          </a:xfrm>
          <a:prstGeom prst="rect">
            <a:avLst/>
          </a:prstGeom>
        </p:spPr>
      </p:pic>
      <p:sp>
        <p:nvSpPr>
          <p:cNvPr id="3" name="2026 Western Digital Corporation All rights reserved">
            <a:extLst>
              <a:ext uri="{FF2B5EF4-FFF2-40B4-BE49-F238E27FC236}">
                <a16:creationId xmlns:a16="http://schemas.microsoft.com/office/drawing/2014/main" id="{0C65699B-675C-A6DA-6834-E149883EE87A}"/>
              </a:ext>
            </a:extLst>
          </p:cNvPr>
          <p:cNvSpPr/>
          <p:nvPr/>
        </p:nvSpPr>
        <p:spPr>
          <a:xfrm>
            <a:off x="419100" y="6638989"/>
            <a:ext cx="2794000" cy="92589"/>
          </a:xfrm>
          <a:prstGeom prst="rect">
            <a:avLst/>
          </a:prstGeom>
          <a:noFill/>
          <a:ln/>
        </p:spPr>
        <p:txBody>
          <a:bodyPr wrap="square" lIns="0" tIns="0" rIns="0" bIns="0" rtlCol="0" anchor="t">
            <a:spAutoFit/>
          </a:bodyPr>
          <a:lstStyle/>
          <a:p>
            <a:pPr>
              <a:lnSpc>
                <a:spcPct val="75000"/>
              </a:lnSpc>
            </a:pPr>
            <a:r>
              <a:rPr lang="en-US" sz="800" b="0" i="0" dirty="0">
                <a:solidFill>
                  <a:schemeClr val="tx1"/>
                </a:solidFill>
                <a:latin typeface="Arial" panose="020B0604020202020204" pitchFamily="34" charset="0"/>
                <a:ea typeface="Arial" pitchFamily="34" charset="-122"/>
                <a:cs typeface="Arial" panose="020B0604020202020204" pitchFamily="34" charset="0"/>
              </a:rPr>
              <a:t>©  2026 Western Digital Corporation. All rights reserved.</a:t>
            </a:r>
            <a:endParaRPr lang="en-US" sz="800" b="0" i="0" dirty="0">
              <a:solidFill>
                <a:schemeClr val="tx1"/>
              </a:solidFill>
              <a:latin typeface="Arial" panose="020B0604020202020204" pitchFamily="34" charset="0"/>
              <a:cs typeface="Arial" panose="020B0604020202020204" pitchFamily="34" charset="0"/>
            </a:endParaRPr>
          </a:p>
        </p:txBody>
      </p:sp>
      <p:sp>
        <p:nvSpPr>
          <p:cNvPr id="5" name="Slide Number Placeholder 1">
            <a:extLst>
              <a:ext uri="{FF2B5EF4-FFF2-40B4-BE49-F238E27FC236}">
                <a16:creationId xmlns:a16="http://schemas.microsoft.com/office/drawing/2014/main" id="{F30AB2D4-9E35-4760-0BDD-94E36B9B84EB}"/>
              </a:ext>
            </a:extLst>
          </p:cNvPr>
          <p:cNvSpPr>
            <a:spLocks noGrp="1"/>
          </p:cNvSpPr>
          <p:nvPr>
            <p:ph type="sldNum" sz="quarter" idx="4"/>
          </p:nvPr>
        </p:nvSpPr>
        <p:spPr>
          <a:xfrm>
            <a:off x="11215668" y="6562157"/>
            <a:ext cx="658832" cy="215444"/>
          </a:xfrm>
          <a:prstGeom prst="rect">
            <a:avLst/>
          </a:prstGeom>
        </p:spPr>
        <p:txBody>
          <a:bodyPr vert="horz" lIns="91440" tIns="45720" rIns="0" bIns="45720" rtlCol="0" anchor="ctr">
            <a:spAutoFit/>
          </a:bodyPr>
          <a:lstStyle>
            <a:lvl1pPr algn="r">
              <a:defRPr sz="800" b="0" i="0">
                <a:solidFill>
                  <a:schemeClr val="tx1"/>
                </a:solidFill>
                <a:latin typeface="Arial" panose="020B0604020202020204" pitchFamily="34" charset="0"/>
                <a:cs typeface="Arial" panose="020B0604020202020204" pitchFamily="34" charset="0"/>
              </a:defRPr>
            </a:lvl1pPr>
          </a:lstStyle>
          <a:p>
            <a:fld id="{B06B19F4-CF25-446C-B362-D8BB27BE9D9B}" type="slidenum">
              <a:rPr lang="en-US" smtClean="0"/>
              <a:t>‹#›</a:t>
            </a:fld>
            <a:endParaRPr lang="en-US"/>
          </a:p>
        </p:txBody>
      </p:sp>
      <p:sp>
        <p:nvSpPr>
          <p:cNvPr id="7" name="WD Confidential">
            <a:extLst>
              <a:ext uri="{FF2B5EF4-FFF2-40B4-BE49-F238E27FC236}">
                <a16:creationId xmlns:a16="http://schemas.microsoft.com/office/drawing/2014/main" id="{9CDEB3D1-E656-5D25-5029-59CABDA2239E}"/>
              </a:ext>
            </a:extLst>
          </p:cNvPr>
          <p:cNvSpPr/>
          <p:nvPr/>
        </p:nvSpPr>
        <p:spPr>
          <a:xfrm>
            <a:off x="8991600" y="6638990"/>
            <a:ext cx="1244600" cy="92589"/>
          </a:xfrm>
          <a:prstGeom prst="rect">
            <a:avLst/>
          </a:prstGeom>
          <a:noFill/>
          <a:ln/>
        </p:spPr>
        <p:txBody>
          <a:bodyPr wrap="square" lIns="0" tIns="0" rIns="0" bIns="0" rtlCol="0" anchor="t">
            <a:spAutoFit/>
          </a:bodyPr>
          <a:lstStyle/>
          <a:p>
            <a:pPr>
              <a:lnSpc>
                <a:spcPct val="75000"/>
              </a:lnSpc>
            </a:pPr>
            <a:r>
              <a:rPr lang="en-US" sz="800" b="0" i="0" dirty="0">
                <a:solidFill>
                  <a:schemeClr val="tx1"/>
                </a:solidFill>
                <a:latin typeface="Arial" panose="020B0604020202020204" pitchFamily="34" charset="0"/>
                <a:ea typeface="Arial" pitchFamily="34" charset="-122"/>
                <a:cs typeface="Arial" panose="020B0604020202020204" pitchFamily="34" charset="0"/>
              </a:rPr>
              <a:t>WD CONFIDENTIAL</a:t>
            </a:r>
            <a:endParaRPr lang="en-US" sz="800" b="0" i="0" dirty="0">
              <a:solidFill>
                <a:schemeClr val="tx1"/>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225009982"/>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6.xml><?xml version="1.0" encoding="utf-8"?>
<p:sldLayout xmlns:a="http://schemas.openxmlformats.org/drawingml/2006/main" xmlns:r="http://schemas.openxmlformats.org/officeDocument/2006/relationships" xmlns:p="http://schemas.openxmlformats.org/presentationml/2006/main" preserve="1">
  <p:cSld name="1_Manifesto">
    <p:bg>
      <p:bgRef idx="1001">
        <a:schemeClr val="bg2"/>
      </p:bgRef>
    </p:bg>
    <p:spTree>
      <p:nvGrpSpPr>
        <p:cNvPr id="1" name=""/>
        <p:cNvGrpSpPr/>
        <p:nvPr/>
      </p:nvGrpSpPr>
      <p:grpSpPr>
        <a:xfrm>
          <a:off x="0" y="0"/>
          <a:ext cx="0" cy="0"/>
          <a:chOff x="0" y="0"/>
          <a:chExt cx="0" cy="0"/>
        </a:xfrm>
      </p:grpSpPr>
      <p:pic>
        <p:nvPicPr>
          <p:cNvPr id="4" name="Logo" descr="preencoded.png">
            <a:extLst>
              <a:ext uri="{FF2B5EF4-FFF2-40B4-BE49-F238E27FC236}">
                <a16:creationId xmlns:a16="http://schemas.microsoft.com/office/drawing/2014/main" id="{3DC0599E-ABE3-1DBC-6207-01260A8C27CD}"/>
              </a:ext>
            </a:extLst>
          </p:cNvPr>
          <p:cNvPicPr>
            <a:picLocks noChangeAspect="1"/>
          </p:cNvPicPr>
          <p:nvPr/>
        </p:nvPicPr>
        <p:blipFill>
          <a:blip>
            <a:extLst>
              <a:ext uri="{96DAC541-7B7A-43D3-8B79-37D633B846F1}">
                <asvg:svgBlip xmlns:asvg="http://schemas.microsoft.com/office/drawing/2016/SVG/main" r:embed="rId2"/>
              </a:ext>
            </a:extLst>
          </a:blip>
          <a:srcRect/>
          <a:stretch/>
        </p:blipFill>
        <p:spPr>
          <a:xfrm>
            <a:off x="10902950" y="419100"/>
            <a:ext cx="869950" cy="222250"/>
          </a:xfrm>
          <a:prstGeom prst="rect">
            <a:avLst/>
          </a:prstGeom>
        </p:spPr>
      </p:pic>
      <p:sp>
        <p:nvSpPr>
          <p:cNvPr id="3" name="Text Placeholder 14">
            <a:extLst>
              <a:ext uri="{FF2B5EF4-FFF2-40B4-BE49-F238E27FC236}">
                <a16:creationId xmlns:a16="http://schemas.microsoft.com/office/drawing/2014/main" id="{BCCFE563-A70F-E61A-800A-421C1912BED0}"/>
              </a:ext>
            </a:extLst>
          </p:cNvPr>
          <p:cNvSpPr>
            <a:spLocks noGrp="1"/>
          </p:cNvSpPr>
          <p:nvPr>
            <p:ph type="body" sz="quarter" idx="14" hasCustomPrompt="1"/>
          </p:nvPr>
        </p:nvSpPr>
        <p:spPr>
          <a:xfrm>
            <a:off x="339725" y="333800"/>
            <a:ext cx="2860675" cy="307777"/>
          </a:xfrm>
          <a:prstGeom prst="rect">
            <a:avLst/>
          </a:prstGeom>
        </p:spPr>
        <p:txBody>
          <a:bodyPr wrap="square" lIns="82296" rIns="0">
            <a:spAutoFit/>
          </a:bodyPr>
          <a:lstStyle>
            <a:lvl1pPr>
              <a:lnSpc>
                <a:spcPct val="100000"/>
              </a:lnSpc>
              <a:buNone/>
              <a:defRPr sz="1400" b="1" i="0" spc="-30">
                <a:solidFill>
                  <a:schemeClr val="tx1"/>
                </a:solidFill>
                <a:latin typeface="Arial" panose="020B0604020202020204" pitchFamily="34" charset="0"/>
                <a:cs typeface="Arial" panose="020B0604020202020204" pitchFamily="34" charset="0"/>
              </a:defRPr>
            </a:lvl1pPr>
          </a:lstStyle>
          <a:p>
            <a:pPr lvl="0"/>
            <a:r>
              <a:rPr lang="en-US" dirty="0"/>
              <a:t>Manifesto</a:t>
            </a:r>
          </a:p>
        </p:txBody>
      </p:sp>
      <p:sp>
        <p:nvSpPr>
          <p:cNvPr id="5" name="Title 2">
            <a:extLst>
              <a:ext uri="{FF2B5EF4-FFF2-40B4-BE49-F238E27FC236}">
                <a16:creationId xmlns:a16="http://schemas.microsoft.com/office/drawing/2014/main" id="{0B1CE00F-0D9C-63DD-95F2-77D1F4063379}"/>
              </a:ext>
            </a:extLst>
          </p:cNvPr>
          <p:cNvSpPr>
            <a:spLocks noGrp="1"/>
          </p:cNvSpPr>
          <p:nvPr>
            <p:ph type="title" hasCustomPrompt="1"/>
          </p:nvPr>
        </p:nvSpPr>
        <p:spPr>
          <a:xfrm>
            <a:off x="339633" y="1223646"/>
            <a:ext cx="8575767" cy="1696618"/>
          </a:xfrm>
          <a:prstGeom prst="rect">
            <a:avLst/>
          </a:prstGeom>
        </p:spPr>
        <p:txBody>
          <a:bodyPr wrap="square" lIns="27432" rIns="0">
            <a:spAutoFit/>
          </a:bodyPr>
          <a:lstStyle>
            <a:lvl1pPr>
              <a:lnSpc>
                <a:spcPct val="85000"/>
              </a:lnSpc>
              <a:defRPr sz="6000" b="0" i="0" spc="-170">
                <a:solidFill>
                  <a:schemeClr val="accent4"/>
                </a:solidFill>
                <a:latin typeface="Arial" panose="020B0604020202020204" pitchFamily="34" charset="0"/>
                <a:cs typeface="Arial" panose="020B0604020202020204" pitchFamily="34" charset="0"/>
              </a:defRPr>
            </a:lvl1pPr>
          </a:lstStyle>
          <a:p>
            <a:r>
              <a:rPr lang="en-US" dirty="0"/>
              <a:t>WD drives certainty in the AI era.</a:t>
            </a:r>
          </a:p>
        </p:txBody>
      </p:sp>
      <p:sp>
        <p:nvSpPr>
          <p:cNvPr id="10" name="Text Placeholder 9">
            <a:extLst>
              <a:ext uri="{FF2B5EF4-FFF2-40B4-BE49-F238E27FC236}">
                <a16:creationId xmlns:a16="http://schemas.microsoft.com/office/drawing/2014/main" id="{56077F82-363E-A58F-19D4-34D42BB84FE2}"/>
              </a:ext>
            </a:extLst>
          </p:cNvPr>
          <p:cNvSpPr>
            <a:spLocks noGrp="1"/>
          </p:cNvSpPr>
          <p:nvPr>
            <p:ph type="body" sz="quarter" idx="15" hasCustomPrompt="1"/>
          </p:nvPr>
        </p:nvSpPr>
        <p:spPr>
          <a:xfrm>
            <a:off x="339632" y="3148174"/>
            <a:ext cx="8575768" cy="1600438"/>
          </a:xfrm>
          <a:prstGeom prst="rect">
            <a:avLst/>
          </a:prstGeom>
        </p:spPr>
        <p:txBody>
          <a:bodyPr wrap="square" lIns="82296" rIns="0">
            <a:spAutoFit/>
          </a:bodyPr>
          <a:lstStyle>
            <a:lvl1pPr marL="12700" indent="-12700">
              <a:lnSpc>
                <a:spcPct val="100000"/>
              </a:lnSpc>
              <a:buNone/>
              <a:tabLst/>
              <a:defRPr sz="1400" b="0" i="0" spc="-30">
                <a:solidFill>
                  <a:schemeClr val="tx1"/>
                </a:solidFill>
                <a:latin typeface="Arial" panose="020B0604020202020204" pitchFamily="34" charset="0"/>
                <a:cs typeface="Arial" panose="020B0604020202020204" pitchFamily="34" charset="0"/>
              </a:defRPr>
            </a:lvl1pPr>
            <a:lvl2pPr>
              <a:lnSpc>
                <a:spcPct val="100000"/>
              </a:lnSpc>
              <a:defRPr sz="1400" spc="-30">
                <a:solidFill>
                  <a:schemeClr val="tx2"/>
                </a:solidFill>
              </a:defRPr>
            </a:lvl2pPr>
            <a:lvl3pPr>
              <a:lnSpc>
                <a:spcPct val="100000"/>
              </a:lnSpc>
              <a:defRPr sz="1400" spc="-30">
                <a:solidFill>
                  <a:schemeClr val="tx2"/>
                </a:solidFill>
              </a:defRPr>
            </a:lvl3pPr>
            <a:lvl4pPr>
              <a:lnSpc>
                <a:spcPct val="100000"/>
              </a:lnSpc>
              <a:defRPr sz="1400" spc="-30">
                <a:solidFill>
                  <a:schemeClr val="tx2"/>
                </a:solidFill>
              </a:defRPr>
            </a:lvl4pPr>
            <a:lvl5pPr>
              <a:lnSpc>
                <a:spcPct val="100000"/>
              </a:lnSpc>
              <a:defRPr sz="1400" spc="-30">
                <a:solidFill>
                  <a:schemeClr val="tx2"/>
                </a:solidFill>
              </a:defRPr>
            </a:lvl5pPr>
          </a:lstStyle>
          <a:p>
            <a:pPr lvl="0"/>
            <a:r>
              <a:rPr lang="en-US" dirty="0"/>
              <a:t>We deliver performance without a premium. Infrastructure to keep pace with your AI models. And purpose-built storage designed for proven capacity, reliability, power-efficiency, and superior TCO.</a:t>
            </a:r>
            <a:br>
              <a:rPr lang="en-US" dirty="0"/>
            </a:br>
            <a:r>
              <a:rPr lang="en-US" dirty="0"/>
              <a:t>Developed through decades of engineering excellence, built on expertise from 40,000+ passionate individuals, and field-validated with customers at hyperscale, our storage technology evolves as your data demands grow.</a:t>
            </a:r>
            <a:br>
              <a:rPr lang="en-US" dirty="0"/>
            </a:br>
            <a:r>
              <a:rPr lang="en-US" dirty="0"/>
              <a:t>Always on. Always ready. Across the world’s largest data centers, at home, and everywhere in-between.</a:t>
            </a:r>
            <a:br>
              <a:rPr lang="en-US" dirty="0"/>
            </a:br>
            <a:r>
              <a:rPr lang="en-US" dirty="0"/>
              <a:t>Innovate with confidence. Scale with certainty.</a:t>
            </a:r>
            <a:br>
              <a:rPr lang="en-US" dirty="0"/>
            </a:br>
            <a:r>
              <a:rPr lang="en-US" dirty="0"/>
              <a:t>Only with WD.</a:t>
            </a:r>
          </a:p>
        </p:txBody>
      </p:sp>
      <p:sp>
        <p:nvSpPr>
          <p:cNvPr id="6" name="2026 Western Digital Corporation All rights reserved">
            <a:extLst>
              <a:ext uri="{FF2B5EF4-FFF2-40B4-BE49-F238E27FC236}">
                <a16:creationId xmlns:a16="http://schemas.microsoft.com/office/drawing/2014/main" id="{99315058-3B5A-8A91-EE93-D7AC56C885E2}"/>
              </a:ext>
            </a:extLst>
          </p:cNvPr>
          <p:cNvSpPr/>
          <p:nvPr/>
        </p:nvSpPr>
        <p:spPr>
          <a:xfrm>
            <a:off x="419100" y="6638989"/>
            <a:ext cx="2794000" cy="92589"/>
          </a:xfrm>
          <a:prstGeom prst="rect">
            <a:avLst/>
          </a:prstGeom>
          <a:noFill/>
          <a:ln/>
        </p:spPr>
        <p:txBody>
          <a:bodyPr wrap="square" lIns="0" tIns="0" rIns="0" bIns="0" rtlCol="0" anchor="t">
            <a:spAutoFit/>
          </a:bodyPr>
          <a:lstStyle/>
          <a:p>
            <a:pPr>
              <a:lnSpc>
                <a:spcPct val="75000"/>
              </a:lnSpc>
            </a:pPr>
            <a:r>
              <a:rPr lang="en-US" sz="800" b="0" i="0" dirty="0">
                <a:solidFill>
                  <a:schemeClr val="tx1"/>
                </a:solidFill>
                <a:latin typeface="Arial" panose="020B0604020202020204" pitchFamily="34" charset="0"/>
                <a:ea typeface="Arial" pitchFamily="34" charset="-122"/>
                <a:cs typeface="Arial" panose="020B0604020202020204" pitchFamily="34" charset="0"/>
              </a:rPr>
              <a:t>©  2026 Western Digital Corporation. All rights reserved.</a:t>
            </a:r>
            <a:endParaRPr lang="en-US" sz="800" b="0" i="0" dirty="0">
              <a:solidFill>
                <a:schemeClr val="tx1"/>
              </a:solidFill>
              <a:latin typeface="Arial" panose="020B0604020202020204" pitchFamily="34" charset="0"/>
              <a:cs typeface="Arial" panose="020B0604020202020204" pitchFamily="34" charset="0"/>
            </a:endParaRPr>
          </a:p>
        </p:txBody>
      </p:sp>
      <p:sp>
        <p:nvSpPr>
          <p:cNvPr id="7" name="Slide Number Placeholder 1">
            <a:extLst>
              <a:ext uri="{FF2B5EF4-FFF2-40B4-BE49-F238E27FC236}">
                <a16:creationId xmlns:a16="http://schemas.microsoft.com/office/drawing/2014/main" id="{B942D230-5F44-4C6A-579D-EB0103DBE012}"/>
              </a:ext>
            </a:extLst>
          </p:cNvPr>
          <p:cNvSpPr>
            <a:spLocks noGrp="1"/>
          </p:cNvSpPr>
          <p:nvPr>
            <p:ph type="sldNum" sz="quarter" idx="4"/>
          </p:nvPr>
        </p:nvSpPr>
        <p:spPr>
          <a:xfrm>
            <a:off x="11215668" y="6562157"/>
            <a:ext cx="658832" cy="215444"/>
          </a:xfrm>
          <a:prstGeom prst="rect">
            <a:avLst/>
          </a:prstGeom>
        </p:spPr>
        <p:txBody>
          <a:bodyPr vert="horz" lIns="91440" tIns="45720" rIns="0" bIns="45720" rtlCol="0" anchor="ctr">
            <a:spAutoFit/>
          </a:bodyPr>
          <a:lstStyle>
            <a:lvl1pPr algn="r">
              <a:defRPr sz="800" b="0" i="0">
                <a:solidFill>
                  <a:schemeClr val="tx1"/>
                </a:solidFill>
                <a:latin typeface="Arial" panose="020B0604020202020204" pitchFamily="34" charset="0"/>
                <a:cs typeface="Arial" panose="020B0604020202020204" pitchFamily="34" charset="0"/>
              </a:defRPr>
            </a:lvl1pPr>
          </a:lstStyle>
          <a:p>
            <a:fld id="{B06B19F4-CF25-446C-B362-D8BB27BE9D9B}" type="slidenum">
              <a:rPr lang="en-US" smtClean="0"/>
              <a:t>‹#›</a:t>
            </a:fld>
            <a:endParaRPr lang="en-US"/>
          </a:p>
        </p:txBody>
      </p:sp>
      <p:sp>
        <p:nvSpPr>
          <p:cNvPr id="8" name="WD Confidential">
            <a:extLst>
              <a:ext uri="{FF2B5EF4-FFF2-40B4-BE49-F238E27FC236}">
                <a16:creationId xmlns:a16="http://schemas.microsoft.com/office/drawing/2014/main" id="{8ED3B323-AA46-23F8-C142-6D014DD162B1}"/>
              </a:ext>
            </a:extLst>
          </p:cNvPr>
          <p:cNvSpPr/>
          <p:nvPr/>
        </p:nvSpPr>
        <p:spPr>
          <a:xfrm>
            <a:off x="8991600" y="6638990"/>
            <a:ext cx="1244600" cy="92589"/>
          </a:xfrm>
          <a:prstGeom prst="rect">
            <a:avLst/>
          </a:prstGeom>
          <a:noFill/>
          <a:ln/>
        </p:spPr>
        <p:txBody>
          <a:bodyPr wrap="square" lIns="0" tIns="0" rIns="0" bIns="0" rtlCol="0" anchor="t">
            <a:spAutoFit/>
          </a:bodyPr>
          <a:lstStyle/>
          <a:p>
            <a:pPr>
              <a:lnSpc>
                <a:spcPct val="75000"/>
              </a:lnSpc>
            </a:pPr>
            <a:r>
              <a:rPr lang="en-US" sz="800" b="0" i="0" dirty="0">
                <a:solidFill>
                  <a:schemeClr val="tx1"/>
                </a:solidFill>
                <a:latin typeface="Arial" panose="020B0604020202020204" pitchFamily="34" charset="0"/>
                <a:ea typeface="Arial" pitchFamily="34" charset="-122"/>
                <a:cs typeface="Arial" panose="020B0604020202020204" pitchFamily="34" charset="0"/>
              </a:rPr>
              <a:t>WD CONFIDENTIAL</a:t>
            </a:r>
            <a:endParaRPr lang="en-US" sz="800" b="0" i="0" dirty="0">
              <a:solidFill>
                <a:schemeClr val="tx1"/>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582982953"/>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7.xml><?xml version="1.0" encoding="utf-8"?>
<p:sldLayout xmlns:a="http://schemas.openxmlformats.org/drawingml/2006/main" xmlns:r="http://schemas.openxmlformats.org/officeDocument/2006/relationships" xmlns:p="http://schemas.openxmlformats.org/presentationml/2006/main" preserve="1">
  <p:cSld name="1_Title, Subtitle and Content White">
    <p:bg>
      <p:bgPr>
        <a:solidFill>
          <a:schemeClr val="bg1"/>
        </a:solidFill>
        <a:effectLst/>
      </p:bgPr>
    </p:bg>
    <p:spTree>
      <p:nvGrpSpPr>
        <p:cNvPr id="1" name=""/>
        <p:cNvGrpSpPr/>
        <p:nvPr/>
      </p:nvGrpSpPr>
      <p:grpSpPr>
        <a:xfrm>
          <a:off x="0" y="0"/>
          <a:ext cx="0" cy="0"/>
          <a:chOff x="0" y="0"/>
          <a:chExt cx="0" cy="0"/>
        </a:xfrm>
      </p:grpSpPr>
      <p:sp>
        <p:nvSpPr>
          <p:cNvPr id="3" name="Text Placeholder 14">
            <a:extLst>
              <a:ext uri="{FF2B5EF4-FFF2-40B4-BE49-F238E27FC236}">
                <a16:creationId xmlns:a16="http://schemas.microsoft.com/office/drawing/2014/main" id="{CD24FD7F-7349-F1F5-223D-7F65E42A021E}"/>
              </a:ext>
            </a:extLst>
          </p:cNvPr>
          <p:cNvSpPr>
            <a:spLocks noGrp="1"/>
          </p:cNvSpPr>
          <p:nvPr>
            <p:ph type="body" sz="quarter" idx="15" hasCustomPrompt="1"/>
          </p:nvPr>
        </p:nvSpPr>
        <p:spPr>
          <a:xfrm>
            <a:off x="339633" y="1954332"/>
            <a:ext cx="4765767" cy="338554"/>
          </a:xfrm>
          <a:prstGeom prst="rect">
            <a:avLst/>
          </a:prstGeom>
        </p:spPr>
        <p:txBody>
          <a:bodyPr wrap="square" lIns="73152" rIns="0">
            <a:spAutoFit/>
          </a:bodyPr>
          <a:lstStyle>
            <a:lvl1pPr>
              <a:lnSpc>
                <a:spcPct val="100000"/>
              </a:lnSpc>
              <a:buNone/>
              <a:defRPr sz="1600" b="1" i="0" spc="-40">
                <a:solidFill>
                  <a:schemeClr val="tx2"/>
                </a:solidFill>
                <a:latin typeface="Arial" panose="020B0604020202020204" pitchFamily="34" charset="0"/>
                <a:cs typeface="Arial" panose="020B0604020202020204" pitchFamily="34" charset="0"/>
              </a:defRPr>
            </a:lvl1pPr>
          </a:lstStyle>
          <a:p>
            <a:pPr lvl="0"/>
            <a:r>
              <a:rPr lang="en-US" b="1" dirty="0"/>
              <a:t>Subhead goes here</a:t>
            </a:r>
          </a:p>
        </p:txBody>
      </p:sp>
      <p:pic>
        <p:nvPicPr>
          <p:cNvPr id="4" name="Logo" descr="preencoded.png">
            <a:extLst>
              <a:ext uri="{FF2B5EF4-FFF2-40B4-BE49-F238E27FC236}">
                <a16:creationId xmlns:a16="http://schemas.microsoft.com/office/drawing/2014/main" id="{1BFF3DBF-B6EF-B5B6-80ED-BD1700741144}"/>
              </a:ext>
            </a:extLst>
          </p:cNvPr>
          <p:cNvPicPr>
            <a:picLocks noChangeAspect="1"/>
          </p:cNvPicPr>
          <p:nvPr/>
        </p:nvPicPr>
        <p:blipFill>
          <a:blip>
            <a:extLst>
              <a:ext uri="{96DAC541-7B7A-43D3-8B79-37D633B846F1}">
                <asvg:svgBlip xmlns:asvg="http://schemas.microsoft.com/office/drawing/2016/SVG/main" r:embed="rId2"/>
              </a:ext>
            </a:extLst>
          </a:blip>
          <a:srcRect/>
          <a:stretch/>
        </p:blipFill>
        <p:spPr>
          <a:xfrm>
            <a:off x="10902950" y="419100"/>
            <a:ext cx="869950" cy="222250"/>
          </a:xfrm>
          <a:prstGeom prst="rect">
            <a:avLst/>
          </a:prstGeom>
        </p:spPr>
      </p:pic>
      <p:sp>
        <p:nvSpPr>
          <p:cNvPr id="2" name="Text Placeholder 14">
            <a:extLst>
              <a:ext uri="{FF2B5EF4-FFF2-40B4-BE49-F238E27FC236}">
                <a16:creationId xmlns:a16="http://schemas.microsoft.com/office/drawing/2014/main" id="{AF1085EB-B6B3-04CF-7847-B672F38F3F86}"/>
              </a:ext>
            </a:extLst>
          </p:cNvPr>
          <p:cNvSpPr>
            <a:spLocks noGrp="1"/>
          </p:cNvSpPr>
          <p:nvPr>
            <p:ph type="body" sz="quarter" idx="13" hasCustomPrompt="1"/>
          </p:nvPr>
        </p:nvSpPr>
        <p:spPr>
          <a:xfrm>
            <a:off x="339725" y="333800"/>
            <a:ext cx="2860675" cy="307777"/>
          </a:xfrm>
          <a:prstGeom prst="rect">
            <a:avLst/>
          </a:prstGeom>
        </p:spPr>
        <p:txBody>
          <a:bodyPr wrap="square" lIns="82296" rIns="0">
            <a:spAutoFit/>
          </a:bodyPr>
          <a:lstStyle>
            <a:lvl1pPr>
              <a:lnSpc>
                <a:spcPct val="100000"/>
              </a:lnSpc>
              <a:buNone/>
              <a:defRPr sz="1400" b="1" i="0" spc="-30">
                <a:solidFill>
                  <a:schemeClr val="tx2"/>
                </a:solidFill>
                <a:latin typeface="Arial" panose="020B0604020202020204" pitchFamily="34" charset="0"/>
                <a:cs typeface="Arial" panose="020B0604020202020204" pitchFamily="34" charset="0"/>
              </a:defRPr>
            </a:lvl1pPr>
          </a:lstStyle>
          <a:p>
            <a:pPr lvl="0"/>
            <a:r>
              <a:rPr lang="en-US" b="1" dirty="0"/>
              <a:t>Section Header</a:t>
            </a:r>
          </a:p>
        </p:txBody>
      </p:sp>
      <p:sp>
        <p:nvSpPr>
          <p:cNvPr id="6" name="Title 2">
            <a:extLst>
              <a:ext uri="{FF2B5EF4-FFF2-40B4-BE49-F238E27FC236}">
                <a16:creationId xmlns:a16="http://schemas.microsoft.com/office/drawing/2014/main" id="{2AA16F8E-B090-9642-F455-E7BE04B868DB}"/>
              </a:ext>
            </a:extLst>
          </p:cNvPr>
          <p:cNvSpPr>
            <a:spLocks noGrp="1"/>
          </p:cNvSpPr>
          <p:nvPr>
            <p:ph type="title" hasCustomPrompt="1"/>
          </p:nvPr>
        </p:nvSpPr>
        <p:spPr>
          <a:xfrm>
            <a:off x="339633" y="702407"/>
            <a:ext cx="6670767" cy="1215333"/>
          </a:xfrm>
          <a:prstGeom prst="rect">
            <a:avLst/>
          </a:prstGeom>
        </p:spPr>
        <p:txBody>
          <a:bodyPr wrap="square" lIns="45720" rIns="0">
            <a:spAutoFit/>
          </a:bodyPr>
          <a:lstStyle>
            <a:lvl1pPr>
              <a:lnSpc>
                <a:spcPct val="85000"/>
              </a:lnSpc>
              <a:defRPr sz="4200" b="0" i="0" spc="-130">
                <a:solidFill>
                  <a:schemeClr val="tx2"/>
                </a:solidFill>
                <a:latin typeface="Arial" panose="020B0604020202020204" pitchFamily="34" charset="0"/>
                <a:cs typeface="Arial" panose="020B0604020202020204" pitchFamily="34" charset="0"/>
              </a:defRPr>
            </a:lvl1pPr>
          </a:lstStyle>
          <a:p>
            <a:r>
              <a:rPr lang="en-US" dirty="0"/>
              <a:t>Content Slide – Smaller, Longer Headline</a:t>
            </a:r>
          </a:p>
        </p:txBody>
      </p:sp>
      <p:sp>
        <p:nvSpPr>
          <p:cNvPr id="12" name="Text Placeholder 9">
            <a:extLst>
              <a:ext uri="{FF2B5EF4-FFF2-40B4-BE49-F238E27FC236}">
                <a16:creationId xmlns:a16="http://schemas.microsoft.com/office/drawing/2014/main" id="{590A9618-A5C7-FFFF-717E-ADCB6EA53DAF}"/>
              </a:ext>
            </a:extLst>
          </p:cNvPr>
          <p:cNvSpPr>
            <a:spLocks noGrp="1"/>
          </p:cNvSpPr>
          <p:nvPr>
            <p:ph type="body" sz="quarter" idx="16"/>
          </p:nvPr>
        </p:nvSpPr>
        <p:spPr>
          <a:xfrm>
            <a:off x="339632" y="2559700"/>
            <a:ext cx="6670768" cy="1426031"/>
          </a:xfrm>
          <a:prstGeom prst="rect">
            <a:avLst/>
          </a:prstGeom>
        </p:spPr>
        <p:txBody>
          <a:bodyPr wrap="square" lIns="82296" rIns="0">
            <a:spAutoFit/>
          </a:bodyPr>
          <a:lstStyle>
            <a:lvl1pPr>
              <a:lnSpc>
                <a:spcPct val="100000"/>
              </a:lnSpc>
              <a:defRPr sz="1400" b="0" i="0" spc="-30">
                <a:solidFill>
                  <a:schemeClr val="tx2"/>
                </a:solidFill>
                <a:latin typeface="Arial" panose="020B0604020202020204" pitchFamily="34" charset="0"/>
                <a:cs typeface="Arial" panose="020B0604020202020204" pitchFamily="34" charset="0"/>
              </a:defRPr>
            </a:lvl1pPr>
            <a:lvl2pPr>
              <a:lnSpc>
                <a:spcPct val="100000"/>
              </a:lnSpc>
              <a:defRPr sz="1400" b="0" i="0" spc="-30">
                <a:solidFill>
                  <a:schemeClr val="tx2"/>
                </a:solidFill>
                <a:latin typeface="Arial" panose="020B0604020202020204" pitchFamily="34" charset="0"/>
                <a:cs typeface="Arial" panose="020B0604020202020204" pitchFamily="34" charset="0"/>
              </a:defRPr>
            </a:lvl2pPr>
            <a:lvl3pPr>
              <a:lnSpc>
                <a:spcPct val="100000"/>
              </a:lnSpc>
              <a:defRPr sz="1400" b="0" i="0" spc="-30">
                <a:solidFill>
                  <a:schemeClr val="tx2"/>
                </a:solidFill>
                <a:latin typeface="Arial" panose="020B0604020202020204" pitchFamily="34" charset="0"/>
                <a:cs typeface="Arial" panose="020B0604020202020204" pitchFamily="34" charset="0"/>
              </a:defRPr>
            </a:lvl3pPr>
            <a:lvl4pPr>
              <a:lnSpc>
                <a:spcPct val="100000"/>
              </a:lnSpc>
              <a:defRPr sz="1400" b="0" i="0" spc="-30">
                <a:solidFill>
                  <a:schemeClr val="tx2"/>
                </a:solidFill>
                <a:latin typeface="Arial" panose="020B0604020202020204" pitchFamily="34" charset="0"/>
                <a:cs typeface="Arial" panose="020B0604020202020204" pitchFamily="34" charset="0"/>
              </a:defRPr>
            </a:lvl4pPr>
            <a:lvl5pPr>
              <a:lnSpc>
                <a:spcPct val="100000"/>
              </a:lnSpc>
              <a:defRPr sz="1400" b="0" i="0" spc="-30">
                <a:solidFill>
                  <a:schemeClr val="tx2"/>
                </a:solidFill>
                <a:latin typeface="Arial" panose="020B0604020202020204" pitchFamily="34" charset="0"/>
                <a:cs typeface="Arial" panose="020B0604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2026 Western Digital Corporation All rights reserved">
            <a:extLst>
              <a:ext uri="{FF2B5EF4-FFF2-40B4-BE49-F238E27FC236}">
                <a16:creationId xmlns:a16="http://schemas.microsoft.com/office/drawing/2014/main" id="{DE871506-8FFF-28E8-C297-BB40956DA7B4}"/>
              </a:ext>
            </a:extLst>
          </p:cNvPr>
          <p:cNvSpPr/>
          <p:nvPr/>
        </p:nvSpPr>
        <p:spPr>
          <a:xfrm>
            <a:off x="419100" y="6638989"/>
            <a:ext cx="2794000" cy="92589"/>
          </a:xfrm>
          <a:prstGeom prst="rect">
            <a:avLst/>
          </a:prstGeom>
          <a:noFill/>
          <a:ln/>
        </p:spPr>
        <p:txBody>
          <a:bodyPr wrap="square" lIns="0" tIns="0" rIns="0" bIns="0" rtlCol="0" anchor="t">
            <a:spAutoFit/>
          </a:bodyPr>
          <a:lstStyle/>
          <a:p>
            <a:pPr>
              <a:lnSpc>
                <a:spcPct val="75000"/>
              </a:lnSpc>
            </a:pPr>
            <a:r>
              <a:rPr lang="en-US" sz="800" b="0" i="0" dirty="0">
                <a:solidFill>
                  <a:schemeClr val="tx1"/>
                </a:solidFill>
                <a:latin typeface="Arial" panose="020B0604020202020204" pitchFamily="34" charset="0"/>
                <a:ea typeface="Arial" pitchFamily="34" charset="-122"/>
                <a:cs typeface="Arial" panose="020B0604020202020204" pitchFamily="34" charset="0"/>
              </a:rPr>
              <a:t>©  2026 Western Digital Corporation. All rights reserved.</a:t>
            </a:r>
            <a:endParaRPr lang="en-US" sz="800" b="0" i="0" dirty="0">
              <a:solidFill>
                <a:schemeClr val="tx1"/>
              </a:solidFill>
              <a:latin typeface="Arial" panose="020B0604020202020204" pitchFamily="34" charset="0"/>
              <a:cs typeface="Arial" panose="020B0604020202020204" pitchFamily="34" charset="0"/>
            </a:endParaRPr>
          </a:p>
        </p:txBody>
      </p:sp>
      <p:sp>
        <p:nvSpPr>
          <p:cNvPr id="9" name="Slide Number Placeholder 1">
            <a:extLst>
              <a:ext uri="{FF2B5EF4-FFF2-40B4-BE49-F238E27FC236}">
                <a16:creationId xmlns:a16="http://schemas.microsoft.com/office/drawing/2014/main" id="{CD5E26EA-FFEC-E257-87F9-03D811537CF3}"/>
              </a:ext>
            </a:extLst>
          </p:cNvPr>
          <p:cNvSpPr>
            <a:spLocks noGrp="1"/>
          </p:cNvSpPr>
          <p:nvPr>
            <p:ph type="sldNum" sz="quarter" idx="4"/>
          </p:nvPr>
        </p:nvSpPr>
        <p:spPr>
          <a:xfrm>
            <a:off x="11215668" y="6562157"/>
            <a:ext cx="658832" cy="215444"/>
          </a:xfrm>
          <a:prstGeom prst="rect">
            <a:avLst/>
          </a:prstGeom>
        </p:spPr>
        <p:txBody>
          <a:bodyPr vert="horz" lIns="91440" tIns="45720" rIns="0" bIns="45720" rtlCol="0" anchor="ctr">
            <a:spAutoFit/>
          </a:bodyPr>
          <a:lstStyle>
            <a:lvl1pPr algn="r">
              <a:defRPr sz="800" b="0" i="0">
                <a:solidFill>
                  <a:schemeClr val="tx1"/>
                </a:solidFill>
                <a:latin typeface="Arial" panose="020B0604020202020204" pitchFamily="34" charset="0"/>
                <a:cs typeface="Arial" panose="020B0604020202020204" pitchFamily="34" charset="0"/>
              </a:defRPr>
            </a:lvl1pPr>
          </a:lstStyle>
          <a:p>
            <a:fld id="{B06B19F4-CF25-446C-B362-D8BB27BE9D9B}" type="slidenum">
              <a:rPr lang="en-US" smtClean="0"/>
              <a:t>‹#›</a:t>
            </a:fld>
            <a:endParaRPr lang="en-US"/>
          </a:p>
        </p:txBody>
      </p:sp>
      <p:sp>
        <p:nvSpPr>
          <p:cNvPr id="10" name="WD Confidential">
            <a:extLst>
              <a:ext uri="{FF2B5EF4-FFF2-40B4-BE49-F238E27FC236}">
                <a16:creationId xmlns:a16="http://schemas.microsoft.com/office/drawing/2014/main" id="{EACD8185-4A42-915C-0F2E-EB0FFDF1E503}"/>
              </a:ext>
            </a:extLst>
          </p:cNvPr>
          <p:cNvSpPr/>
          <p:nvPr/>
        </p:nvSpPr>
        <p:spPr>
          <a:xfrm>
            <a:off x="8991600" y="6638990"/>
            <a:ext cx="1244600" cy="92589"/>
          </a:xfrm>
          <a:prstGeom prst="rect">
            <a:avLst/>
          </a:prstGeom>
          <a:noFill/>
          <a:ln/>
        </p:spPr>
        <p:txBody>
          <a:bodyPr wrap="square" lIns="0" tIns="0" rIns="0" bIns="0" rtlCol="0" anchor="t">
            <a:spAutoFit/>
          </a:bodyPr>
          <a:lstStyle/>
          <a:p>
            <a:pPr>
              <a:lnSpc>
                <a:spcPct val="75000"/>
              </a:lnSpc>
            </a:pPr>
            <a:r>
              <a:rPr lang="en-US" sz="800" b="0" i="0" dirty="0">
                <a:solidFill>
                  <a:schemeClr val="tx1"/>
                </a:solidFill>
                <a:latin typeface="Arial" panose="020B0604020202020204" pitchFamily="34" charset="0"/>
                <a:ea typeface="Arial" pitchFamily="34" charset="-122"/>
                <a:cs typeface="Arial" panose="020B0604020202020204" pitchFamily="34" charset="0"/>
              </a:rPr>
              <a:t>WD CONFIDENTIAL</a:t>
            </a:r>
            <a:endParaRPr lang="en-US" sz="800" b="0" i="0" dirty="0">
              <a:solidFill>
                <a:schemeClr val="tx1"/>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71651830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8.xml><?xml version="1.0" encoding="utf-8"?>
<p:sldLayout xmlns:a="http://schemas.openxmlformats.org/drawingml/2006/main" xmlns:r="http://schemas.openxmlformats.org/officeDocument/2006/relationships" xmlns:p="http://schemas.openxmlformats.org/presentationml/2006/main" preserve="1">
  <p:cSld name="1_Title, Subtitle and Content Vault Navy">
    <p:bg>
      <p:bgRef idx="1001">
        <a:schemeClr val="bg2"/>
      </p:bgRef>
    </p:bg>
    <p:spTree>
      <p:nvGrpSpPr>
        <p:cNvPr id="1" name=""/>
        <p:cNvGrpSpPr/>
        <p:nvPr/>
      </p:nvGrpSpPr>
      <p:grpSpPr>
        <a:xfrm>
          <a:off x="0" y="0"/>
          <a:ext cx="0" cy="0"/>
          <a:chOff x="0" y="0"/>
          <a:chExt cx="0" cy="0"/>
        </a:xfrm>
      </p:grpSpPr>
      <p:sp>
        <p:nvSpPr>
          <p:cNvPr id="3" name="Text Placeholder 14">
            <a:extLst>
              <a:ext uri="{FF2B5EF4-FFF2-40B4-BE49-F238E27FC236}">
                <a16:creationId xmlns:a16="http://schemas.microsoft.com/office/drawing/2014/main" id="{CD24FD7F-7349-F1F5-223D-7F65E42A021E}"/>
              </a:ext>
            </a:extLst>
          </p:cNvPr>
          <p:cNvSpPr>
            <a:spLocks noGrp="1"/>
          </p:cNvSpPr>
          <p:nvPr>
            <p:ph type="body" sz="quarter" idx="15" hasCustomPrompt="1"/>
          </p:nvPr>
        </p:nvSpPr>
        <p:spPr>
          <a:xfrm>
            <a:off x="339633" y="1954332"/>
            <a:ext cx="4765767" cy="338554"/>
          </a:xfrm>
          <a:prstGeom prst="rect">
            <a:avLst/>
          </a:prstGeom>
        </p:spPr>
        <p:txBody>
          <a:bodyPr wrap="square" lIns="73152" rIns="0">
            <a:spAutoFit/>
          </a:bodyPr>
          <a:lstStyle>
            <a:lvl1pPr>
              <a:lnSpc>
                <a:spcPct val="100000"/>
              </a:lnSpc>
              <a:buNone/>
              <a:defRPr sz="1600" b="1" i="0" spc="-40">
                <a:solidFill>
                  <a:schemeClr val="tx1"/>
                </a:solidFill>
                <a:latin typeface="Arial" panose="020B0604020202020204" pitchFamily="34" charset="0"/>
                <a:cs typeface="Arial" panose="020B0604020202020204" pitchFamily="34" charset="0"/>
              </a:defRPr>
            </a:lvl1pPr>
          </a:lstStyle>
          <a:p>
            <a:pPr lvl="0"/>
            <a:r>
              <a:rPr lang="en-US" b="1" dirty="0"/>
              <a:t>Subhead goes here</a:t>
            </a:r>
          </a:p>
        </p:txBody>
      </p:sp>
      <p:pic>
        <p:nvPicPr>
          <p:cNvPr id="4" name="Logo" descr="preencoded.png">
            <a:extLst>
              <a:ext uri="{FF2B5EF4-FFF2-40B4-BE49-F238E27FC236}">
                <a16:creationId xmlns:a16="http://schemas.microsoft.com/office/drawing/2014/main" id="{1BFF3DBF-B6EF-B5B6-80ED-BD1700741144}"/>
              </a:ext>
            </a:extLst>
          </p:cNvPr>
          <p:cNvPicPr>
            <a:picLocks noChangeAspect="1"/>
          </p:cNvPicPr>
          <p:nvPr/>
        </p:nvPicPr>
        <p:blipFill>
          <a:blip>
            <a:extLst>
              <a:ext uri="{96DAC541-7B7A-43D3-8B79-37D633B846F1}">
                <asvg:svgBlip xmlns:asvg="http://schemas.microsoft.com/office/drawing/2016/SVG/main" r:embed="rId2"/>
              </a:ext>
            </a:extLst>
          </a:blip>
          <a:srcRect/>
          <a:stretch/>
        </p:blipFill>
        <p:spPr>
          <a:xfrm>
            <a:off x="10902950" y="419100"/>
            <a:ext cx="869950" cy="222250"/>
          </a:xfrm>
          <a:prstGeom prst="rect">
            <a:avLst/>
          </a:prstGeom>
        </p:spPr>
      </p:pic>
      <p:sp>
        <p:nvSpPr>
          <p:cNvPr id="2" name="Text Placeholder 14">
            <a:extLst>
              <a:ext uri="{FF2B5EF4-FFF2-40B4-BE49-F238E27FC236}">
                <a16:creationId xmlns:a16="http://schemas.microsoft.com/office/drawing/2014/main" id="{AF1085EB-B6B3-04CF-7847-B672F38F3F86}"/>
              </a:ext>
            </a:extLst>
          </p:cNvPr>
          <p:cNvSpPr>
            <a:spLocks noGrp="1"/>
          </p:cNvSpPr>
          <p:nvPr>
            <p:ph type="body" sz="quarter" idx="13" hasCustomPrompt="1"/>
          </p:nvPr>
        </p:nvSpPr>
        <p:spPr>
          <a:xfrm>
            <a:off x="339725" y="333800"/>
            <a:ext cx="2860675" cy="307777"/>
          </a:xfrm>
          <a:prstGeom prst="rect">
            <a:avLst/>
          </a:prstGeom>
        </p:spPr>
        <p:txBody>
          <a:bodyPr wrap="square" lIns="82296" rIns="0">
            <a:spAutoFit/>
          </a:bodyPr>
          <a:lstStyle>
            <a:lvl1pPr>
              <a:lnSpc>
                <a:spcPct val="100000"/>
              </a:lnSpc>
              <a:buNone/>
              <a:defRPr sz="1400" b="1" i="0" spc="-30">
                <a:solidFill>
                  <a:schemeClr val="tx1"/>
                </a:solidFill>
                <a:latin typeface="Arial" panose="020B0604020202020204" pitchFamily="34" charset="0"/>
                <a:cs typeface="Arial" panose="020B0604020202020204" pitchFamily="34" charset="0"/>
              </a:defRPr>
            </a:lvl1pPr>
          </a:lstStyle>
          <a:p>
            <a:pPr lvl="0"/>
            <a:r>
              <a:rPr lang="en-US" b="1" dirty="0"/>
              <a:t>Section Header</a:t>
            </a:r>
          </a:p>
        </p:txBody>
      </p:sp>
      <p:sp>
        <p:nvSpPr>
          <p:cNvPr id="6" name="Title 2">
            <a:extLst>
              <a:ext uri="{FF2B5EF4-FFF2-40B4-BE49-F238E27FC236}">
                <a16:creationId xmlns:a16="http://schemas.microsoft.com/office/drawing/2014/main" id="{2AA16F8E-B090-9642-F455-E7BE04B868DB}"/>
              </a:ext>
            </a:extLst>
          </p:cNvPr>
          <p:cNvSpPr>
            <a:spLocks noGrp="1"/>
          </p:cNvSpPr>
          <p:nvPr>
            <p:ph type="title" hasCustomPrompt="1"/>
          </p:nvPr>
        </p:nvSpPr>
        <p:spPr>
          <a:xfrm>
            <a:off x="339633" y="702407"/>
            <a:ext cx="6670767" cy="1215333"/>
          </a:xfrm>
          <a:prstGeom prst="rect">
            <a:avLst/>
          </a:prstGeom>
        </p:spPr>
        <p:txBody>
          <a:bodyPr wrap="square" lIns="45720" rIns="0">
            <a:spAutoFit/>
          </a:bodyPr>
          <a:lstStyle>
            <a:lvl1pPr>
              <a:lnSpc>
                <a:spcPct val="85000"/>
              </a:lnSpc>
              <a:defRPr sz="4200" b="0" i="0" spc="-130">
                <a:solidFill>
                  <a:schemeClr val="tx1"/>
                </a:solidFill>
                <a:latin typeface="Arial" panose="020B0604020202020204" pitchFamily="34" charset="0"/>
                <a:cs typeface="Arial" panose="020B0604020202020204" pitchFamily="34" charset="0"/>
              </a:defRPr>
            </a:lvl1pPr>
          </a:lstStyle>
          <a:p>
            <a:r>
              <a:rPr lang="en-US" dirty="0"/>
              <a:t>Content Slide – Lorem Ipsum Headline</a:t>
            </a:r>
          </a:p>
        </p:txBody>
      </p:sp>
      <p:sp>
        <p:nvSpPr>
          <p:cNvPr id="12" name="Text Placeholder 9">
            <a:extLst>
              <a:ext uri="{FF2B5EF4-FFF2-40B4-BE49-F238E27FC236}">
                <a16:creationId xmlns:a16="http://schemas.microsoft.com/office/drawing/2014/main" id="{590A9618-A5C7-FFFF-717E-ADCB6EA53DAF}"/>
              </a:ext>
            </a:extLst>
          </p:cNvPr>
          <p:cNvSpPr>
            <a:spLocks noGrp="1"/>
          </p:cNvSpPr>
          <p:nvPr>
            <p:ph type="body" sz="quarter" idx="16"/>
          </p:nvPr>
        </p:nvSpPr>
        <p:spPr>
          <a:xfrm>
            <a:off x="339632" y="2559700"/>
            <a:ext cx="6670768" cy="1426031"/>
          </a:xfrm>
          <a:prstGeom prst="rect">
            <a:avLst/>
          </a:prstGeom>
        </p:spPr>
        <p:txBody>
          <a:bodyPr wrap="square" lIns="82296" rIns="0">
            <a:spAutoFit/>
          </a:bodyPr>
          <a:lstStyle>
            <a:lvl1pPr>
              <a:lnSpc>
                <a:spcPct val="100000"/>
              </a:lnSpc>
              <a:defRPr sz="1400" b="0" i="0" spc="-30">
                <a:solidFill>
                  <a:schemeClr val="tx1"/>
                </a:solidFill>
                <a:latin typeface="Arial" panose="020B0604020202020204" pitchFamily="34" charset="0"/>
                <a:cs typeface="Arial" panose="020B0604020202020204" pitchFamily="34" charset="0"/>
              </a:defRPr>
            </a:lvl1pPr>
            <a:lvl2pPr>
              <a:lnSpc>
                <a:spcPct val="100000"/>
              </a:lnSpc>
              <a:defRPr sz="1400" b="0" i="0" spc="-30">
                <a:solidFill>
                  <a:schemeClr val="tx1"/>
                </a:solidFill>
                <a:latin typeface="Arial" panose="020B0604020202020204" pitchFamily="34" charset="0"/>
                <a:cs typeface="Arial" panose="020B0604020202020204" pitchFamily="34" charset="0"/>
              </a:defRPr>
            </a:lvl2pPr>
            <a:lvl3pPr>
              <a:lnSpc>
                <a:spcPct val="100000"/>
              </a:lnSpc>
              <a:defRPr sz="1400" b="0" i="0" spc="-30">
                <a:solidFill>
                  <a:schemeClr val="tx1"/>
                </a:solidFill>
                <a:latin typeface="Arial" panose="020B0604020202020204" pitchFamily="34" charset="0"/>
                <a:cs typeface="Arial" panose="020B0604020202020204" pitchFamily="34" charset="0"/>
              </a:defRPr>
            </a:lvl3pPr>
            <a:lvl4pPr>
              <a:lnSpc>
                <a:spcPct val="100000"/>
              </a:lnSpc>
              <a:defRPr sz="1400" b="0" i="0" spc="-30">
                <a:solidFill>
                  <a:schemeClr val="tx1"/>
                </a:solidFill>
                <a:latin typeface="Arial" panose="020B0604020202020204" pitchFamily="34" charset="0"/>
                <a:cs typeface="Arial" panose="020B0604020202020204" pitchFamily="34" charset="0"/>
              </a:defRPr>
            </a:lvl4pPr>
            <a:lvl5pPr>
              <a:lnSpc>
                <a:spcPct val="100000"/>
              </a:lnSpc>
              <a:defRPr sz="1400" b="0" i="0" spc="-30">
                <a:solidFill>
                  <a:schemeClr val="tx1"/>
                </a:solidFill>
                <a:latin typeface="Arial" panose="020B0604020202020204" pitchFamily="34" charset="0"/>
                <a:cs typeface="Arial" panose="020B0604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2026 Western Digital Corporation All rights reserved">
            <a:extLst>
              <a:ext uri="{FF2B5EF4-FFF2-40B4-BE49-F238E27FC236}">
                <a16:creationId xmlns:a16="http://schemas.microsoft.com/office/drawing/2014/main" id="{1E894E91-1ADF-7A36-EBEA-795B7EF9CAF1}"/>
              </a:ext>
            </a:extLst>
          </p:cNvPr>
          <p:cNvSpPr/>
          <p:nvPr/>
        </p:nvSpPr>
        <p:spPr>
          <a:xfrm>
            <a:off x="419100" y="6638989"/>
            <a:ext cx="2794000" cy="92589"/>
          </a:xfrm>
          <a:prstGeom prst="rect">
            <a:avLst/>
          </a:prstGeom>
          <a:noFill/>
          <a:ln/>
        </p:spPr>
        <p:txBody>
          <a:bodyPr wrap="square" lIns="0" tIns="0" rIns="0" bIns="0" rtlCol="0" anchor="t">
            <a:spAutoFit/>
          </a:bodyPr>
          <a:lstStyle/>
          <a:p>
            <a:pPr>
              <a:lnSpc>
                <a:spcPct val="75000"/>
              </a:lnSpc>
            </a:pPr>
            <a:r>
              <a:rPr lang="en-US" sz="800" b="0" i="0" dirty="0">
                <a:solidFill>
                  <a:schemeClr val="tx1"/>
                </a:solidFill>
                <a:latin typeface="Arial" panose="020B0604020202020204" pitchFamily="34" charset="0"/>
                <a:ea typeface="Arial" pitchFamily="34" charset="-122"/>
                <a:cs typeface="Arial" panose="020B0604020202020204" pitchFamily="34" charset="0"/>
              </a:rPr>
              <a:t>©  2026 Western Digital Corporation. All rights reserved.</a:t>
            </a:r>
            <a:endParaRPr lang="en-US" sz="800" b="0" i="0" dirty="0">
              <a:solidFill>
                <a:schemeClr val="tx1"/>
              </a:solidFill>
              <a:latin typeface="Arial" panose="020B0604020202020204" pitchFamily="34" charset="0"/>
              <a:cs typeface="Arial" panose="020B0604020202020204" pitchFamily="34" charset="0"/>
            </a:endParaRPr>
          </a:p>
        </p:txBody>
      </p:sp>
      <p:sp>
        <p:nvSpPr>
          <p:cNvPr id="9" name="Slide Number Placeholder 1">
            <a:extLst>
              <a:ext uri="{FF2B5EF4-FFF2-40B4-BE49-F238E27FC236}">
                <a16:creationId xmlns:a16="http://schemas.microsoft.com/office/drawing/2014/main" id="{EF431CF9-6649-9BA9-2E27-DEF006649F35}"/>
              </a:ext>
            </a:extLst>
          </p:cNvPr>
          <p:cNvSpPr>
            <a:spLocks noGrp="1"/>
          </p:cNvSpPr>
          <p:nvPr>
            <p:ph type="sldNum" sz="quarter" idx="4"/>
          </p:nvPr>
        </p:nvSpPr>
        <p:spPr>
          <a:xfrm>
            <a:off x="11215668" y="6562157"/>
            <a:ext cx="658832" cy="215444"/>
          </a:xfrm>
          <a:prstGeom prst="rect">
            <a:avLst/>
          </a:prstGeom>
        </p:spPr>
        <p:txBody>
          <a:bodyPr vert="horz" lIns="91440" tIns="45720" rIns="0" bIns="45720" rtlCol="0" anchor="ctr">
            <a:spAutoFit/>
          </a:bodyPr>
          <a:lstStyle>
            <a:lvl1pPr algn="r">
              <a:defRPr sz="800" b="0" i="0">
                <a:solidFill>
                  <a:schemeClr val="tx1"/>
                </a:solidFill>
                <a:latin typeface="Arial" panose="020B0604020202020204" pitchFamily="34" charset="0"/>
                <a:cs typeface="Arial" panose="020B0604020202020204" pitchFamily="34" charset="0"/>
              </a:defRPr>
            </a:lvl1pPr>
          </a:lstStyle>
          <a:p>
            <a:fld id="{B06B19F4-CF25-446C-B362-D8BB27BE9D9B}" type="slidenum">
              <a:rPr lang="en-US" smtClean="0"/>
              <a:t>‹#›</a:t>
            </a:fld>
            <a:endParaRPr lang="en-US"/>
          </a:p>
        </p:txBody>
      </p:sp>
      <p:sp>
        <p:nvSpPr>
          <p:cNvPr id="10" name="WD Confidential">
            <a:extLst>
              <a:ext uri="{FF2B5EF4-FFF2-40B4-BE49-F238E27FC236}">
                <a16:creationId xmlns:a16="http://schemas.microsoft.com/office/drawing/2014/main" id="{7AA75334-B0E2-9798-0EAA-428DA461AE37}"/>
              </a:ext>
            </a:extLst>
          </p:cNvPr>
          <p:cNvSpPr/>
          <p:nvPr/>
        </p:nvSpPr>
        <p:spPr>
          <a:xfrm>
            <a:off x="8991600" y="6638990"/>
            <a:ext cx="1244600" cy="92589"/>
          </a:xfrm>
          <a:prstGeom prst="rect">
            <a:avLst/>
          </a:prstGeom>
          <a:noFill/>
          <a:ln/>
        </p:spPr>
        <p:txBody>
          <a:bodyPr wrap="square" lIns="0" tIns="0" rIns="0" bIns="0" rtlCol="0" anchor="t">
            <a:spAutoFit/>
          </a:bodyPr>
          <a:lstStyle/>
          <a:p>
            <a:pPr>
              <a:lnSpc>
                <a:spcPct val="75000"/>
              </a:lnSpc>
            </a:pPr>
            <a:r>
              <a:rPr lang="en-US" sz="800" b="0" i="0" dirty="0">
                <a:solidFill>
                  <a:schemeClr val="tx1"/>
                </a:solidFill>
                <a:latin typeface="Arial" panose="020B0604020202020204" pitchFamily="34" charset="0"/>
                <a:ea typeface="Arial" pitchFamily="34" charset="-122"/>
                <a:cs typeface="Arial" panose="020B0604020202020204" pitchFamily="34" charset="0"/>
              </a:rPr>
              <a:t>WD CONFIDENTIAL</a:t>
            </a:r>
            <a:endParaRPr lang="en-US" sz="800" b="0" i="0" dirty="0">
              <a:solidFill>
                <a:schemeClr val="tx1"/>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975261981"/>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9.xml><?xml version="1.0" encoding="utf-8"?>
<p:sldLayout xmlns:a="http://schemas.openxmlformats.org/drawingml/2006/main" xmlns:r="http://schemas.openxmlformats.org/officeDocument/2006/relationships" xmlns:p="http://schemas.openxmlformats.org/presentationml/2006/main" preserve="1">
  <p:cSld name="1_Title and Content White">
    <p:bg>
      <p:bgPr>
        <a:solidFill>
          <a:schemeClr val="bg1"/>
        </a:solidFill>
        <a:effectLst/>
      </p:bgPr>
    </p:bg>
    <p:spTree>
      <p:nvGrpSpPr>
        <p:cNvPr id="1" name=""/>
        <p:cNvGrpSpPr/>
        <p:nvPr/>
      </p:nvGrpSpPr>
      <p:grpSpPr>
        <a:xfrm>
          <a:off x="0" y="0"/>
          <a:ext cx="0" cy="0"/>
          <a:chOff x="0" y="0"/>
          <a:chExt cx="0" cy="0"/>
        </a:xfrm>
      </p:grpSpPr>
      <p:pic>
        <p:nvPicPr>
          <p:cNvPr id="4" name="Logo" descr="preencoded.png">
            <a:extLst>
              <a:ext uri="{FF2B5EF4-FFF2-40B4-BE49-F238E27FC236}">
                <a16:creationId xmlns:a16="http://schemas.microsoft.com/office/drawing/2014/main" id="{3DC0599E-ABE3-1DBC-6207-01260A8C27CD}"/>
              </a:ext>
            </a:extLst>
          </p:cNvPr>
          <p:cNvPicPr>
            <a:picLocks noChangeAspect="1"/>
          </p:cNvPicPr>
          <p:nvPr/>
        </p:nvPicPr>
        <p:blipFill>
          <a:blip>
            <a:extLst>
              <a:ext uri="{96DAC541-7B7A-43D3-8B79-37D633B846F1}">
                <asvg:svgBlip xmlns:asvg="http://schemas.microsoft.com/office/drawing/2016/SVG/main" r:embed="rId2"/>
              </a:ext>
            </a:extLst>
          </a:blip>
          <a:srcRect/>
          <a:stretch/>
        </p:blipFill>
        <p:spPr>
          <a:xfrm>
            <a:off x="10902950" y="419100"/>
            <a:ext cx="869950" cy="222250"/>
          </a:xfrm>
          <a:prstGeom prst="rect">
            <a:avLst/>
          </a:prstGeom>
        </p:spPr>
      </p:pic>
      <p:sp>
        <p:nvSpPr>
          <p:cNvPr id="2" name="Text Placeholder 14">
            <a:extLst>
              <a:ext uri="{FF2B5EF4-FFF2-40B4-BE49-F238E27FC236}">
                <a16:creationId xmlns:a16="http://schemas.microsoft.com/office/drawing/2014/main" id="{612F7BBF-9C82-9666-15BB-66D848FA0F87}"/>
              </a:ext>
            </a:extLst>
          </p:cNvPr>
          <p:cNvSpPr>
            <a:spLocks noGrp="1"/>
          </p:cNvSpPr>
          <p:nvPr>
            <p:ph type="body" sz="quarter" idx="13" hasCustomPrompt="1"/>
          </p:nvPr>
        </p:nvSpPr>
        <p:spPr>
          <a:xfrm>
            <a:off x="339725" y="333800"/>
            <a:ext cx="2860675" cy="307777"/>
          </a:xfrm>
          <a:prstGeom prst="rect">
            <a:avLst/>
          </a:prstGeom>
        </p:spPr>
        <p:txBody>
          <a:bodyPr wrap="square" lIns="82296" rIns="0">
            <a:spAutoFit/>
          </a:bodyPr>
          <a:lstStyle>
            <a:lvl1pPr>
              <a:lnSpc>
                <a:spcPct val="100000"/>
              </a:lnSpc>
              <a:buNone/>
              <a:defRPr sz="1400" b="1" i="0" spc="-30">
                <a:solidFill>
                  <a:schemeClr val="tx2"/>
                </a:solidFill>
                <a:latin typeface="Arial" panose="020B0604020202020204" pitchFamily="34" charset="0"/>
                <a:cs typeface="Arial" panose="020B0604020202020204" pitchFamily="34" charset="0"/>
              </a:defRPr>
            </a:lvl1pPr>
          </a:lstStyle>
          <a:p>
            <a:pPr lvl="0"/>
            <a:r>
              <a:rPr lang="en-US" b="1" dirty="0"/>
              <a:t>Section Header</a:t>
            </a:r>
          </a:p>
        </p:txBody>
      </p:sp>
      <p:sp>
        <p:nvSpPr>
          <p:cNvPr id="3" name="Title 2">
            <a:extLst>
              <a:ext uri="{FF2B5EF4-FFF2-40B4-BE49-F238E27FC236}">
                <a16:creationId xmlns:a16="http://schemas.microsoft.com/office/drawing/2014/main" id="{2D0A2714-C0DF-0C80-9966-02DC68D5F681}"/>
              </a:ext>
            </a:extLst>
          </p:cNvPr>
          <p:cNvSpPr>
            <a:spLocks noGrp="1"/>
          </p:cNvSpPr>
          <p:nvPr>
            <p:ph type="title" hasCustomPrompt="1"/>
          </p:nvPr>
        </p:nvSpPr>
        <p:spPr>
          <a:xfrm>
            <a:off x="339633" y="702407"/>
            <a:ext cx="6670767" cy="1215333"/>
          </a:xfrm>
          <a:prstGeom prst="rect">
            <a:avLst/>
          </a:prstGeom>
        </p:spPr>
        <p:txBody>
          <a:bodyPr wrap="square" lIns="45720" rIns="0">
            <a:spAutoFit/>
          </a:bodyPr>
          <a:lstStyle>
            <a:lvl1pPr>
              <a:lnSpc>
                <a:spcPct val="85000"/>
              </a:lnSpc>
              <a:defRPr sz="4200" b="0" i="0" spc="-130">
                <a:solidFill>
                  <a:schemeClr val="tx2"/>
                </a:solidFill>
                <a:latin typeface="Arial" panose="020B0604020202020204" pitchFamily="34" charset="0"/>
                <a:cs typeface="Arial" panose="020B0604020202020204" pitchFamily="34" charset="0"/>
              </a:defRPr>
            </a:lvl1pPr>
          </a:lstStyle>
          <a:p>
            <a:r>
              <a:rPr lang="en-US" dirty="0"/>
              <a:t>Content Slide – Smaller, Longer Headline</a:t>
            </a:r>
          </a:p>
        </p:txBody>
      </p:sp>
      <p:sp>
        <p:nvSpPr>
          <p:cNvPr id="9" name="Text Placeholder 9">
            <a:extLst>
              <a:ext uri="{FF2B5EF4-FFF2-40B4-BE49-F238E27FC236}">
                <a16:creationId xmlns:a16="http://schemas.microsoft.com/office/drawing/2014/main" id="{1CE56D40-6ADB-3A0A-0BDC-D6D00D929BE5}"/>
              </a:ext>
            </a:extLst>
          </p:cNvPr>
          <p:cNvSpPr>
            <a:spLocks noGrp="1"/>
          </p:cNvSpPr>
          <p:nvPr>
            <p:ph type="body" sz="quarter" idx="15"/>
          </p:nvPr>
        </p:nvSpPr>
        <p:spPr>
          <a:xfrm>
            <a:off x="339632" y="2156037"/>
            <a:ext cx="6670768" cy="1426031"/>
          </a:xfrm>
          <a:prstGeom prst="rect">
            <a:avLst/>
          </a:prstGeom>
        </p:spPr>
        <p:txBody>
          <a:bodyPr wrap="square" lIns="82296" rIns="0">
            <a:spAutoFit/>
          </a:bodyPr>
          <a:lstStyle>
            <a:lvl1pPr>
              <a:lnSpc>
                <a:spcPct val="100000"/>
              </a:lnSpc>
              <a:defRPr sz="1400" b="0" i="0" spc="-30">
                <a:solidFill>
                  <a:schemeClr val="tx2"/>
                </a:solidFill>
                <a:latin typeface="Arial" panose="020B0604020202020204" pitchFamily="34" charset="0"/>
                <a:cs typeface="Arial" panose="020B0604020202020204" pitchFamily="34" charset="0"/>
              </a:defRPr>
            </a:lvl1pPr>
            <a:lvl2pPr>
              <a:lnSpc>
                <a:spcPct val="100000"/>
              </a:lnSpc>
              <a:defRPr sz="1400" b="0" i="0" spc="-30">
                <a:solidFill>
                  <a:schemeClr val="tx2"/>
                </a:solidFill>
                <a:latin typeface="Arial" panose="020B0604020202020204" pitchFamily="34" charset="0"/>
                <a:cs typeface="Arial" panose="020B0604020202020204" pitchFamily="34" charset="0"/>
              </a:defRPr>
            </a:lvl2pPr>
            <a:lvl3pPr>
              <a:lnSpc>
                <a:spcPct val="100000"/>
              </a:lnSpc>
              <a:defRPr sz="1400" b="0" i="0" spc="-30">
                <a:solidFill>
                  <a:schemeClr val="tx2"/>
                </a:solidFill>
                <a:latin typeface="Arial" panose="020B0604020202020204" pitchFamily="34" charset="0"/>
                <a:cs typeface="Arial" panose="020B0604020202020204" pitchFamily="34" charset="0"/>
              </a:defRPr>
            </a:lvl3pPr>
            <a:lvl4pPr>
              <a:lnSpc>
                <a:spcPct val="100000"/>
              </a:lnSpc>
              <a:defRPr sz="1400" b="0" i="0" spc="-30">
                <a:solidFill>
                  <a:schemeClr val="tx2"/>
                </a:solidFill>
                <a:latin typeface="Arial" panose="020B0604020202020204" pitchFamily="34" charset="0"/>
                <a:cs typeface="Arial" panose="020B0604020202020204" pitchFamily="34" charset="0"/>
              </a:defRPr>
            </a:lvl4pPr>
            <a:lvl5pPr>
              <a:lnSpc>
                <a:spcPct val="100000"/>
              </a:lnSpc>
              <a:defRPr sz="1400" b="0" i="0" spc="-30">
                <a:solidFill>
                  <a:schemeClr val="tx2"/>
                </a:solidFill>
                <a:latin typeface="Arial" panose="020B0604020202020204" pitchFamily="34" charset="0"/>
                <a:cs typeface="Arial" panose="020B0604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2026 Western Digital Corporation All rights reserved">
            <a:extLst>
              <a:ext uri="{FF2B5EF4-FFF2-40B4-BE49-F238E27FC236}">
                <a16:creationId xmlns:a16="http://schemas.microsoft.com/office/drawing/2014/main" id="{0050841B-5735-F2D5-0A78-51AD08F2F75B}"/>
              </a:ext>
            </a:extLst>
          </p:cNvPr>
          <p:cNvSpPr/>
          <p:nvPr/>
        </p:nvSpPr>
        <p:spPr>
          <a:xfrm>
            <a:off x="419100" y="6638989"/>
            <a:ext cx="2794000" cy="92589"/>
          </a:xfrm>
          <a:prstGeom prst="rect">
            <a:avLst/>
          </a:prstGeom>
          <a:noFill/>
          <a:ln/>
        </p:spPr>
        <p:txBody>
          <a:bodyPr wrap="square" lIns="0" tIns="0" rIns="0" bIns="0" rtlCol="0" anchor="t">
            <a:spAutoFit/>
          </a:bodyPr>
          <a:lstStyle/>
          <a:p>
            <a:pPr>
              <a:lnSpc>
                <a:spcPct val="75000"/>
              </a:lnSpc>
            </a:pPr>
            <a:r>
              <a:rPr lang="en-US" sz="800" b="0" i="0" dirty="0">
                <a:solidFill>
                  <a:schemeClr val="tx1"/>
                </a:solidFill>
                <a:latin typeface="Arial" panose="020B0604020202020204" pitchFamily="34" charset="0"/>
                <a:ea typeface="Arial" pitchFamily="34" charset="-122"/>
                <a:cs typeface="Arial" panose="020B0604020202020204" pitchFamily="34" charset="0"/>
              </a:rPr>
              <a:t>©  2026 Western Digital Corporation. All rights reserved.</a:t>
            </a:r>
            <a:endParaRPr lang="en-US" sz="800" b="0" i="0" dirty="0">
              <a:solidFill>
                <a:schemeClr val="tx1"/>
              </a:solidFill>
              <a:latin typeface="Arial" panose="020B0604020202020204" pitchFamily="34" charset="0"/>
              <a:cs typeface="Arial" panose="020B0604020202020204" pitchFamily="34" charset="0"/>
            </a:endParaRPr>
          </a:p>
        </p:txBody>
      </p:sp>
      <p:sp>
        <p:nvSpPr>
          <p:cNvPr id="7" name="Slide Number Placeholder 1">
            <a:extLst>
              <a:ext uri="{FF2B5EF4-FFF2-40B4-BE49-F238E27FC236}">
                <a16:creationId xmlns:a16="http://schemas.microsoft.com/office/drawing/2014/main" id="{B811A320-08A4-EF41-715C-69759B0C45A0}"/>
              </a:ext>
            </a:extLst>
          </p:cNvPr>
          <p:cNvSpPr>
            <a:spLocks noGrp="1"/>
          </p:cNvSpPr>
          <p:nvPr>
            <p:ph type="sldNum" sz="quarter" idx="4"/>
          </p:nvPr>
        </p:nvSpPr>
        <p:spPr>
          <a:xfrm>
            <a:off x="11215668" y="6562157"/>
            <a:ext cx="658832" cy="215444"/>
          </a:xfrm>
          <a:prstGeom prst="rect">
            <a:avLst/>
          </a:prstGeom>
        </p:spPr>
        <p:txBody>
          <a:bodyPr vert="horz" lIns="91440" tIns="45720" rIns="0" bIns="45720" rtlCol="0" anchor="ctr">
            <a:spAutoFit/>
          </a:bodyPr>
          <a:lstStyle>
            <a:lvl1pPr algn="r">
              <a:defRPr sz="800" b="0" i="0">
                <a:solidFill>
                  <a:schemeClr val="tx1"/>
                </a:solidFill>
                <a:latin typeface="Arial" panose="020B0604020202020204" pitchFamily="34" charset="0"/>
                <a:cs typeface="Arial" panose="020B0604020202020204" pitchFamily="34" charset="0"/>
              </a:defRPr>
            </a:lvl1pPr>
          </a:lstStyle>
          <a:p>
            <a:fld id="{B06B19F4-CF25-446C-B362-D8BB27BE9D9B}" type="slidenum">
              <a:rPr lang="en-US" smtClean="0"/>
              <a:t>‹#›</a:t>
            </a:fld>
            <a:endParaRPr lang="en-US"/>
          </a:p>
        </p:txBody>
      </p:sp>
      <p:sp>
        <p:nvSpPr>
          <p:cNvPr id="8" name="WD Confidential">
            <a:extLst>
              <a:ext uri="{FF2B5EF4-FFF2-40B4-BE49-F238E27FC236}">
                <a16:creationId xmlns:a16="http://schemas.microsoft.com/office/drawing/2014/main" id="{E4D09478-3997-80B6-4C9B-67FA61E8D9B3}"/>
              </a:ext>
            </a:extLst>
          </p:cNvPr>
          <p:cNvSpPr/>
          <p:nvPr/>
        </p:nvSpPr>
        <p:spPr>
          <a:xfrm>
            <a:off x="8991600" y="6638990"/>
            <a:ext cx="1244600" cy="92589"/>
          </a:xfrm>
          <a:prstGeom prst="rect">
            <a:avLst/>
          </a:prstGeom>
          <a:noFill/>
          <a:ln/>
        </p:spPr>
        <p:txBody>
          <a:bodyPr wrap="square" lIns="0" tIns="0" rIns="0" bIns="0" rtlCol="0" anchor="t">
            <a:spAutoFit/>
          </a:bodyPr>
          <a:lstStyle/>
          <a:p>
            <a:pPr>
              <a:lnSpc>
                <a:spcPct val="75000"/>
              </a:lnSpc>
            </a:pPr>
            <a:r>
              <a:rPr lang="en-US" sz="800" b="0" i="0" dirty="0">
                <a:solidFill>
                  <a:schemeClr val="tx1"/>
                </a:solidFill>
                <a:latin typeface="Arial" panose="020B0604020202020204" pitchFamily="34" charset="0"/>
                <a:ea typeface="Arial" pitchFamily="34" charset="-122"/>
                <a:cs typeface="Arial" panose="020B0604020202020204" pitchFamily="34" charset="0"/>
              </a:rPr>
              <a:t>WD CONFIDENTIAL</a:t>
            </a:r>
            <a:endParaRPr lang="en-US" sz="800" b="0" i="0" dirty="0">
              <a:solidFill>
                <a:schemeClr val="tx1"/>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75148872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0.xml><?xml version="1.0" encoding="utf-8"?>
<p:sldLayout xmlns:a="http://schemas.openxmlformats.org/drawingml/2006/main" xmlns:r="http://schemas.openxmlformats.org/officeDocument/2006/relationships" xmlns:p="http://schemas.openxmlformats.org/presentationml/2006/main" preserve="1">
  <p:cSld name="1_Title and Content Vault Navy">
    <p:bg>
      <p:bgRef idx="1001">
        <a:schemeClr val="bg2"/>
      </p:bgRef>
    </p:bg>
    <p:spTree>
      <p:nvGrpSpPr>
        <p:cNvPr id="1" name=""/>
        <p:cNvGrpSpPr/>
        <p:nvPr/>
      </p:nvGrpSpPr>
      <p:grpSpPr>
        <a:xfrm>
          <a:off x="0" y="0"/>
          <a:ext cx="0" cy="0"/>
          <a:chOff x="0" y="0"/>
          <a:chExt cx="0" cy="0"/>
        </a:xfrm>
      </p:grpSpPr>
      <p:pic>
        <p:nvPicPr>
          <p:cNvPr id="4" name="Logo" descr="preencoded.png">
            <a:extLst>
              <a:ext uri="{FF2B5EF4-FFF2-40B4-BE49-F238E27FC236}">
                <a16:creationId xmlns:a16="http://schemas.microsoft.com/office/drawing/2014/main" id="{3DC0599E-ABE3-1DBC-6207-01260A8C27CD}"/>
              </a:ext>
            </a:extLst>
          </p:cNvPr>
          <p:cNvPicPr>
            <a:picLocks noChangeAspect="1"/>
          </p:cNvPicPr>
          <p:nvPr/>
        </p:nvPicPr>
        <p:blipFill>
          <a:blip>
            <a:extLst>
              <a:ext uri="{96DAC541-7B7A-43D3-8B79-37D633B846F1}">
                <asvg:svgBlip xmlns:asvg="http://schemas.microsoft.com/office/drawing/2016/SVG/main" r:embed="rId2"/>
              </a:ext>
            </a:extLst>
          </a:blip>
          <a:srcRect/>
          <a:stretch/>
        </p:blipFill>
        <p:spPr>
          <a:xfrm>
            <a:off x="10902950" y="419100"/>
            <a:ext cx="869950" cy="222250"/>
          </a:xfrm>
          <a:prstGeom prst="rect">
            <a:avLst/>
          </a:prstGeom>
        </p:spPr>
      </p:pic>
      <p:sp>
        <p:nvSpPr>
          <p:cNvPr id="2" name="Text Placeholder 14">
            <a:extLst>
              <a:ext uri="{FF2B5EF4-FFF2-40B4-BE49-F238E27FC236}">
                <a16:creationId xmlns:a16="http://schemas.microsoft.com/office/drawing/2014/main" id="{612F7BBF-9C82-9666-15BB-66D848FA0F87}"/>
              </a:ext>
            </a:extLst>
          </p:cNvPr>
          <p:cNvSpPr>
            <a:spLocks noGrp="1"/>
          </p:cNvSpPr>
          <p:nvPr>
            <p:ph type="body" sz="quarter" idx="13" hasCustomPrompt="1"/>
          </p:nvPr>
        </p:nvSpPr>
        <p:spPr>
          <a:xfrm>
            <a:off x="339725" y="333800"/>
            <a:ext cx="2860675" cy="307777"/>
          </a:xfrm>
          <a:prstGeom prst="rect">
            <a:avLst/>
          </a:prstGeom>
        </p:spPr>
        <p:txBody>
          <a:bodyPr wrap="square" lIns="82296" rIns="0">
            <a:spAutoFit/>
          </a:bodyPr>
          <a:lstStyle>
            <a:lvl1pPr>
              <a:lnSpc>
                <a:spcPct val="100000"/>
              </a:lnSpc>
              <a:buNone/>
              <a:defRPr sz="1400" b="1" i="0" spc="-30">
                <a:solidFill>
                  <a:schemeClr val="tx1"/>
                </a:solidFill>
                <a:latin typeface="Arial" panose="020B0604020202020204" pitchFamily="34" charset="0"/>
                <a:cs typeface="Arial" panose="020B0604020202020204" pitchFamily="34" charset="0"/>
              </a:defRPr>
            </a:lvl1pPr>
          </a:lstStyle>
          <a:p>
            <a:pPr lvl="0"/>
            <a:r>
              <a:rPr lang="en-US" b="1" dirty="0"/>
              <a:t>Section Header</a:t>
            </a:r>
          </a:p>
        </p:txBody>
      </p:sp>
      <p:sp>
        <p:nvSpPr>
          <p:cNvPr id="3" name="Title 2">
            <a:extLst>
              <a:ext uri="{FF2B5EF4-FFF2-40B4-BE49-F238E27FC236}">
                <a16:creationId xmlns:a16="http://schemas.microsoft.com/office/drawing/2014/main" id="{2D0A2714-C0DF-0C80-9966-02DC68D5F681}"/>
              </a:ext>
            </a:extLst>
          </p:cNvPr>
          <p:cNvSpPr>
            <a:spLocks noGrp="1"/>
          </p:cNvSpPr>
          <p:nvPr>
            <p:ph type="title" hasCustomPrompt="1"/>
          </p:nvPr>
        </p:nvSpPr>
        <p:spPr>
          <a:xfrm>
            <a:off x="339633" y="702407"/>
            <a:ext cx="6670767" cy="1215333"/>
          </a:xfrm>
          <a:prstGeom prst="rect">
            <a:avLst/>
          </a:prstGeom>
        </p:spPr>
        <p:txBody>
          <a:bodyPr wrap="square" lIns="45720" rIns="0">
            <a:spAutoFit/>
          </a:bodyPr>
          <a:lstStyle>
            <a:lvl1pPr>
              <a:lnSpc>
                <a:spcPct val="85000"/>
              </a:lnSpc>
              <a:defRPr sz="4200" b="0" i="0" spc="-130">
                <a:solidFill>
                  <a:schemeClr val="tx1"/>
                </a:solidFill>
                <a:latin typeface="Arial" panose="020B0604020202020204" pitchFamily="34" charset="0"/>
                <a:cs typeface="Arial" panose="020B0604020202020204" pitchFamily="34" charset="0"/>
              </a:defRPr>
            </a:lvl1pPr>
          </a:lstStyle>
          <a:p>
            <a:r>
              <a:rPr lang="en-US" dirty="0"/>
              <a:t>Content Slide – Smaller, Longer Headline</a:t>
            </a:r>
          </a:p>
        </p:txBody>
      </p:sp>
      <p:sp>
        <p:nvSpPr>
          <p:cNvPr id="9" name="Text Placeholder 9">
            <a:extLst>
              <a:ext uri="{FF2B5EF4-FFF2-40B4-BE49-F238E27FC236}">
                <a16:creationId xmlns:a16="http://schemas.microsoft.com/office/drawing/2014/main" id="{1CE56D40-6ADB-3A0A-0BDC-D6D00D929BE5}"/>
              </a:ext>
            </a:extLst>
          </p:cNvPr>
          <p:cNvSpPr>
            <a:spLocks noGrp="1"/>
          </p:cNvSpPr>
          <p:nvPr>
            <p:ph type="body" sz="quarter" idx="15"/>
          </p:nvPr>
        </p:nvSpPr>
        <p:spPr>
          <a:xfrm>
            <a:off x="339632" y="2156037"/>
            <a:ext cx="6670768" cy="1426031"/>
          </a:xfrm>
          <a:prstGeom prst="rect">
            <a:avLst/>
          </a:prstGeom>
        </p:spPr>
        <p:txBody>
          <a:bodyPr wrap="square" lIns="82296" rIns="0">
            <a:spAutoFit/>
          </a:bodyPr>
          <a:lstStyle>
            <a:lvl1pPr>
              <a:lnSpc>
                <a:spcPct val="100000"/>
              </a:lnSpc>
              <a:defRPr sz="1400" b="0" i="0" spc="-30">
                <a:solidFill>
                  <a:schemeClr val="tx1"/>
                </a:solidFill>
                <a:latin typeface="Arial" panose="020B0604020202020204" pitchFamily="34" charset="0"/>
                <a:cs typeface="Arial" panose="020B0604020202020204" pitchFamily="34" charset="0"/>
              </a:defRPr>
            </a:lvl1pPr>
            <a:lvl2pPr>
              <a:lnSpc>
                <a:spcPct val="100000"/>
              </a:lnSpc>
              <a:defRPr sz="1400" b="0" i="0" spc="-30">
                <a:solidFill>
                  <a:schemeClr val="tx1"/>
                </a:solidFill>
                <a:latin typeface="Arial" panose="020B0604020202020204" pitchFamily="34" charset="0"/>
                <a:cs typeface="Arial" panose="020B0604020202020204" pitchFamily="34" charset="0"/>
              </a:defRPr>
            </a:lvl2pPr>
            <a:lvl3pPr>
              <a:lnSpc>
                <a:spcPct val="100000"/>
              </a:lnSpc>
              <a:defRPr sz="1400" b="0" i="0" spc="-30">
                <a:solidFill>
                  <a:schemeClr val="tx1"/>
                </a:solidFill>
                <a:latin typeface="Arial" panose="020B0604020202020204" pitchFamily="34" charset="0"/>
                <a:cs typeface="Arial" panose="020B0604020202020204" pitchFamily="34" charset="0"/>
              </a:defRPr>
            </a:lvl3pPr>
            <a:lvl4pPr>
              <a:lnSpc>
                <a:spcPct val="100000"/>
              </a:lnSpc>
              <a:defRPr sz="1400" b="0" i="0" spc="-30">
                <a:solidFill>
                  <a:schemeClr val="tx1"/>
                </a:solidFill>
                <a:latin typeface="Arial" panose="020B0604020202020204" pitchFamily="34" charset="0"/>
                <a:cs typeface="Arial" panose="020B0604020202020204" pitchFamily="34" charset="0"/>
              </a:defRPr>
            </a:lvl4pPr>
            <a:lvl5pPr>
              <a:lnSpc>
                <a:spcPct val="100000"/>
              </a:lnSpc>
              <a:defRPr sz="1400" b="0" i="0" spc="-30">
                <a:solidFill>
                  <a:schemeClr val="tx1"/>
                </a:solidFill>
                <a:latin typeface="Arial" panose="020B0604020202020204" pitchFamily="34" charset="0"/>
                <a:cs typeface="Arial" panose="020B0604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2026 Western Digital Corporation All rights reserved">
            <a:extLst>
              <a:ext uri="{FF2B5EF4-FFF2-40B4-BE49-F238E27FC236}">
                <a16:creationId xmlns:a16="http://schemas.microsoft.com/office/drawing/2014/main" id="{1CED4B45-D08E-55A5-092B-654720B07F2F}"/>
              </a:ext>
            </a:extLst>
          </p:cNvPr>
          <p:cNvSpPr/>
          <p:nvPr/>
        </p:nvSpPr>
        <p:spPr>
          <a:xfrm>
            <a:off x="419100" y="6638989"/>
            <a:ext cx="2794000" cy="92589"/>
          </a:xfrm>
          <a:prstGeom prst="rect">
            <a:avLst/>
          </a:prstGeom>
          <a:noFill/>
          <a:ln/>
        </p:spPr>
        <p:txBody>
          <a:bodyPr wrap="square" lIns="0" tIns="0" rIns="0" bIns="0" rtlCol="0" anchor="t">
            <a:spAutoFit/>
          </a:bodyPr>
          <a:lstStyle/>
          <a:p>
            <a:pPr>
              <a:lnSpc>
                <a:spcPct val="75000"/>
              </a:lnSpc>
            </a:pPr>
            <a:r>
              <a:rPr lang="en-US" sz="800" b="0" i="0" dirty="0">
                <a:solidFill>
                  <a:schemeClr val="tx1"/>
                </a:solidFill>
                <a:latin typeface="Arial" panose="020B0604020202020204" pitchFamily="34" charset="0"/>
                <a:ea typeface="Arial" pitchFamily="34" charset="-122"/>
                <a:cs typeface="Arial" panose="020B0604020202020204" pitchFamily="34" charset="0"/>
              </a:rPr>
              <a:t>©  2026 Western Digital Corporation. All rights reserved.</a:t>
            </a:r>
            <a:endParaRPr lang="en-US" sz="800" b="0" i="0" dirty="0">
              <a:solidFill>
                <a:schemeClr val="tx1"/>
              </a:solidFill>
              <a:latin typeface="Arial" panose="020B0604020202020204" pitchFamily="34" charset="0"/>
              <a:cs typeface="Arial" panose="020B0604020202020204" pitchFamily="34" charset="0"/>
            </a:endParaRPr>
          </a:p>
        </p:txBody>
      </p:sp>
      <p:sp>
        <p:nvSpPr>
          <p:cNvPr id="7" name="Slide Number Placeholder 1">
            <a:extLst>
              <a:ext uri="{FF2B5EF4-FFF2-40B4-BE49-F238E27FC236}">
                <a16:creationId xmlns:a16="http://schemas.microsoft.com/office/drawing/2014/main" id="{7E404687-BDF0-09F7-7955-7FED5A0663FA}"/>
              </a:ext>
            </a:extLst>
          </p:cNvPr>
          <p:cNvSpPr>
            <a:spLocks noGrp="1"/>
          </p:cNvSpPr>
          <p:nvPr>
            <p:ph type="sldNum" sz="quarter" idx="4"/>
          </p:nvPr>
        </p:nvSpPr>
        <p:spPr>
          <a:xfrm>
            <a:off x="11215668" y="6562157"/>
            <a:ext cx="658832" cy="215444"/>
          </a:xfrm>
          <a:prstGeom prst="rect">
            <a:avLst/>
          </a:prstGeom>
        </p:spPr>
        <p:txBody>
          <a:bodyPr vert="horz" lIns="91440" tIns="45720" rIns="0" bIns="45720" rtlCol="0" anchor="ctr">
            <a:spAutoFit/>
          </a:bodyPr>
          <a:lstStyle>
            <a:lvl1pPr algn="r">
              <a:defRPr sz="800" b="0" i="0">
                <a:solidFill>
                  <a:schemeClr val="tx1"/>
                </a:solidFill>
                <a:latin typeface="Arial" panose="020B0604020202020204" pitchFamily="34" charset="0"/>
                <a:cs typeface="Arial" panose="020B0604020202020204" pitchFamily="34" charset="0"/>
              </a:defRPr>
            </a:lvl1pPr>
          </a:lstStyle>
          <a:p>
            <a:fld id="{B06B19F4-CF25-446C-B362-D8BB27BE9D9B}" type="slidenum">
              <a:rPr lang="en-US" smtClean="0"/>
              <a:t>‹#›</a:t>
            </a:fld>
            <a:endParaRPr lang="en-US"/>
          </a:p>
        </p:txBody>
      </p:sp>
      <p:sp>
        <p:nvSpPr>
          <p:cNvPr id="8" name="WD Confidential">
            <a:extLst>
              <a:ext uri="{FF2B5EF4-FFF2-40B4-BE49-F238E27FC236}">
                <a16:creationId xmlns:a16="http://schemas.microsoft.com/office/drawing/2014/main" id="{8430F890-C0FF-20E6-617A-D6264C712F3D}"/>
              </a:ext>
            </a:extLst>
          </p:cNvPr>
          <p:cNvSpPr/>
          <p:nvPr/>
        </p:nvSpPr>
        <p:spPr>
          <a:xfrm>
            <a:off x="8991600" y="6638990"/>
            <a:ext cx="1244600" cy="92589"/>
          </a:xfrm>
          <a:prstGeom prst="rect">
            <a:avLst/>
          </a:prstGeom>
          <a:noFill/>
          <a:ln/>
        </p:spPr>
        <p:txBody>
          <a:bodyPr wrap="square" lIns="0" tIns="0" rIns="0" bIns="0" rtlCol="0" anchor="t">
            <a:spAutoFit/>
          </a:bodyPr>
          <a:lstStyle/>
          <a:p>
            <a:pPr>
              <a:lnSpc>
                <a:spcPct val="75000"/>
              </a:lnSpc>
            </a:pPr>
            <a:r>
              <a:rPr lang="en-US" sz="800" b="0" i="0" dirty="0">
                <a:solidFill>
                  <a:schemeClr val="tx1"/>
                </a:solidFill>
                <a:latin typeface="Arial" panose="020B0604020202020204" pitchFamily="34" charset="0"/>
                <a:ea typeface="Arial" pitchFamily="34" charset="-122"/>
                <a:cs typeface="Arial" panose="020B0604020202020204" pitchFamily="34" charset="0"/>
              </a:rPr>
              <a:t>WD CONFIDENTIAL</a:t>
            </a:r>
            <a:endParaRPr lang="en-US" sz="800" b="0" i="0" dirty="0">
              <a:solidFill>
                <a:schemeClr val="tx1"/>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938702348"/>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1.xml><?xml version="1.0" encoding="utf-8"?>
<p:sldLayout xmlns:a="http://schemas.openxmlformats.org/drawingml/2006/main" xmlns:r="http://schemas.openxmlformats.org/officeDocument/2006/relationships" xmlns:p="http://schemas.openxmlformats.org/presentationml/2006/main" preserve="1">
  <p:cSld name="1_Title, Subtitle and 2-Column Content White">
    <p:bg>
      <p:bgPr>
        <a:solidFill>
          <a:schemeClr val="bg1"/>
        </a:solidFill>
        <a:effectLst/>
      </p:bgPr>
    </p:bg>
    <p:spTree>
      <p:nvGrpSpPr>
        <p:cNvPr id="1" name=""/>
        <p:cNvGrpSpPr/>
        <p:nvPr/>
      </p:nvGrpSpPr>
      <p:grpSpPr>
        <a:xfrm>
          <a:off x="0" y="0"/>
          <a:ext cx="0" cy="0"/>
          <a:chOff x="0" y="0"/>
          <a:chExt cx="0" cy="0"/>
        </a:xfrm>
      </p:grpSpPr>
      <p:pic>
        <p:nvPicPr>
          <p:cNvPr id="4" name="Logo" descr="preencoded.png">
            <a:extLst>
              <a:ext uri="{FF2B5EF4-FFF2-40B4-BE49-F238E27FC236}">
                <a16:creationId xmlns:a16="http://schemas.microsoft.com/office/drawing/2014/main" id="{3DC0599E-ABE3-1DBC-6207-01260A8C27CD}"/>
              </a:ext>
            </a:extLst>
          </p:cNvPr>
          <p:cNvPicPr>
            <a:picLocks noChangeAspect="1"/>
          </p:cNvPicPr>
          <p:nvPr/>
        </p:nvPicPr>
        <p:blipFill>
          <a:blip>
            <a:extLst>
              <a:ext uri="{96DAC541-7B7A-43D3-8B79-37D633B846F1}">
                <asvg:svgBlip xmlns:asvg="http://schemas.microsoft.com/office/drawing/2016/SVG/main" r:embed="rId2"/>
              </a:ext>
            </a:extLst>
          </a:blip>
          <a:srcRect/>
          <a:stretch/>
        </p:blipFill>
        <p:spPr>
          <a:xfrm>
            <a:off x="10902950" y="419100"/>
            <a:ext cx="869950" cy="222250"/>
          </a:xfrm>
          <a:prstGeom prst="rect">
            <a:avLst/>
          </a:prstGeom>
        </p:spPr>
      </p:pic>
      <p:sp>
        <p:nvSpPr>
          <p:cNvPr id="2" name="Text Placeholder 14">
            <a:extLst>
              <a:ext uri="{FF2B5EF4-FFF2-40B4-BE49-F238E27FC236}">
                <a16:creationId xmlns:a16="http://schemas.microsoft.com/office/drawing/2014/main" id="{8BAF2F1F-41B9-6239-FDC5-2EF3FC9C2CE1}"/>
              </a:ext>
            </a:extLst>
          </p:cNvPr>
          <p:cNvSpPr>
            <a:spLocks noGrp="1"/>
          </p:cNvSpPr>
          <p:nvPr>
            <p:ph type="body" sz="quarter" idx="13" hasCustomPrompt="1"/>
          </p:nvPr>
        </p:nvSpPr>
        <p:spPr>
          <a:xfrm>
            <a:off x="339725" y="333800"/>
            <a:ext cx="2860675" cy="307777"/>
          </a:xfrm>
          <a:prstGeom prst="rect">
            <a:avLst/>
          </a:prstGeom>
        </p:spPr>
        <p:txBody>
          <a:bodyPr wrap="square" lIns="82296" rIns="0">
            <a:spAutoFit/>
          </a:bodyPr>
          <a:lstStyle>
            <a:lvl1pPr>
              <a:lnSpc>
                <a:spcPct val="100000"/>
              </a:lnSpc>
              <a:buNone/>
              <a:defRPr sz="1400" b="1" i="0" spc="-30">
                <a:solidFill>
                  <a:schemeClr val="tx2"/>
                </a:solidFill>
                <a:latin typeface="Arial" panose="020B0604020202020204" pitchFamily="34" charset="0"/>
                <a:cs typeface="Arial" panose="020B0604020202020204" pitchFamily="34" charset="0"/>
              </a:defRPr>
            </a:lvl1pPr>
          </a:lstStyle>
          <a:p>
            <a:pPr lvl="0"/>
            <a:r>
              <a:rPr lang="en-US" b="1" dirty="0"/>
              <a:t>Section Header</a:t>
            </a:r>
          </a:p>
        </p:txBody>
      </p:sp>
      <p:sp>
        <p:nvSpPr>
          <p:cNvPr id="3" name="Title 2">
            <a:extLst>
              <a:ext uri="{FF2B5EF4-FFF2-40B4-BE49-F238E27FC236}">
                <a16:creationId xmlns:a16="http://schemas.microsoft.com/office/drawing/2014/main" id="{1627E8F2-579D-4FE7-1AD9-36873A936393}"/>
              </a:ext>
            </a:extLst>
          </p:cNvPr>
          <p:cNvSpPr>
            <a:spLocks noGrp="1"/>
          </p:cNvSpPr>
          <p:nvPr>
            <p:ph type="title" hasCustomPrompt="1"/>
          </p:nvPr>
        </p:nvSpPr>
        <p:spPr>
          <a:xfrm>
            <a:off x="339632" y="702407"/>
            <a:ext cx="6670767" cy="1215333"/>
          </a:xfrm>
          <a:prstGeom prst="rect">
            <a:avLst/>
          </a:prstGeom>
        </p:spPr>
        <p:txBody>
          <a:bodyPr wrap="square" lIns="45720" rIns="0">
            <a:spAutoFit/>
          </a:bodyPr>
          <a:lstStyle>
            <a:lvl1pPr>
              <a:lnSpc>
                <a:spcPct val="85000"/>
              </a:lnSpc>
              <a:defRPr sz="4200" b="0" i="0" spc="-130">
                <a:solidFill>
                  <a:schemeClr val="tx2"/>
                </a:solidFill>
                <a:latin typeface="Arial" panose="020B0604020202020204" pitchFamily="34" charset="0"/>
                <a:cs typeface="Arial" panose="020B0604020202020204" pitchFamily="34" charset="0"/>
              </a:defRPr>
            </a:lvl1pPr>
          </a:lstStyle>
          <a:p>
            <a:r>
              <a:rPr lang="en-US" dirty="0"/>
              <a:t>Content Slide – Smaller, Longer Headline</a:t>
            </a:r>
          </a:p>
        </p:txBody>
      </p:sp>
      <p:sp>
        <p:nvSpPr>
          <p:cNvPr id="5" name="Text Placeholder 14">
            <a:extLst>
              <a:ext uri="{FF2B5EF4-FFF2-40B4-BE49-F238E27FC236}">
                <a16:creationId xmlns:a16="http://schemas.microsoft.com/office/drawing/2014/main" id="{8D582C36-F359-A0D2-C216-FDD6A5565C37}"/>
              </a:ext>
            </a:extLst>
          </p:cNvPr>
          <p:cNvSpPr>
            <a:spLocks noGrp="1"/>
          </p:cNvSpPr>
          <p:nvPr>
            <p:ph type="body" sz="quarter" idx="17" hasCustomPrompt="1"/>
          </p:nvPr>
        </p:nvSpPr>
        <p:spPr>
          <a:xfrm>
            <a:off x="339633" y="1954332"/>
            <a:ext cx="4765767" cy="338554"/>
          </a:xfrm>
          <a:prstGeom prst="rect">
            <a:avLst/>
          </a:prstGeom>
        </p:spPr>
        <p:txBody>
          <a:bodyPr wrap="square" lIns="73152" rIns="0">
            <a:spAutoFit/>
          </a:bodyPr>
          <a:lstStyle>
            <a:lvl1pPr>
              <a:lnSpc>
                <a:spcPct val="100000"/>
              </a:lnSpc>
              <a:buNone/>
              <a:defRPr sz="1600" b="1" i="0" spc="-40">
                <a:solidFill>
                  <a:schemeClr val="tx2"/>
                </a:solidFill>
                <a:latin typeface="Arial" panose="020B0604020202020204" pitchFamily="34" charset="0"/>
                <a:cs typeface="Arial" panose="020B0604020202020204" pitchFamily="34" charset="0"/>
              </a:defRPr>
            </a:lvl1pPr>
          </a:lstStyle>
          <a:p>
            <a:pPr lvl="0"/>
            <a:r>
              <a:rPr lang="en-US" b="1" dirty="0"/>
              <a:t>Subhead goes here</a:t>
            </a:r>
          </a:p>
        </p:txBody>
      </p:sp>
      <p:sp>
        <p:nvSpPr>
          <p:cNvPr id="10" name="Content Placeholder 10">
            <a:extLst>
              <a:ext uri="{FF2B5EF4-FFF2-40B4-BE49-F238E27FC236}">
                <a16:creationId xmlns:a16="http://schemas.microsoft.com/office/drawing/2014/main" id="{AA07F6F7-51BC-E719-98A2-B0A5961040EB}"/>
              </a:ext>
            </a:extLst>
          </p:cNvPr>
          <p:cNvSpPr>
            <a:spLocks noGrp="1"/>
          </p:cNvSpPr>
          <p:nvPr>
            <p:ph sz="quarter" idx="20"/>
          </p:nvPr>
        </p:nvSpPr>
        <p:spPr>
          <a:xfrm>
            <a:off x="6077697" y="2555421"/>
            <a:ext cx="4742703" cy="1426031"/>
          </a:xfrm>
          <a:prstGeom prst="rect">
            <a:avLst/>
          </a:prstGeom>
        </p:spPr>
        <p:txBody>
          <a:bodyPr wrap="square" lIns="82296" rIns="0">
            <a:spAutoFit/>
          </a:bodyPr>
          <a:lstStyle>
            <a:lvl1pPr>
              <a:lnSpc>
                <a:spcPct val="100000"/>
              </a:lnSpc>
              <a:defRPr sz="1400" b="0" i="0" spc="-30">
                <a:solidFill>
                  <a:schemeClr val="tx2"/>
                </a:solidFill>
                <a:latin typeface="Arial" panose="020B0604020202020204" pitchFamily="34" charset="0"/>
                <a:cs typeface="Arial" panose="020B0604020202020204" pitchFamily="34" charset="0"/>
              </a:defRPr>
            </a:lvl1pPr>
            <a:lvl2pPr>
              <a:lnSpc>
                <a:spcPct val="100000"/>
              </a:lnSpc>
              <a:defRPr sz="1400" b="0" i="0" spc="-30">
                <a:solidFill>
                  <a:schemeClr val="tx2"/>
                </a:solidFill>
                <a:latin typeface="Arial" panose="020B0604020202020204" pitchFamily="34" charset="0"/>
                <a:cs typeface="Arial" panose="020B0604020202020204" pitchFamily="34" charset="0"/>
              </a:defRPr>
            </a:lvl2pPr>
            <a:lvl3pPr>
              <a:lnSpc>
                <a:spcPct val="100000"/>
              </a:lnSpc>
              <a:defRPr sz="1400" b="0" i="0" spc="-30">
                <a:solidFill>
                  <a:schemeClr val="tx2"/>
                </a:solidFill>
                <a:latin typeface="Arial" panose="020B0604020202020204" pitchFamily="34" charset="0"/>
                <a:cs typeface="Arial" panose="020B0604020202020204" pitchFamily="34" charset="0"/>
              </a:defRPr>
            </a:lvl3pPr>
            <a:lvl4pPr>
              <a:lnSpc>
                <a:spcPct val="100000"/>
              </a:lnSpc>
              <a:defRPr sz="1400" b="0" i="0" spc="-30">
                <a:solidFill>
                  <a:schemeClr val="tx2"/>
                </a:solidFill>
                <a:latin typeface="Arial" panose="020B0604020202020204" pitchFamily="34" charset="0"/>
                <a:cs typeface="Arial" panose="020B0604020202020204" pitchFamily="34" charset="0"/>
              </a:defRPr>
            </a:lvl4pPr>
            <a:lvl5pPr>
              <a:lnSpc>
                <a:spcPct val="100000"/>
              </a:lnSpc>
              <a:defRPr sz="1400" b="0" i="0" spc="-30">
                <a:solidFill>
                  <a:schemeClr val="tx2"/>
                </a:solidFill>
                <a:latin typeface="Arial" panose="020B0604020202020204" pitchFamily="34" charset="0"/>
                <a:cs typeface="Arial" panose="020B0604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1" name="Content Placeholder 10">
            <a:extLst>
              <a:ext uri="{FF2B5EF4-FFF2-40B4-BE49-F238E27FC236}">
                <a16:creationId xmlns:a16="http://schemas.microsoft.com/office/drawing/2014/main" id="{AA7E657F-2D84-5BAB-3CF6-E00EFFD7002D}"/>
              </a:ext>
            </a:extLst>
          </p:cNvPr>
          <p:cNvSpPr>
            <a:spLocks noGrp="1"/>
          </p:cNvSpPr>
          <p:nvPr>
            <p:ph sz="quarter" idx="19"/>
          </p:nvPr>
        </p:nvSpPr>
        <p:spPr>
          <a:xfrm>
            <a:off x="339633" y="2555421"/>
            <a:ext cx="4765768" cy="1426031"/>
          </a:xfrm>
          <a:prstGeom prst="rect">
            <a:avLst/>
          </a:prstGeom>
        </p:spPr>
        <p:txBody>
          <a:bodyPr wrap="square" lIns="82296" rIns="0">
            <a:spAutoFit/>
          </a:bodyPr>
          <a:lstStyle>
            <a:lvl1pPr>
              <a:lnSpc>
                <a:spcPct val="100000"/>
              </a:lnSpc>
              <a:defRPr sz="1400" b="0" i="0" spc="-30">
                <a:solidFill>
                  <a:schemeClr val="tx2"/>
                </a:solidFill>
                <a:latin typeface="Arial" panose="020B0604020202020204" pitchFamily="34" charset="0"/>
                <a:cs typeface="Arial" panose="020B0604020202020204" pitchFamily="34" charset="0"/>
              </a:defRPr>
            </a:lvl1pPr>
            <a:lvl2pPr>
              <a:lnSpc>
                <a:spcPct val="100000"/>
              </a:lnSpc>
              <a:defRPr sz="1400" b="0" i="0" spc="-30">
                <a:solidFill>
                  <a:schemeClr val="tx2"/>
                </a:solidFill>
                <a:latin typeface="Arial" panose="020B0604020202020204" pitchFamily="34" charset="0"/>
                <a:cs typeface="Arial" panose="020B0604020202020204" pitchFamily="34" charset="0"/>
              </a:defRPr>
            </a:lvl2pPr>
            <a:lvl3pPr>
              <a:lnSpc>
                <a:spcPct val="100000"/>
              </a:lnSpc>
              <a:defRPr sz="1400" b="0" i="0" spc="-30">
                <a:solidFill>
                  <a:schemeClr val="tx2"/>
                </a:solidFill>
                <a:latin typeface="Arial" panose="020B0604020202020204" pitchFamily="34" charset="0"/>
                <a:cs typeface="Arial" panose="020B0604020202020204" pitchFamily="34" charset="0"/>
              </a:defRPr>
            </a:lvl3pPr>
            <a:lvl4pPr>
              <a:lnSpc>
                <a:spcPct val="100000"/>
              </a:lnSpc>
              <a:defRPr sz="1400" b="0" i="0" spc="-30">
                <a:solidFill>
                  <a:schemeClr val="tx2"/>
                </a:solidFill>
                <a:latin typeface="Arial" panose="020B0604020202020204" pitchFamily="34" charset="0"/>
                <a:cs typeface="Arial" panose="020B0604020202020204" pitchFamily="34" charset="0"/>
              </a:defRPr>
            </a:lvl4pPr>
            <a:lvl5pPr>
              <a:lnSpc>
                <a:spcPct val="100000"/>
              </a:lnSpc>
              <a:defRPr sz="1400" b="0" i="0" spc="-30">
                <a:solidFill>
                  <a:schemeClr val="tx2"/>
                </a:solidFill>
                <a:latin typeface="Arial" panose="020B0604020202020204" pitchFamily="34" charset="0"/>
                <a:cs typeface="Arial" panose="020B0604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2026 Western Digital Corporation All rights reserved">
            <a:extLst>
              <a:ext uri="{FF2B5EF4-FFF2-40B4-BE49-F238E27FC236}">
                <a16:creationId xmlns:a16="http://schemas.microsoft.com/office/drawing/2014/main" id="{0583AAAC-E43F-7CB7-FCF3-DC40FBE10141}"/>
              </a:ext>
            </a:extLst>
          </p:cNvPr>
          <p:cNvSpPr/>
          <p:nvPr/>
        </p:nvSpPr>
        <p:spPr>
          <a:xfrm>
            <a:off x="419100" y="6638989"/>
            <a:ext cx="2794000" cy="92589"/>
          </a:xfrm>
          <a:prstGeom prst="rect">
            <a:avLst/>
          </a:prstGeom>
          <a:noFill/>
          <a:ln/>
        </p:spPr>
        <p:txBody>
          <a:bodyPr wrap="square" lIns="0" tIns="0" rIns="0" bIns="0" rtlCol="0" anchor="t">
            <a:spAutoFit/>
          </a:bodyPr>
          <a:lstStyle/>
          <a:p>
            <a:pPr>
              <a:lnSpc>
                <a:spcPct val="75000"/>
              </a:lnSpc>
            </a:pPr>
            <a:r>
              <a:rPr lang="en-US" sz="800" b="0" i="0" dirty="0">
                <a:solidFill>
                  <a:schemeClr val="tx1"/>
                </a:solidFill>
                <a:latin typeface="Arial" panose="020B0604020202020204" pitchFamily="34" charset="0"/>
                <a:ea typeface="Arial" pitchFamily="34" charset="-122"/>
                <a:cs typeface="Arial" panose="020B0604020202020204" pitchFamily="34" charset="0"/>
              </a:rPr>
              <a:t>©  2026 Western Digital Corporation. All rights reserved.</a:t>
            </a:r>
            <a:endParaRPr lang="en-US" sz="800" b="0" i="0" dirty="0">
              <a:solidFill>
                <a:schemeClr val="tx1"/>
              </a:solidFill>
              <a:latin typeface="Arial" panose="020B0604020202020204" pitchFamily="34" charset="0"/>
              <a:cs typeface="Arial" panose="020B0604020202020204" pitchFamily="34" charset="0"/>
            </a:endParaRPr>
          </a:p>
        </p:txBody>
      </p:sp>
      <p:sp>
        <p:nvSpPr>
          <p:cNvPr id="7" name="Slide Number Placeholder 1">
            <a:extLst>
              <a:ext uri="{FF2B5EF4-FFF2-40B4-BE49-F238E27FC236}">
                <a16:creationId xmlns:a16="http://schemas.microsoft.com/office/drawing/2014/main" id="{0DB9BB98-B022-71CA-6E27-0BC0608AEF0B}"/>
              </a:ext>
            </a:extLst>
          </p:cNvPr>
          <p:cNvSpPr>
            <a:spLocks noGrp="1"/>
          </p:cNvSpPr>
          <p:nvPr>
            <p:ph type="sldNum" sz="quarter" idx="4"/>
          </p:nvPr>
        </p:nvSpPr>
        <p:spPr>
          <a:xfrm>
            <a:off x="11215668" y="6562157"/>
            <a:ext cx="658832" cy="215444"/>
          </a:xfrm>
          <a:prstGeom prst="rect">
            <a:avLst/>
          </a:prstGeom>
        </p:spPr>
        <p:txBody>
          <a:bodyPr vert="horz" lIns="91440" tIns="45720" rIns="0" bIns="45720" rtlCol="0" anchor="ctr">
            <a:spAutoFit/>
          </a:bodyPr>
          <a:lstStyle>
            <a:lvl1pPr algn="r">
              <a:defRPr sz="800" b="0" i="0">
                <a:solidFill>
                  <a:schemeClr val="tx1"/>
                </a:solidFill>
                <a:latin typeface="Arial" panose="020B0604020202020204" pitchFamily="34" charset="0"/>
                <a:cs typeface="Arial" panose="020B0604020202020204" pitchFamily="34" charset="0"/>
              </a:defRPr>
            </a:lvl1pPr>
          </a:lstStyle>
          <a:p>
            <a:fld id="{B06B19F4-CF25-446C-B362-D8BB27BE9D9B}" type="slidenum">
              <a:rPr lang="en-US" smtClean="0"/>
              <a:t>‹#›</a:t>
            </a:fld>
            <a:endParaRPr lang="en-US"/>
          </a:p>
        </p:txBody>
      </p:sp>
      <p:sp>
        <p:nvSpPr>
          <p:cNvPr id="8" name="WD Confidential">
            <a:extLst>
              <a:ext uri="{FF2B5EF4-FFF2-40B4-BE49-F238E27FC236}">
                <a16:creationId xmlns:a16="http://schemas.microsoft.com/office/drawing/2014/main" id="{79654493-A604-7DF1-23A3-0683CB24E17A}"/>
              </a:ext>
            </a:extLst>
          </p:cNvPr>
          <p:cNvSpPr/>
          <p:nvPr/>
        </p:nvSpPr>
        <p:spPr>
          <a:xfrm>
            <a:off x="8991600" y="6638990"/>
            <a:ext cx="1244600" cy="92589"/>
          </a:xfrm>
          <a:prstGeom prst="rect">
            <a:avLst/>
          </a:prstGeom>
          <a:noFill/>
          <a:ln/>
        </p:spPr>
        <p:txBody>
          <a:bodyPr wrap="square" lIns="0" tIns="0" rIns="0" bIns="0" rtlCol="0" anchor="t">
            <a:spAutoFit/>
          </a:bodyPr>
          <a:lstStyle/>
          <a:p>
            <a:pPr>
              <a:lnSpc>
                <a:spcPct val="75000"/>
              </a:lnSpc>
            </a:pPr>
            <a:r>
              <a:rPr lang="en-US" sz="800" b="0" i="0" dirty="0">
                <a:solidFill>
                  <a:schemeClr val="tx1"/>
                </a:solidFill>
                <a:latin typeface="Arial" panose="020B0604020202020204" pitchFamily="34" charset="0"/>
                <a:ea typeface="Arial" pitchFamily="34" charset="-122"/>
                <a:cs typeface="Arial" panose="020B0604020202020204" pitchFamily="34" charset="0"/>
              </a:rPr>
              <a:t>WD CONFIDENTIAL</a:t>
            </a:r>
            <a:endParaRPr lang="en-US" sz="800" b="0" i="0" dirty="0">
              <a:solidFill>
                <a:schemeClr val="tx1"/>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99384838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2.xml><?xml version="1.0" encoding="utf-8"?>
<p:sldLayout xmlns:a="http://schemas.openxmlformats.org/drawingml/2006/main" xmlns:r="http://schemas.openxmlformats.org/officeDocument/2006/relationships" xmlns:p="http://schemas.openxmlformats.org/presentationml/2006/main" preserve="1">
  <p:cSld name="1_Title, Subtitle and 2-Column Content Vault Navy">
    <p:bg>
      <p:bgRef idx="1001">
        <a:schemeClr val="bg2"/>
      </p:bgRef>
    </p:bg>
    <p:spTree>
      <p:nvGrpSpPr>
        <p:cNvPr id="1" name=""/>
        <p:cNvGrpSpPr/>
        <p:nvPr/>
      </p:nvGrpSpPr>
      <p:grpSpPr>
        <a:xfrm>
          <a:off x="0" y="0"/>
          <a:ext cx="0" cy="0"/>
          <a:chOff x="0" y="0"/>
          <a:chExt cx="0" cy="0"/>
        </a:xfrm>
      </p:grpSpPr>
      <p:pic>
        <p:nvPicPr>
          <p:cNvPr id="4" name="Logo" descr="preencoded.png">
            <a:extLst>
              <a:ext uri="{FF2B5EF4-FFF2-40B4-BE49-F238E27FC236}">
                <a16:creationId xmlns:a16="http://schemas.microsoft.com/office/drawing/2014/main" id="{3DC0599E-ABE3-1DBC-6207-01260A8C27CD}"/>
              </a:ext>
            </a:extLst>
          </p:cNvPr>
          <p:cNvPicPr>
            <a:picLocks noChangeAspect="1"/>
          </p:cNvPicPr>
          <p:nvPr/>
        </p:nvPicPr>
        <p:blipFill>
          <a:blip>
            <a:extLst>
              <a:ext uri="{96DAC541-7B7A-43D3-8B79-37D633B846F1}">
                <asvg:svgBlip xmlns:asvg="http://schemas.microsoft.com/office/drawing/2016/SVG/main" r:embed="rId2"/>
              </a:ext>
            </a:extLst>
          </a:blip>
          <a:srcRect/>
          <a:stretch/>
        </p:blipFill>
        <p:spPr>
          <a:xfrm>
            <a:off x="10902950" y="419100"/>
            <a:ext cx="869950" cy="222250"/>
          </a:xfrm>
          <a:prstGeom prst="rect">
            <a:avLst/>
          </a:prstGeom>
        </p:spPr>
      </p:pic>
      <p:sp>
        <p:nvSpPr>
          <p:cNvPr id="2" name="Text Placeholder 14">
            <a:extLst>
              <a:ext uri="{FF2B5EF4-FFF2-40B4-BE49-F238E27FC236}">
                <a16:creationId xmlns:a16="http://schemas.microsoft.com/office/drawing/2014/main" id="{8BAF2F1F-41B9-6239-FDC5-2EF3FC9C2CE1}"/>
              </a:ext>
            </a:extLst>
          </p:cNvPr>
          <p:cNvSpPr>
            <a:spLocks noGrp="1"/>
          </p:cNvSpPr>
          <p:nvPr>
            <p:ph type="body" sz="quarter" idx="13" hasCustomPrompt="1"/>
          </p:nvPr>
        </p:nvSpPr>
        <p:spPr>
          <a:xfrm>
            <a:off x="339725" y="333800"/>
            <a:ext cx="2860675" cy="307777"/>
          </a:xfrm>
          <a:prstGeom prst="rect">
            <a:avLst/>
          </a:prstGeom>
        </p:spPr>
        <p:txBody>
          <a:bodyPr wrap="square" lIns="82296" rIns="0">
            <a:spAutoFit/>
          </a:bodyPr>
          <a:lstStyle>
            <a:lvl1pPr>
              <a:lnSpc>
                <a:spcPct val="100000"/>
              </a:lnSpc>
              <a:buNone/>
              <a:defRPr sz="1400" b="1" i="0" spc="-30">
                <a:solidFill>
                  <a:schemeClr val="tx1"/>
                </a:solidFill>
                <a:latin typeface="Arial" panose="020B0604020202020204" pitchFamily="34" charset="0"/>
                <a:cs typeface="Arial" panose="020B0604020202020204" pitchFamily="34" charset="0"/>
              </a:defRPr>
            </a:lvl1pPr>
          </a:lstStyle>
          <a:p>
            <a:pPr lvl="0"/>
            <a:r>
              <a:rPr lang="en-US" b="1" dirty="0"/>
              <a:t>Section Header</a:t>
            </a:r>
          </a:p>
        </p:txBody>
      </p:sp>
      <p:sp>
        <p:nvSpPr>
          <p:cNvPr id="3" name="Title 2">
            <a:extLst>
              <a:ext uri="{FF2B5EF4-FFF2-40B4-BE49-F238E27FC236}">
                <a16:creationId xmlns:a16="http://schemas.microsoft.com/office/drawing/2014/main" id="{1627E8F2-579D-4FE7-1AD9-36873A936393}"/>
              </a:ext>
            </a:extLst>
          </p:cNvPr>
          <p:cNvSpPr>
            <a:spLocks noGrp="1"/>
          </p:cNvSpPr>
          <p:nvPr>
            <p:ph type="title" hasCustomPrompt="1"/>
          </p:nvPr>
        </p:nvSpPr>
        <p:spPr>
          <a:xfrm>
            <a:off x="339632" y="702407"/>
            <a:ext cx="6670767" cy="1215333"/>
          </a:xfrm>
          <a:prstGeom prst="rect">
            <a:avLst/>
          </a:prstGeom>
        </p:spPr>
        <p:txBody>
          <a:bodyPr wrap="square" lIns="45720" rIns="0">
            <a:spAutoFit/>
          </a:bodyPr>
          <a:lstStyle>
            <a:lvl1pPr>
              <a:lnSpc>
                <a:spcPct val="85000"/>
              </a:lnSpc>
              <a:defRPr sz="4200" b="0" i="0" spc="-130">
                <a:solidFill>
                  <a:schemeClr val="tx1"/>
                </a:solidFill>
                <a:latin typeface="Arial" panose="020B0604020202020204" pitchFamily="34" charset="0"/>
                <a:cs typeface="Arial" panose="020B0604020202020204" pitchFamily="34" charset="0"/>
              </a:defRPr>
            </a:lvl1pPr>
          </a:lstStyle>
          <a:p>
            <a:r>
              <a:rPr lang="en-US" dirty="0"/>
              <a:t>Content Slide – Smaller, Longer Headline</a:t>
            </a:r>
          </a:p>
        </p:txBody>
      </p:sp>
      <p:sp>
        <p:nvSpPr>
          <p:cNvPr id="5" name="Text Placeholder 14">
            <a:extLst>
              <a:ext uri="{FF2B5EF4-FFF2-40B4-BE49-F238E27FC236}">
                <a16:creationId xmlns:a16="http://schemas.microsoft.com/office/drawing/2014/main" id="{8D582C36-F359-A0D2-C216-FDD6A5565C37}"/>
              </a:ext>
            </a:extLst>
          </p:cNvPr>
          <p:cNvSpPr>
            <a:spLocks noGrp="1"/>
          </p:cNvSpPr>
          <p:nvPr>
            <p:ph type="body" sz="quarter" idx="17" hasCustomPrompt="1"/>
          </p:nvPr>
        </p:nvSpPr>
        <p:spPr>
          <a:xfrm>
            <a:off x="339633" y="1954332"/>
            <a:ext cx="4765767" cy="338554"/>
          </a:xfrm>
          <a:prstGeom prst="rect">
            <a:avLst/>
          </a:prstGeom>
        </p:spPr>
        <p:txBody>
          <a:bodyPr wrap="square" lIns="73152" rIns="0">
            <a:spAutoFit/>
          </a:bodyPr>
          <a:lstStyle>
            <a:lvl1pPr>
              <a:lnSpc>
                <a:spcPct val="100000"/>
              </a:lnSpc>
              <a:buNone/>
              <a:defRPr sz="1600" b="1" i="0" spc="-40">
                <a:solidFill>
                  <a:schemeClr val="tx1"/>
                </a:solidFill>
                <a:latin typeface="Arial" panose="020B0604020202020204" pitchFamily="34" charset="0"/>
                <a:cs typeface="Arial" panose="020B0604020202020204" pitchFamily="34" charset="0"/>
              </a:defRPr>
            </a:lvl1pPr>
          </a:lstStyle>
          <a:p>
            <a:pPr lvl="0"/>
            <a:r>
              <a:rPr lang="en-US" b="1" dirty="0"/>
              <a:t>Subhead goes here</a:t>
            </a:r>
          </a:p>
        </p:txBody>
      </p:sp>
      <p:sp>
        <p:nvSpPr>
          <p:cNvPr id="10" name="Content Placeholder 10">
            <a:extLst>
              <a:ext uri="{FF2B5EF4-FFF2-40B4-BE49-F238E27FC236}">
                <a16:creationId xmlns:a16="http://schemas.microsoft.com/office/drawing/2014/main" id="{AA07F6F7-51BC-E719-98A2-B0A5961040EB}"/>
              </a:ext>
            </a:extLst>
          </p:cNvPr>
          <p:cNvSpPr>
            <a:spLocks noGrp="1"/>
          </p:cNvSpPr>
          <p:nvPr>
            <p:ph sz="quarter" idx="20"/>
          </p:nvPr>
        </p:nvSpPr>
        <p:spPr>
          <a:xfrm>
            <a:off x="6077697" y="2555421"/>
            <a:ext cx="4742703" cy="1426031"/>
          </a:xfrm>
          <a:prstGeom prst="rect">
            <a:avLst/>
          </a:prstGeom>
        </p:spPr>
        <p:txBody>
          <a:bodyPr wrap="square" lIns="82296" rIns="0">
            <a:spAutoFit/>
          </a:bodyPr>
          <a:lstStyle>
            <a:lvl1pPr>
              <a:lnSpc>
                <a:spcPct val="100000"/>
              </a:lnSpc>
              <a:defRPr sz="1400" b="0" i="0" spc="-30">
                <a:solidFill>
                  <a:schemeClr val="tx1"/>
                </a:solidFill>
                <a:latin typeface="Arial" panose="020B0604020202020204" pitchFamily="34" charset="0"/>
                <a:cs typeface="Arial" panose="020B0604020202020204" pitchFamily="34" charset="0"/>
              </a:defRPr>
            </a:lvl1pPr>
            <a:lvl2pPr>
              <a:lnSpc>
                <a:spcPct val="100000"/>
              </a:lnSpc>
              <a:defRPr sz="1400" b="0" i="0" spc="-30">
                <a:solidFill>
                  <a:schemeClr val="tx1"/>
                </a:solidFill>
                <a:latin typeface="Arial" panose="020B0604020202020204" pitchFamily="34" charset="0"/>
                <a:cs typeface="Arial" panose="020B0604020202020204" pitchFamily="34" charset="0"/>
              </a:defRPr>
            </a:lvl2pPr>
            <a:lvl3pPr>
              <a:lnSpc>
                <a:spcPct val="100000"/>
              </a:lnSpc>
              <a:defRPr sz="1400" b="0" i="0" spc="-30">
                <a:solidFill>
                  <a:schemeClr val="tx1"/>
                </a:solidFill>
                <a:latin typeface="Arial" panose="020B0604020202020204" pitchFamily="34" charset="0"/>
                <a:cs typeface="Arial" panose="020B0604020202020204" pitchFamily="34" charset="0"/>
              </a:defRPr>
            </a:lvl3pPr>
            <a:lvl4pPr>
              <a:lnSpc>
                <a:spcPct val="100000"/>
              </a:lnSpc>
              <a:defRPr sz="1400" b="0" i="0" spc="-30">
                <a:solidFill>
                  <a:schemeClr val="tx1"/>
                </a:solidFill>
                <a:latin typeface="Arial" panose="020B0604020202020204" pitchFamily="34" charset="0"/>
                <a:cs typeface="Arial" panose="020B0604020202020204" pitchFamily="34" charset="0"/>
              </a:defRPr>
            </a:lvl4pPr>
            <a:lvl5pPr>
              <a:lnSpc>
                <a:spcPct val="100000"/>
              </a:lnSpc>
              <a:defRPr sz="1400" b="0" i="0" spc="-30">
                <a:solidFill>
                  <a:schemeClr val="tx1"/>
                </a:solidFill>
                <a:latin typeface="Arial" panose="020B0604020202020204" pitchFamily="34" charset="0"/>
                <a:cs typeface="Arial" panose="020B0604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1" name="Content Placeholder 10">
            <a:extLst>
              <a:ext uri="{FF2B5EF4-FFF2-40B4-BE49-F238E27FC236}">
                <a16:creationId xmlns:a16="http://schemas.microsoft.com/office/drawing/2014/main" id="{AA7E657F-2D84-5BAB-3CF6-E00EFFD7002D}"/>
              </a:ext>
            </a:extLst>
          </p:cNvPr>
          <p:cNvSpPr>
            <a:spLocks noGrp="1"/>
          </p:cNvSpPr>
          <p:nvPr>
            <p:ph sz="quarter" idx="19"/>
          </p:nvPr>
        </p:nvSpPr>
        <p:spPr>
          <a:xfrm>
            <a:off x="339633" y="2555421"/>
            <a:ext cx="4765768" cy="1426031"/>
          </a:xfrm>
          <a:prstGeom prst="rect">
            <a:avLst/>
          </a:prstGeom>
        </p:spPr>
        <p:txBody>
          <a:bodyPr wrap="square" lIns="82296" rIns="0">
            <a:spAutoFit/>
          </a:bodyPr>
          <a:lstStyle>
            <a:lvl1pPr>
              <a:lnSpc>
                <a:spcPct val="100000"/>
              </a:lnSpc>
              <a:defRPr sz="1400" b="0" i="0" spc="-30">
                <a:solidFill>
                  <a:schemeClr val="tx1"/>
                </a:solidFill>
                <a:latin typeface="Arial" panose="020B0604020202020204" pitchFamily="34" charset="0"/>
                <a:cs typeface="Arial" panose="020B0604020202020204" pitchFamily="34" charset="0"/>
              </a:defRPr>
            </a:lvl1pPr>
            <a:lvl2pPr>
              <a:lnSpc>
                <a:spcPct val="100000"/>
              </a:lnSpc>
              <a:defRPr sz="1400" b="0" i="0" spc="-30">
                <a:solidFill>
                  <a:schemeClr val="tx1"/>
                </a:solidFill>
                <a:latin typeface="Arial" panose="020B0604020202020204" pitchFamily="34" charset="0"/>
                <a:cs typeface="Arial" panose="020B0604020202020204" pitchFamily="34" charset="0"/>
              </a:defRPr>
            </a:lvl2pPr>
            <a:lvl3pPr>
              <a:lnSpc>
                <a:spcPct val="100000"/>
              </a:lnSpc>
              <a:defRPr sz="1400" b="0" i="0" spc="-30">
                <a:solidFill>
                  <a:schemeClr val="tx1"/>
                </a:solidFill>
                <a:latin typeface="Arial" panose="020B0604020202020204" pitchFamily="34" charset="0"/>
                <a:cs typeface="Arial" panose="020B0604020202020204" pitchFamily="34" charset="0"/>
              </a:defRPr>
            </a:lvl3pPr>
            <a:lvl4pPr>
              <a:lnSpc>
                <a:spcPct val="100000"/>
              </a:lnSpc>
              <a:defRPr sz="1400" b="0" i="0" spc="-30">
                <a:solidFill>
                  <a:schemeClr val="tx1"/>
                </a:solidFill>
                <a:latin typeface="Arial" panose="020B0604020202020204" pitchFamily="34" charset="0"/>
                <a:cs typeface="Arial" panose="020B0604020202020204" pitchFamily="34" charset="0"/>
              </a:defRPr>
            </a:lvl4pPr>
            <a:lvl5pPr>
              <a:lnSpc>
                <a:spcPct val="100000"/>
              </a:lnSpc>
              <a:defRPr sz="1400" b="0" i="0" spc="-30">
                <a:solidFill>
                  <a:schemeClr val="tx1"/>
                </a:solidFill>
                <a:latin typeface="Arial" panose="020B0604020202020204" pitchFamily="34" charset="0"/>
                <a:cs typeface="Arial" panose="020B0604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2026 Western Digital Corporation All rights reserved">
            <a:extLst>
              <a:ext uri="{FF2B5EF4-FFF2-40B4-BE49-F238E27FC236}">
                <a16:creationId xmlns:a16="http://schemas.microsoft.com/office/drawing/2014/main" id="{67323B64-9890-851C-CFCC-80AFAD1995B9}"/>
              </a:ext>
            </a:extLst>
          </p:cNvPr>
          <p:cNvSpPr/>
          <p:nvPr/>
        </p:nvSpPr>
        <p:spPr>
          <a:xfrm>
            <a:off x="419100" y="6638989"/>
            <a:ext cx="2794000" cy="92589"/>
          </a:xfrm>
          <a:prstGeom prst="rect">
            <a:avLst/>
          </a:prstGeom>
          <a:noFill/>
          <a:ln/>
        </p:spPr>
        <p:txBody>
          <a:bodyPr wrap="square" lIns="0" tIns="0" rIns="0" bIns="0" rtlCol="0" anchor="t">
            <a:spAutoFit/>
          </a:bodyPr>
          <a:lstStyle/>
          <a:p>
            <a:pPr>
              <a:lnSpc>
                <a:spcPct val="75000"/>
              </a:lnSpc>
            </a:pPr>
            <a:r>
              <a:rPr lang="en-US" sz="800" b="0" i="0" dirty="0">
                <a:solidFill>
                  <a:schemeClr val="tx1"/>
                </a:solidFill>
                <a:latin typeface="Arial" panose="020B0604020202020204" pitchFamily="34" charset="0"/>
                <a:ea typeface="Arial" pitchFamily="34" charset="-122"/>
                <a:cs typeface="Arial" panose="020B0604020202020204" pitchFamily="34" charset="0"/>
              </a:rPr>
              <a:t>©  2026 Western Digital Corporation. All rights reserved.</a:t>
            </a:r>
            <a:endParaRPr lang="en-US" sz="800" b="0" i="0" dirty="0">
              <a:solidFill>
                <a:schemeClr val="tx1"/>
              </a:solidFill>
              <a:latin typeface="Arial" panose="020B0604020202020204" pitchFamily="34" charset="0"/>
              <a:cs typeface="Arial" panose="020B0604020202020204" pitchFamily="34" charset="0"/>
            </a:endParaRPr>
          </a:p>
        </p:txBody>
      </p:sp>
      <p:sp>
        <p:nvSpPr>
          <p:cNvPr id="7" name="Slide Number Placeholder 1">
            <a:extLst>
              <a:ext uri="{FF2B5EF4-FFF2-40B4-BE49-F238E27FC236}">
                <a16:creationId xmlns:a16="http://schemas.microsoft.com/office/drawing/2014/main" id="{D4C19B1D-4D1D-464C-5A79-5EBBCB96EA8B}"/>
              </a:ext>
            </a:extLst>
          </p:cNvPr>
          <p:cNvSpPr>
            <a:spLocks noGrp="1"/>
          </p:cNvSpPr>
          <p:nvPr>
            <p:ph type="sldNum" sz="quarter" idx="4"/>
          </p:nvPr>
        </p:nvSpPr>
        <p:spPr>
          <a:xfrm>
            <a:off x="11215668" y="6562157"/>
            <a:ext cx="658832" cy="215444"/>
          </a:xfrm>
          <a:prstGeom prst="rect">
            <a:avLst/>
          </a:prstGeom>
        </p:spPr>
        <p:txBody>
          <a:bodyPr vert="horz" lIns="91440" tIns="45720" rIns="0" bIns="45720" rtlCol="0" anchor="ctr">
            <a:spAutoFit/>
          </a:bodyPr>
          <a:lstStyle>
            <a:lvl1pPr algn="r">
              <a:defRPr sz="800" b="0" i="0">
                <a:solidFill>
                  <a:schemeClr val="tx1"/>
                </a:solidFill>
                <a:latin typeface="Arial" panose="020B0604020202020204" pitchFamily="34" charset="0"/>
                <a:cs typeface="Arial" panose="020B0604020202020204" pitchFamily="34" charset="0"/>
              </a:defRPr>
            </a:lvl1pPr>
          </a:lstStyle>
          <a:p>
            <a:fld id="{B06B19F4-CF25-446C-B362-D8BB27BE9D9B}" type="slidenum">
              <a:rPr lang="en-US" smtClean="0"/>
              <a:t>‹#›</a:t>
            </a:fld>
            <a:endParaRPr lang="en-US"/>
          </a:p>
        </p:txBody>
      </p:sp>
      <p:sp>
        <p:nvSpPr>
          <p:cNvPr id="8" name="WD Confidential">
            <a:extLst>
              <a:ext uri="{FF2B5EF4-FFF2-40B4-BE49-F238E27FC236}">
                <a16:creationId xmlns:a16="http://schemas.microsoft.com/office/drawing/2014/main" id="{1B1A89FE-9F90-CCDF-AD06-574CC4F8AB35}"/>
              </a:ext>
            </a:extLst>
          </p:cNvPr>
          <p:cNvSpPr/>
          <p:nvPr/>
        </p:nvSpPr>
        <p:spPr>
          <a:xfrm>
            <a:off x="8991600" y="6638990"/>
            <a:ext cx="1244600" cy="92589"/>
          </a:xfrm>
          <a:prstGeom prst="rect">
            <a:avLst/>
          </a:prstGeom>
          <a:noFill/>
          <a:ln/>
        </p:spPr>
        <p:txBody>
          <a:bodyPr wrap="square" lIns="0" tIns="0" rIns="0" bIns="0" rtlCol="0" anchor="t">
            <a:spAutoFit/>
          </a:bodyPr>
          <a:lstStyle/>
          <a:p>
            <a:pPr>
              <a:lnSpc>
                <a:spcPct val="75000"/>
              </a:lnSpc>
            </a:pPr>
            <a:r>
              <a:rPr lang="en-US" sz="800" b="0" i="0" dirty="0">
                <a:solidFill>
                  <a:schemeClr val="tx1"/>
                </a:solidFill>
                <a:latin typeface="Arial" panose="020B0604020202020204" pitchFamily="34" charset="0"/>
                <a:ea typeface="Arial" pitchFamily="34" charset="-122"/>
                <a:cs typeface="Arial" panose="020B0604020202020204" pitchFamily="34" charset="0"/>
              </a:rPr>
              <a:t>WD CONFIDENTIAL</a:t>
            </a:r>
            <a:endParaRPr lang="en-US" sz="800" b="0" i="0" dirty="0">
              <a:solidFill>
                <a:schemeClr val="tx1"/>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324527614"/>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3.xml><?xml version="1.0" encoding="utf-8"?>
<p:sldLayout xmlns:a="http://schemas.openxmlformats.org/drawingml/2006/main" xmlns:r="http://schemas.openxmlformats.org/officeDocument/2006/relationships" xmlns:p="http://schemas.openxmlformats.org/presentationml/2006/main" preserve="1">
  <p:cSld name="1_Title and 2-Column Content White">
    <p:bg>
      <p:bgPr>
        <a:solidFill>
          <a:schemeClr val="bg1"/>
        </a:solidFill>
        <a:effectLst/>
      </p:bgPr>
    </p:bg>
    <p:spTree>
      <p:nvGrpSpPr>
        <p:cNvPr id="1" name=""/>
        <p:cNvGrpSpPr/>
        <p:nvPr/>
      </p:nvGrpSpPr>
      <p:grpSpPr>
        <a:xfrm>
          <a:off x="0" y="0"/>
          <a:ext cx="0" cy="0"/>
          <a:chOff x="0" y="0"/>
          <a:chExt cx="0" cy="0"/>
        </a:xfrm>
      </p:grpSpPr>
      <p:pic>
        <p:nvPicPr>
          <p:cNvPr id="4" name="Logo" descr="preencoded.png">
            <a:extLst>
              <a:ext uri="{FF2B5EF4-FFF2-40B4-BE49-F238E27FC236}">
                <a16:creationId xmlns:a16="http://schemas.microsoft.com/office/drawing/2014/main" id="{3DC0599E-ABE3-1DBC-6207-01260A8C27CD}"/>
              </a:ext>
            </a:extLst>
          </p:cNvPr>
          <p:cNvPicPr>
            <a:picLocks noChangeAspect="1"/>
          </p:cNvPicPr>
          <p:nvPr/>
        </p:nvPicPr>
        <p:blipFill>
          <a:blip>
            <a:extLst>
              <a:ext uri="{96DAC541-7B7A-43D3-8B79-37D633B846F1}">
                <asvg:svgBlip xmlns:asvg="http://schemas.microsoft.com/office/drawing/2016/SVG/main" r:embed="rId2"/>
              </a:ext>
            </a:extLst>
          </a:blip>
          <a:srcRect/>
          <a:stretch/>
        </p:blipFill>
        <p:spPr>
          <a:xfrm>
            <a:off x="10902950" y="419100"/>
            <a:ext cx="869950" cy="222250"/>
          </a:xfrm>
          <a:prstGeom prst="rect">
            <a:avLst/>
          </a:prstGeom>
        </p:spPr>
      </p:pic>
      <p:sp>
        <p:nvSpPr>
          <p:cNvPr id="2" name="Text Placeholder 14">
            <a:extLst>
              <a:ext uri="{FF2B5EF4-FFF2-40B4-BE49-F238E27FC236}">
                <a16:creationId xmlns:a16="http://schemas.microsoft.com/office/drawing/2014/main" id="{8BAF2F1F-41B9-6239-FDC5-2EF3FC9C2CE1}"/>
              </a:ext>
            </a:extLst>
          </p:cNvPr>
          <p:cNvSpPr>
            <a:spLocks noGrp="1"/>
          </p:cNvSpPr>
          <p:nvPr>
            <p:ph type="body" sz="quarter" idx="13" hasCustomPrompt="1"/>
          </p:nvPr>
        </p:nvSpPr>
        <p:spPr>
          <a:xfrm>
            <a:off x="339725" y="333800"/>
            <a:ext cx="2860675" cy="307777"/>
          </a:xfrm>
          <a:prstGeom prst="rect">
            <a:avLst/>
          </a:prstGeom>
        </p:spPr>
        <p:txBody>
          <a:bodyPr wrap="square" lIns="82296" rIns="0">
            <a:spAutoFit/>
          </a:bodyPr>
          <a:lstStyle>
            <a:lvl1pPr>
              <a:lnSpc>
                <a:spcPct val="100000"/>
              </a:lnSpc>
              <a:buNone/>
              <a:defRPr sz="1400" b="1" i="0" spc="-30">
                <a:solidFill>
                  <a:schemeClr val="tx2"/>
                </a:solidFill>
                <a:latin typeface="Arial" panose="020B0604020202020204" pitchFamily="34" charset="0"/>
                <a:cs typeface="Arial" panose="020B0604020202020204" pitchFamily="34" charset="0"/>
              </a:defRPr>
            </a:lvl1pPr>
          </a:lstStyle>
          <a:p>
            <a:pPr lvl="0"/>
            <a:r>
              <a:rPr lang="en-US" b="1" dirty="0"/>
              <a:t>Section Header</a:t>
            </a:r>
          </a:p>
        </p:txBody>
      </p:sp>
      <p:sp>
        <p:nvSpPr>
          <p:cNvPr id="3" name="Title 2">
            <a:extLst>
              <a:ext uri="{FF2B5EF4-FFF2-40B4-BE49-F238E27FC236}">
                <a16:creationId xmlns:a16="http://schemas.microsoft.com/office/drawing/2014/main" id="{1627E8F2-579D-4FE7-1AD9-36873A936393}"/>
              </a:ext>
            </a:extLst>
          </p:cNvPr>
          <p:cNvSpPr>
            <a:spLocks noGrp="1"/>
          </p:cNvSpPr>
          <p:nvPr>
            <p:ph type="title" hasCustomPrompt="1"/>
          </p:nvPr>
        </p:nvSpPr>
        <p:spPr>
          <a:xfrm>
            <a:off x="339634" y="702407"/>
            <a:ext cx="6670766" cy="1215333"/>
          </a:xfrm>
          <a:prstGeom prst="rect">
            <a:avLst/>
          </a:prstGeom>
        </p:spPr>
        <p:txBody>
          <a:bodyPr wrap="square" lIns="45720" rIns="0">
            <a:spAutoFit/>
          </a:bodyPr>
          <a:lstStyle>
            <a:lvl1pPr>
              <a:lnSpc>
                <a:spcPct val="85000"/>
              </a:lnSpc>
              <a:defRPr sz="4200" b="0" i="0" spc="-130">
                <a:solidFill>
                  <a:schemeClr val="tx2"/>
                </a:solidFill>
                <a:latin typeface="Arial" panose="020B0604020202020204" pitchFamily="34" charset="0"/>
                <a:cs typeface="Arial" panose="020B0604020202020204" pitchFamily="34" charset="0"/>
              </a:defRPr>
            </a:lvl1pPr>
          </a:lstStyle>
          <a:p>
            <a:r>
              <a:rPr lang="en-US" dirty="0"/>
              <a:t>Content Slide – Smaller, Longer Headline</a:t>
            </a:r>
          </a:p>
        </p:txBody>
      </p:sp>
      <p:sp>
        <p:nvSpPr>
          <p:cNvPr id="5" name="Content Placeholder 10">
            <a:extLst>
              <a:ext uri="{FF2B5EF4-FFF2-40B4-BE49-F238E27FC236}">
                <a16:creationId xmlns:a16="http://schemas.microsoft.com/office/drawing/2014/main" id="{31040B13-638F-A6E9-D729-9BB66691EC70}"/>
              </a:ext>
            </a:extLst>
          </p:cNvPr>
          <p:cNvSpPr>
            <a:spLocks noGrp="1"/>
          </p:cNvSpPr>
          <p:nvPr>
            <p:ph sz="quarter" idx="19"/>
          </p:nvPr>
        </p:nvSpPr>
        <p:spPr>
          <a:xfrm>
            <a:off x="339633" y="2223272"/>
            <a:ext cx="4765768" cy="1426031"/>
          </a:xfrm>
          <a:prstGeom prst="rect">
            <a:avLst/>
          </a:prstGeom>
        </p:spPr>
        <p:txBody>
          <a:bodyPr wrap="square" lIns="82296" rIns="0">
            <a:spAutoFit/>
          </a:bodyPr>
          <a:lstStyle>
            <a:lvl1pPr>
              <a:lnSpc>
                <a:spcPct val="100000"/>
              </a:lnSpc>
              <a:defRPr sz="1400" b="0" i="0" spc="-30">
                <a:solidFill>
                  <a:schemeClr val="tx2"/>
                </a:solidFill>
                <a:latin typeface="Arial" panose="020B0604020202020204" pitchFamily="34" charset="0"/>
                <a:cs typeface="Arial" panose="020B0604020202020204" pitchFamily="34" charset="0"/>
              </a:defRPr>
            </a:lvl1pPr>
            <a:lvl2pPr>
              <a:lnSpc>
                <a:spcPct val="100000"/>
              </a:lnSpc>
              <a:defRPr sz="1400" b="0" i="0" spc="-30">
                <a:solidFill>
                  <a:schemeClr val="tx2"/>
                </a:solidFill>
                <a:latin typeface="Arial" panose="020B0604020202020204" pitchFamily="34" charset="0"/>
                <a:cs typeface="Arial" panose="020B0604020202020204" pitchFamily="34" charset="0"/>
              </a:defRPr>
            </a:lvl2pPr>
            <a:lvl3pPr>
              <a:lnSpc>
                <a:spcPct val="100000"/>
              </a:lnSpc>
              <a:defRPr sz="1400" b="0" i="0" spc="-30">
                <a:solidFill>
                  <a:schemeClr val="tx2"/>
                </a:solidFill>
                <a:latin typeface="Arial" panose="020B0604020202020204" pitchFamily="34" charset="0"/>
                <a:cs typeface="Arial" panose="020B0604020202020204" pitchFamily="34" charset="0"/>
              </a:defRPr>
            </a:lvl3pPr>
            <a:lvl4pPr>
              <a:lnSpc>
                <a:spcPct val="100000"/>
              </a:lnSpc>
              <a:defRPr sz="1400" b="0" i="0" spc="-30">
                <a:solidFill>
                  <a:schemeClr val="tx2"/>
                </a:solidFill>
                <a:latin typeface="Arial" panose="020B0604020202020204" pitchFamily="34" charset="0"/>
                <a:cs typeface="Arial" panose="020B0604020202020204" pitchFamily="34" charset="0"/>
              </a:defRPr>
            </a:lvl4pPr>
            <a:lvl5pPr>
              <a:lnSpc>
                <a:spcPct val="100000"/>
              </a:lnSpc>
              <a:defRPr sz="1400" b="0" i="0" spc="-30">
                <a:solidFill>
                  <a:schemeClr val="tx2"/>
                </a:solidFill>
                <a:latin typeface="Arial" panose="020B0604020202020204" pitchFamily="34" charset="0"/>
                <a:cs typeface="Arial" panose="020B0604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Content Placeholder 10">
            <a:extLst>
              <a:ext uri="{FF2B5EF4-FFF2-40B4-BE49-F238E27FC236}">
                <a16:creationId xmlns:a16="http://schemas.microsoft.com/office/drawing/2014/main" id="{4993765A-531C-BA41-7134-707041754F96}"/>
              </a:ext>
            </a:extLst>
          </p:cNvPr>
          <p:cNvSpPr>
            <a:spLocks noGrp="1"/>
          </p:cNvSpPr>
          <p:nvPr>
            <p:ph sz="quarter" idx="20"/>
          </p:nvPr>
        </p:nvSpPr>
        <p:spPr>
          <a:xfrm>
            <a:off x="6077697" y="2223272"/>
            <a:ext cx="4742703" cy="1426031"/>
          </a:xfrm>
          <a:prstGeom prst="rect">
            <a:avLst/>
          </a:prstGeom>
        </p:spPr>
        <p:txBody>
          <a:bodyPr wrap="square" lIns="82296" rIns="0">
            <a:spAutoFit/>
          </a:bodyPr>
          <a:lstStyle>
            <a:lvl1pPr>
              <a:lnSpc>
                <a:spcPct val="100000"/>
              </a:lnSpc>
              <a:defRPr sz="1400" b="0" i="0" spc="-30">
                <a:solidFill>
                  <a:schemeClr val="tx2"/>
                </a:solidFill>
                <a:latin typeface="Arial" panose="020B0604020202020204" pitchFamily="34" charset="0"/>
                <a:cs typeface="Arial" panose="020B0604020202020204" pitchFamily="34" charset="0"/>
              </a:defRPr>
            </a:lvl1pPr>
            <a:lvl2pPr>
              <a:lnSpc>
                <a:spcPct val="100000"/>
              </a:lnSpc>
              <a:defRPr sz="1400" b="0" i="0" spc="-30">
                <a:solidFill>
                  <a:schemeClr val="tx2"/>
                </a:solidFill>
                <a:latin typeface="Arial" panose="020B0604020202020204" pitchFamily="34" charset="0"/>
                <a:cs typeface="Arial" panose="020B0604020202020204" pitchFamily="34" charset="0"/>
              </a:defRPr>
            </a:lvl2pPr>
            <a:lvl3pPr>
              <a:lnSpc>
                <a:spcPct val="100000"/>
              </a:lnSpc>
              <a:defRPr sz="1400" b="0" i="0" spc="-30">
                <a:solidFill>
                  <a:schemeClr val="tx2"/>
                </a:solidFill>
                <a:latin typeface="Arial" panose="020B0604020202020204" pitchFamily="34" charset="0"/>
                <a:cs typeface="Arial" panose="020B0604020202020204" pitchFamily="34" charset="0"/>
              </a:defRPr>
            </a:lvl3pPr>
            <a:lvl4pPr>
              <a:lnSpc>
                <a:spcPct val="100000"/>
              </a:lnSpc>
              <a:defRPr sz="1400" b="0" i="0" spc="-30">
                <a:solidFill>
                  <a:schemeClr val="tx2"/>
                </a:solidFill>
                <a:latin typeface="Arial" panose="020B0604020202020204" pitchFamily="34" charset="0"/>
                <a:cs typeface="Arial" panose="020B0604020202020204" pitchFamily="34" charset="0"/>
              </a:defRPr>
            </a:lvl4pPr>
            <a:lvl5pPr>
              <a:lnSpc>
                <a:spcPct val="100000"/>
              </a:lnSpc>
              <a:defRPr sz="1400" b="0" i="0" spc="-30">
                <a:solidFill>
                  <a:schemeClr val="tx2"/>
                </a:solidFill>
                <a:latin typeface="Arial" panose="020B0604020202020204" pitchFamily="34" charset="0"/>
                <a:cs typeface="Arial" panose="020B0604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2026 Western Digital Corporation All rights reserved">
            <a:extLst>
              <a:ext uri="{FF2B5EF4-FFF2-40B4-BE49-F238E27FC236}">
                <a16:creationId xmlns:a16="http://schemas.microsoft.com/office/drawing/2014/main" id="{892F9820-3B54-5A27-B27A-73753286431C}"/>
              </a:ext>
            </a:extLst>
          </p:cNvPr>
          <p:cNvSpPr/>
          <p:nvPr/>
        </p:nvSpPr>
        <p:spPr>
          <a:xfrm>
            <a:off x="419100" y="6638989"/>
            <a:ext cx="2794000" cy="92589"/>
          </a:xfrm>
          <a:prstGeom prst="rect">
            <a:avLst/>
          </a:prstGeom>
          <a:noFill/>
          <a:ln/>
        </p:spPr>
        <p:txBody>
          <a:bodyPr wrap="square" lIns="0" tIns="0" rIns="0" bIns="0" rtlCol="0" anchor="t">
            <a:spAutoFit/>
          </a:bodyPr>
          <a:lstStyle/>
          <a:p>
            <a:pPr>
              <a:lnSpc>
                <a:spcPct val="75000"/>
              </a:lnSpc>
            </a:pPr>
            <a:r>
              <a:rPr lang="en-US" sz="800" b="0" i="0" dirty="0">
                <a:solidFill>
                  <a:schemeClr val="tx1"/>
                </a:solidFill>
                <a:latin typeface="Arial" panose="020B0604020202020204" pitchFamily="34" charset="0"/>
                <a:ea typeface="Arial" pitchFamily="34" charset="-122"/>
                <a:cs typeface="Arial" panose="020B0604020202020204" pitchFamily="34" charset="0"/>
              </a:rPr>
              <a:t>©  2026 Western Digital Corporation. All rights reserved.</a:t>
            </a:r>
            <a:endParaRPr lang="en-US" sz="800" b="0" i="0" dirty="0">
              <a:solidFill>
                <a:schemeClr val="tx1"/>
              </a:solidFill>
              <a:latin typeface="Arial" panose="020B0604020202020204" pitchFamily="34" charset="0"/>
              <a:cs typeface="Arial" panose="020B0604020202020204" pitchFamily="34" charset="0"/>
            </a:endParaRPr>
          </a:p>
        </p:txBody>
      </p:sp>
      <p:sp>
        <p:nvSpPr>
          <p:cNvPr id="7" name="Slide Number Placeholder 1">
            <a:extLst>
              <a:ext uri="{FF2B5EF4-FFF2-40B4-BE49-F238E27FC236}">
                <a16:creationId xmlns:a16="http://schemas.microsoft.com/office/drawing/2014/main" id="{5435C9CC-6B67-1112-DF24-9027C982F0FE}"/>
              </a:ext>
            </a:extLst>
          </p:cNvPr>
          <p:cNvSpPr>
            <a:spLocks noGrp="1"/>
          </p:cNvSpPr>
          <p:nvPr>
            <p:ph type="sldNum" sz="quarter" idx="4"/>
          </p:nvPr>
        </p:nvSpPr>
        <p:spPr>
          <a:xfrm>
            <a:off x="11215668" y="6562157"/>
            <a:ext cx="658832" cy="215444"/>
          </a:xfrm>
          <a:prstGeom prst="rect">
            <a:avLst/>
          </a:prstGeom>
        </p:spPr>
        <p:txBody>
          <a:bodyPr vert="horz" lIns="91440" tIns="45720" rIns="0" bIns="45720" rtlCol="0" anchor="ctr">
            <a:spAutoFit/>
          </a:bodyPr>
          <a:lstStyle>
            <a:lvl1pPr algn="r">
              <a:defRPr sz="800" b="0" i="0">
                <a:solidFill>
                  <a:schemeClr val="tx1"/>
                </a:solidFill>
                <a:latin typeface="Arial" panose="020B0604020202020204" pitchFamily="34" charset="0"/>
                <a:cs typeface="Arial" panose="020B0604020202020204" pitchFamily="34" charset="0"/>
              </a:defRPr>
            </a:lvl1pPr>
          </a:lstStyle>
          <a:p>
            <a:fld id="{B06B19F4-CF25-446C-B362-D8BB27BE9D9B}" type="slidenum">
              <a:rPr lang="en-US" smtClean="0"/>
              <a:t>‹#›</a:t>
            </a:fld>
            <a:endParaRPr lang="en-US"/>
          </a:p>
        </p:txBody>
      </p:sp>
      <p:sp>
        <p:nvSpPr>
          <p:cNvPr id="8" name="WD Confidential">
            <a:extLst>
              <a:ext uri="{FF2B5EF4-FFF2-40B4-BE49-F238E27FC236}">
                <a16:creationId xmlns:a16="http://schemas.microsoft.com/office/drawing/2014/main" id="{2F5C104B-2EB9-B56A-FFAC-319DA5A82928}"/>
              </a:ext>
            </a:extLst>
          </p:cNvPr>
          <p:cNvSpPr/>
          <p:nvPr/>
        </p:nvSpPr>
        <p:spPr>
          <a:xfrm>
            <a:off x="8991600" y="6638990"/>
            <a:ext cx="1244600" cy="92589"/>
          </a:xfrm>
          <a:prstGeom prst="rect">
            <a:avLst/>
          </a:prstGeom>
          <a:noFill/>
          <a:ln/>
        </p:spPr>
        <p:txBody>
          <a:bodyPr wrap="square" lIns="0" tIns="0" rIns="0" bIns="0" rtlCol="0" anchor="t">
            <a:spAutoFit/>
          </a:bodyPr>
          <a:lstStyle/>
          <a:p>
            <a:pPr>
              <a:lnSpc>
                <a:spcPct val="75000"/>
              </a:lnSpc>
            </a:pPr>
            <a:r>
              <a:rPr lang="en-US" sz="800" b="0" i="0" dirty="0">
                <a:solidFill>
                  <a:schemeClr val="tx1"/>
                </a:solidFill>
                <a:latin typeface="Arial" panose="020B0604020202020204" pitchFamily="34" charset="0"/>
                <a:ea typeface="Arial" pitchFamily="34" charset="-122"/>
                <a:cs typeface="Arial" panose="020B0604020202020204" pitchFamily="34" charset="0"/>
              </a:rPr>
              <a:t>WD CONFIDENTIAL</a:t>
            </a:r>
            <a:endParaRPr lang="en-US" sz="800" b="0" i="0" dirty="0">
              <a:solidFill>
                <a:schemeClr val="tx1"/>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69439456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4.xml><?xml version="1.0" encoding="utf-8"?>
<p:sldLayout xmlns:a="http://schemas.openxmlformats.org/drawingml/2006/main" xmlns:r="http://schemas.openxmlformats.org/officeDocument/2006/relationships" xmlns:p="http://schemas.openxmlformats.org/presentationml/2006/main" preserve="1">
  <p:cSld name="1_Title and 2-Column Content Vault Navy">
    <p:bg>
      <p:bgRef idx="1001">
        <a:schemeClr val="bg2"/>
      </p:bgRef>
    </p:bg>
    <p:spTree>
      <p:nvGrpSpPr>
        <p:cNvPr id="1" name=""/>
        <p:cNvGrpSpPr/>
        <p:nvPr/>
      </p:nvGrpSpPr>
      <p:grpSpPr>
        <a:xfrm>
          <a:off x="0" y="0"/>
          <a:ext cx="0" cy="0"/>
          <a:chOff x="0" y="0"/>
          <a:chExt cx="0" cy="0"/>
        </a:xfrm>
      </p:grpSpPr>
      <p:pic>
        <p:nvPicPr>
          <p:cNvPr id="4" name="Logo" descr="preencoded.png">
            <a:extLst>
              <a:ext uri="{FF2B5EF4-FFF2-40B4-BE49-F238E27FC236}">
                <a16:creationId xmlns:a16="http://schemas.microsoft.com/office/drawing/2014/main" id="{3DC0599E-ABE3-1DBC-6207-01260A8C27CD}"/>
              </a:ext>
            </a:extLst>
          </p:cNvPr>
          <p:cNvPicPr>
            <a:picLocks noChangeAspect="1"/>
          </p:cNvPicPr>
          <p:nvPr/>
        </p:nvPicPr>
        <p:blipFill>
          <a:blip>
            <a:extLst>
              <a:ext uri="{96DAC541-7B7A-43D3-8B79-37D633B846F1}">
                <asvg:svgBlip xmlns:asvg="http://schemas.microsoft.com/office/drawing/2016/SVG/main" r:embed="rId2"/>
              </a:ext>
            </a:extLst>
          </a:blip>
          <a:srcRect/>
          <a:stretch/>
        </p:blipFill>
        <p:spPr>
          <a:xfrm>
            <a:off x="10902950" y="419100"/>
            <a:ext cx="869950" cy="222250"/>
          </a:xfrm>
          <a:prstGeom prst="rect">
            <a:avLst/>
          </a:prstGeom>
        </p:spPr>
      </p:pic>
      <p:sp>
        <p:nvSpPr>
          <p:cNvPr id="2" name="Text Placeholder 14">
            <a:extLst>
              <a:ext uri="{FF2B5EF4-FFF2-40B4-BE49-F238E27FC236}">
                <a16:creationId xmlns:a16="http://schemas.microsoft.com/office/drawing/2014/main" id="{8BAF2F1F-41B9-6239-FDC5-2EF3FC9C2CE1}"/>
              </a:ext>
            </a:extLst>
          </p:cNvPr>
          <p:cNvSpPr>
            <a:spLocks noGrp="1"/>
          </p:cNvSpPr>
          <p:nvPr>
            <p:ph type="body" sz="quarter" idx="13" hasCustomPrompt="1"/>
          </p:nvPr>
        </p:nvSpPr>
        <p:spPr>
          <a:xfrm>
            <a:off x="339725" y="333800"/>
            <a:ext cx="2860675" cy="307777"/>
          </a:xfrm>
          <a:prstGeom prst="rect">
            <a:avLst/>
          </a:prstGeom>
        </p:spPr>
        <p:txBody>
          <a:bodyPr wrap="square" lIns="82296" rIns="0">
            <a:spAutoFit/>
          </a:bodyPr>
          <a:lstStyle>
            <a:lvl1pPr>
              <a:lnSpc>
                <a:spcPct val="100000"/>
              </a:lnSpc>
              <a:buNone/>
              <a:defRPr sz="1400" b="1" i="0" spc="-30">
                <a:solidFill>
                  <a:schemeClr val="tx1"/>
                </a:solidFill>
                <a:latin typeface="Arial" panose="020B0604020202020204" pitchFamily="34" charset="0"/>
                <a:cs typeface="Arial" panose="020B0604020202020204" pitchFamily="34" charset="0"/>
              </a:defRPr>
            </a:lvl1pPr>
          </a:lstStyle>
          <a:p>
            <a:pPr lvl="0"/>
            <a:r>
              <a:rPr lang="en-US" b="1" dirty="0"/>
              <a:t>Section Header</a:t>
            </a:r>
          </a:p>
        </p:txBody>
      </p:sp>
      <p:sp>
        <p:nvSpPr>
          <p:cNvPr id="3" name="Title 2">
            <a:extLst>
              <a:ext uri="{FF2B5EF4-FFF2-40B4-BE49-F238E27FC236}">
                <a16:creationId xmlns:a16="http://schemas.microsoft.com/office/drawing/2014/main" id="{1627E8F2-579D-4FE7-1AD9-36873A936393}"/>
              </a:ext>
            </a:extLst>
          </p:cNvPr>
          <p:cNvSpPr>
            <a:spLocks noGrp="1"/>
          </p:cNvSpPr>
          <p:nvPr>
            <p:ph type="title" hasCustomPrompt="1"/>
          </p:nvPr>
        </p:nvSpPr>
        <p:spPr>
          <a:xfrm>
            <a:off x="339634" y="702407"/>
            <a:ext cx="6670766" cy="1215333"/>
          </a:xfrm>
          <a:prstGeom prst="rect">
            <a:avLst/>
          </a:prstGeom>
        </p:spPr>
        <p:txBody>
          <a:bodyPr wrap="square" lIns="45720" rIns="0">
            <a:spAutoFit/>
          </a:bodyPr>
          <a:lstStyle>
            <a:lvl1pPr>
              <a:lnSpc>
                <a:spcPct val="85000"/>
              </a:lnSpc>
              <a:defRPr sz="4200" b="0" i="0" spc="-130">
                <a:solidFill>
                  <a:schemeClr val="tx1"/>
                </a:solidFill>
                <a:latin typeface="Arial" panose="020B0604020202020204" pitchFamily="34" charset="0"/>
                <a:cs typeface="Arial" panose="020B0604020202020204" pitchFamily="34" charset="0"/>
              </a:defRPr>
            </a:lvl1pPr>
          </a:lstStyle>
          <a:p>
            <a:r>
              <a:rPr lang="en-US" dirty="0"/>
              <a:t>Content Slide – Smaller, Longer Headline</a:t>
            </a:r>
          </a:p>
        </p:txBody>
      </p:sp>
      <p:sp>
        <p:nvSpPr>
          <p:cNvPr id="5" name="Content Placeholder 10">
            <a:extLst>
              <a:ext uri="{FF2B5EF4-FFF2-40B4-BE49-F238E27FC236}">
                <a16:creationId xmlns:a16="http://schemas.microsoft.com/office/drawing/2014/main" id="{31040B13-638F-A6E9-D729-9BB66691EC70}"/>
              </a:ext>
            </a:extLst>
          </p:cNvPr>
          <p:cNvSpPr>
            <a:spLocks noGrp="1"/>
          </p:cNvSpPr>
          <p:nvPr>
            <p:ph sz="quarter" idx="19"/>
          </p:nvPr>
        </p:nvSpPr>
        <p:spPr>
          <a:xfrm>
            <a:off x="339633" y="2223272"/>
            <a:ext cx="4765768" cy="1426031"/>
          </a:xfrm>
          <a:prstGeom prst="rect">
            <a:avLst/>
          </a:prstGeom>
        </p:spPr>
        <p:txBody>
          <a:bodyPr wrap="square" lIns="82296" rIns="0">
            <a:spAutoFit/>
          </a:bodyPr>
          <a:lstStyle>
            <a:lvl1pPr>
              <a:lnSpc>
                <a:spcPct val="100000"/>
              </a:lnSpc>
              <a:defRPr sz="1400" b="0" i="0" spc="-30">
                <a:solidFill>
                  <a:schemeClr val="tx1"/>
                </a:solidFill>
                <a:latin typeface="Arial" panose="020B0604020202020204" pitchFamily="34" charset="0"/>
                <a:cs typeface="Arial" panose="020B0604020202020204" pitchFamily="34" charset="0"/>
              </a:defRPr>
            </a:lvl1pPr>
            <a:lvl2pPr>
              <a:lnSpc>
                <a:spcPct val="100000"/>
              </a:lnSpc>
              <a:defRPr sz="1400" b="0" i="0" spc="-30">
                <a:solidFill>
                  <a:schemeClr val="tx1"/>
                </a:solidFill>
                <a:latin typeface="Arial" panose="020B0604020202020204" pitchFamily="34" charset="0"/>
                <a:cs typeface="Arial" panose="020B0604020202020204" pitchFamily="34" charset="0"/>
              </a:defRPr>
            </a:lvl2pPr>
            <a:lvl3pPr>
              <a:lnSpc>
                <a:spcPct val="100000"/>
              </a:lnSpc>
              <a:defRPr sz="1400" b="0" i="0" spc="-30">
                <a:solidFill>
                  <a:schemeClr val="tx1"/>
                </a:solidFill>
                <a:latin typeface="Arial" panose="020B0604020202020204" pitchFamily="34" charset="0"/>
                <a:cs typeface="Arial" panose="020B0604020202020204" pitchFamily="34" charset="0"/>
              </a:defRPr>
            </a:lvl3pPr>
            <a:lvl4pPr>
              <a:lnSpc>
                <a:spcPct val="100000"/>
              </a:lnSpc>
              <a:defRPr sz="1400" b="0" i="0" spc="-30">
                <a:solidFill>
                  <a:schemeClr val="tx1"/>
                </a:solidFill>
                <a:latin typeface="Arial" panose="020B0604020202020204" pitchFamily="34" charset="0"/>
                <a:cs typeface="Arial" panose="020B0604020202020204" pitchFamily="34" charset="0"/>
              </a:defRPr>
            </a:lvl4pPr>
            <a:lvl5pPr>
              <a:lnSpc>
                <a:spcPct val="100000"/>
              </a:lnSpc>
              <a:defRPr sz="1400" b="0" i="0" spc="-30">
                <a:solidFill>
                  <a:schemeClr val="tx1"/>
                </a:solidFill>
                <a:latin typeface="Arial" panose="020B0604020202020204" pitchFamily="34" charset="0"/>
                <a:cs typeface="Arial" panose="020B0604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Content Placeholder 10">
            <a:extLst>
              <a:ext uri="{FF2B5EF4-FFF2-40B4-BE49-F238E27FC236}">
                <a16:creationId xmlns:a16="http://schemas.microsoft.com/office/drawing/2014/main" id="{4993765A-531C-BA41-7134-707041754F96}"/>
              </a:ext>
            </a:extLst>
          </p:cNvPr>
          <p:cNvSpPr>
            <a:spLocks noGrp="1"/>
          </p:cNvSpPr>
          <p:nvPr>
            <p:ph sz="quarter" idx="20"/>
          </p:nvPr>
        </p:nvSpPr>
        <p:spPr>
          <a:xfrm>
            <a:off x="6077697" y="2223272"/>
            <a:ext cx="4742703" cy="1426031"/>
          </a:xfrm>
          <a:prstGeom prst="rect">
            <a:avLst/>
          </a:prstGeom>
        </p:spPr>
        <p:txBody>
          <a:bodyPr wrap="square" lIns="82296" rIns="0">
            <a:spAutoFit/>
          </a:bodyPr>
          <a:lstStyle>
            <a:lvl1pPr>
              <a:lnSpc>
                <a:spcPct val="100000"/>
              </a:lnSpc>
              <a:defRPr sz="1400" b="0" i="0" spc="-30">
                <a:solidFill>
                  <a:schemeClr val="tx1"/>
                </a:solidFill>
                <a:latin typeface="Arial" panose="020B0604020202020204" pitchFamily="34" charset="0"/>
                <a:cs typeface="Arial" panose="020B0604020202020204" pitchFamily="34" charset="0"/>
              </a:defRPr>
            </a:lvl1pPr>
            <a:lvl2pPr>
              <a:lnSpc>
                <a:spcPct val="100000"/>
              </a:lnSpc>
              <a:defRPr sz="1400" b="0" i="0" spc="-30">
                <a:solidFill>
                  <a:schemeClr val="tx1"/>
                </a:solidFill>
                <a:latin typeface="Arial" panose="020B0604020202020204" pitchFamily="34" charset="0"/>
                <a:cs typeface="Arial" panose="020B0604020202020204" pitchFamily="34" charset="0"/>
              </a:defRPr>
            </a:lvl2pPr>
            <a:lvl3pPr>
              <a:lnSpc>
                <a:spcPct val="100000"/>
              </a:lnSpc>
              <a:defRPr sz="1400" b="0" i="0" spc="-30">
                <a:solidFill>
                  <a:schemeClr val="tx1"/>
                </a:solidFill>
                <a:latin typeface="Arial" panose="020B0604020202020204" pitchFamily="34" charset="0"/>
                <a:cs typeface="Arial" panose="020B0604020202020204" pitchFamily="34" charset="0"/>
              </a:defRPr>
            </a:lvl3pPr>
            <a:lvl4pPr>
              <a:lnSpc>
                <a:spcPct val="100000"/>
              </a:lnSpc>
              <a:defRPr sz="1400" b="0" i="0" spc="-30">
                <a:solidFill>
                  <a:schemeClr val="tx1"/>
                </a:solidFill>
                <a:latin typeface="Arial" panose="020B0604020202020204" pitchFamily="34" charset="0"/>
                <a:cs typeface="Arial" panose="020B0604020202020204" pitchFamily="34" charset="0"/>
              </a:defRPr>
            </a:lvl4pPr>
            <a:lvl5pPr>
              <a:lnSpc>
                <a:spcPct val="100000"/>
              </a:lnSpc>
              <a:defRPr sz="1400" b="0" i="0" spc="-30">
                <a:solidFill>
                  <a:schemeClr val="tx1"/>
                </a:solidFill>
                <a:latin typeface="Arial" panose="020B0604020202020204" pitchFamily="34" charset="0"/>
                <a:cs typeface="Arial" panose="020B0604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2026 Western Digital Corporation All rights reserved">
            <a:extLst>
              <a:ext uri="{FF2B5EF4-FFF2-40B4-BE49-F238E27FC236}">
                <a16:creationId xmlns:a16="http://schemas.microsoft.com/office/drawing/2014/main" id="{B3A79694-3F78-2EDB-C057-D866EDA8128E}"/>
              </a:ext>
            </a:extLst>
          </p:cNvPr>
          <p:cNvSpPr/>
          <p:nvPr/>
        </p:nvSpPr>
        <p:spPr>
          <a:xfrm>
            <a:off x="419100" y="6638989"/>
            <a:ext cx="2794000" cy="92589"/>
          </a:xfrm>
          <a:prstGeom prst="rect">
            <a:avLst/>
          </a:prstGeom>
          <a:noFill/>
          <a:ln/>
        </p:spPr>
        <p:txBody>
          <a:bodyPr wrap="square" lIns="0" tIns="0" rIns="0" bIns="0" rtlCol="0" anchor="t">
            <a:spAutoFit/>
          </a:bodyPr>
          <a:lstStyle/>
          <a:p>
            <a:pPr>
              <a:lnSpc>
                <a:spcPct val="75000"/>
              </a:lnSpc>
            </a:pPr>
            <a:r>
              <a:rPr lang="en-US" sz="800" b="0" i="0" dirty="0">
                <a:solidFill>
                  <a:schemeClr val="tx1"/>
                </a:solidFill>
                <a:latin typeface="Arial" panose="020B0604020202020204" pitchFamily="34" charset="0"/>
                <a:ea typeface="Arial" pitchFamily="34" charset="-122"/>
                <a:cs typeface="Arial" panose="020B0604020202020204" pitchFamily="34" charset="0"/>
              </a:rPr>
              <a:t>©  2026 Western Digital Corporation. All rights reserved.</a:t>
            </a:r>
            <a:endParaRPr lang="en-US" sz="800" b="0" i="0" dirty="0">
              <a:solidFill>
                <a:schemeClr val="tx1"/>
              </a:solidFill>
              <a:latin typeface="Arial" panose="020B0604020202020204" pitchFamily="34" charset="0"/>
              <a:cs typeface="Arial" panose="020B0604020202020204" pitchFamily="34" charset="0"/>
            </a:endParaRPr>
          </a:p>
        </p:txBody>
      </p:sp>
      <p:sp>
        <p:nvSpPr>
          <p:cNvPr id="7" name="Slide Number Placeholder 1">
            <a:extLst>
              <a:ext uri="{FF2B5EF4-FFF2-40B4-BE49-F238E27FC236}">
                <a16:creationId xmlns:a16="http://schemas.microsoft.com/office/drawing/2014/main" id="{23EFA591-69A9-51C7-CD9E-FD0CCCDBD1B5}"/>
              </a:ext>
            </a:extLst>
          </p:cNvPr>
          <p:cNvSpPr>
            <a:spLocks noGrp="1"/>
          </p:cNvSpPr>
          <p:nvPr>
            <p:ph type="sldNum" sz="quarter" idx="4"/>
          </p:nvPr>
        </p:nvSpPr>
        <p:spPr>
          <a:xfrm>
            <a:off x="11215668" y="6562157"/>
            <a:ext cx="658832" cy="215444"/>
          </a:xfrm>
          <a:prstGeom prst="rect">
            <a:avLst/>
          </a:prstGeom>
        </p:spPr>
        <p:txBody>
          <a:bodyPr vert="horz" lIns="91440" tIns="45720" rIns="0" bIns="45720" rtlCol="0" anchor="ctr">
            <a:spAutoFit/>
          </a:bodyPr>
          <a:lstStyle>
            <a:lvl1pPr algn="r">
              <a:defRPr sz="800" b="0" i="0">
                <a:solidFill>
                  <a:schemeClr val="tx1"/>
                </a:solidFill>
                <a:latin typeface="Arial" panose="020B0604020202020204" pitchFamily="34" charset="0"/>
                <a:cs typeface="Arial" panose="020B0604020202020204" pitchFamily="34" charset="0"/>
              </a:defRPr>
            </a:lvl1pPr>
          </a:lstStyle>
          <a:p>
            <a:fld id="{B06B19F4-CF25-446C-B362-D8BB27BE9D9B}" type="slidenum">
              <a:rPr lang="en-US" smtClean="0"/>
              <a:t>‹#›</a:t>
            </a:fld>
            <a:endParaRPr lang="en-US"/>
          </a:p>
        </p:txBody>
      </p:sp>
      <p:sp>
        <p:nvSpPr>
          <p:cNvPr id="8" name="WD Confidential">
            <a:extLst>
              <a:ext uri="{FF2B5EF4-FFF2-40B4-BE49-F238E27FC236}">
                <a16:creationId xmlns:a16="http://schemas.microsoft.com/office/drawing/2014/main" id="{9861632B-3A19-FBB2-0EF1-A481FF7D539C}"/>
              </a:ext>
            </a:extLst>
          </p:cNvPr>
          <p:cNvSpPr/>
          <p:nvPr/>
        </p:nvSpPr>
        <p:spPr>
          <a:xfrm>
            <a:off x="8991600" y="6638990"/>
            <a:ext cx="1244600" cy="92589"/>
          </a:xfrm>
          <a:prstGeom prst="rect">
            <a:avLst/>
          </a:prstGeom>
          <a:noFill/>
          <a:ln/>
        </p:spPr>
        <p:txBody>
          <a:bodyPr wrap="square" lIns="0" tIns="0" rIns="0" bIns="0" rtlCol="0" anchor="t">
            <a:spAutoFit/>
          </a:bodyPr>
          <a:lstStyle/>
          <a:p>
            <a:pPr>
              <a:lnSpc>
                <a:spcPct val="75000"/>
              </a:lnSpc>
            </a:pPr>
            <a:r>
              <a:rPr lang="en-US" sz="800" b="0" i="0" dirty="0">
                <a:solidFill>
                  <a:schemeClr val="tx1"/>
                </a:solidFill>
                <a:latin typeface="Arial" panose="020B0604020202020204" pitchFamily="34" charset="0"/>
                <a:ea typeface="Arial" pitchFamily="34" charset="-122"/>
                <a:cs typeface="Arial" panose="020B0604020202020204" pitchFamily="34" charset="0"/>
              </a:rPr>
              <a:t>WD CONFIDENTIAL</a:t>
            </a:r>
            <a:endParaRPr lang="en-US" sz="800" b="0" i="0" dirty="0">
              <a:solidFill>
                <a:schemeClr val="tx1"/>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522369683"/>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5.xml><?xml version="1.0" encoding="utf-8"?>
<p:sldLayout xmlns:a="http://schemas.openxmlformats.org/drawingml/2006/main" xmlns:r="http://schemas.openxmlformats.org/officeDocument/2006/relationships" xmlns:p="http://schemas.openxmlformats.org/presentationml/2006/main" preserve="1">
  <p:cSld name="1_Title, Subtitle and 3-Column Content White">
    <p:bg>
      <p:bgPr>
        <a:solidFill>
          <a:schemeClr val="bg1"/>
        </a:solidFill>
        <a:effectLst/>
      </p:bgPr>
    </p:bg>
    <p:spTree>
      <p:nvGrpSpPr>
        <p:cNvPr id="1" name=""/>
        <p:cNvGrpSpPr/>
        <p:nvPr/>
      </p:nvGrpSpPr>
      <p:grpSpPr>
        <a:xfrm>
          <a:off x="0" y="0"/>
          <a:ext cx="0" cy="0"/>
          <a:chOff x="0" y="0"/>
          <a:chExt cx="0" cy="0"/>
        </a:xfrm>
      </p:grpSpPr>
      <p:pic>
        <p:nvPicPr>
          <p:cNvPr id="4" name="Logo" descr="preencoded.png">
            <a:extLst>
              <a:ext uri="{FF2B5EF4-FFF2-40B4-BE49-F238E27FC236}">
                <a16:creationId xmlns:a16="http://schemas.microsoft.com/office/drawing/2014/main" id="{3DC0599E-ABE3-1DBC-6207-01260A8C27CD}"/>
              </a:ext>
            </a:extLst>
          </p:cNvPr>
          <p:cNvPicPr>
            <a:picLocks noChangeAspect="1"/>
          </p:cNvPicPr>
          <p:nvPr/>
        </p:nvPicPr>
        <p:blipFill>
          <a:blip>
            <a:extLst>
              <a:ext uri="{96DAC541-7B7A-43D3-8B79-37D633B846F1}">
                <asvg:svgBlip xmlns:asvg="http://schemas.microsoft.com/office/drawing/2016/SVG/main" r:embed="rId2"/>
              </a:ext>
            </a:extLst>
          </a:blip>
          <a:srcRect/>
          <a:stretch/>
        </p:blipFill>
        <p:spPr>
          <a:xfrm>
            <a:off x="10902950" y="419100"/>
            <a:ext cx="869950" cy="222250"/>
          </a:xfrm>
          <a:prstGeom prst="rect">
            <a:avLst/>
          </a:prstGeom>
        </p:spPr>
      </p:pic>
      <p:sp>
        <p:nvSpPr>
          <p:cNvPr id="2" name="Text Placeholder 14">
            <a:extLst>
              <a:ext uri="{FF2B5EF4-FFF2-40B4-BE49-F238E27FC236}">
                <a16:creationId xmlns:a16="http://schemas.microsoft.com/office/drawing/2014/main" id="{8BAF2F1F-41B9-6239-FDC5-2EF3FC9C2CE1}"/>
              </a:ext>
            </a:extLst>
          </p:cNvPr>
          <p:cNvSpPr>
            <a:spLocks noGrp="1"/>
          </p:cNvSpPr>
          <p:nvPr>
            <p:ph type="body" sz="quarter" idx="13" hasCustomPrompt="1"/>
          </p:nvPr>
        </p:nvSpPr>
        <p:spPr>
          <a:xfrm>
            <a:off x="339725" y="333800"/>
            <a:ext cx="2860675" cy="307777"/>
          </a:xfrm>
          <a:prstGeom prst="rect">
            <a:avLst/>
          </a:prstGeom>
        </p:spPr>
        <p:txBody>
          <a:bodyPr wrap="square" lIns="82296" rIns="0">
            <a:spAutoFit/>
          </a:bodyPr>
          <a:lstStyle>
            <a:lvl1pPr>
              <a:lnSpc>
                <a:spcPct val="100000"/>
              </a:lnSpc>
              <a:buNone/>
              <a:defRPr sz="1400" b="1" i="0" spc="-30">
                <a:solidFill>
                  <a:schemeClr val="tx2"/>
                </a:solidFill>
                <a:latin typeface="Arial" panose="020B0604020202020204" pitchFamily="34" charset="0"/>
                <a:cs typeface="Arial" panose="020B0604020202020204" pitchFamily="34" charset="0"/>
              </a:defRPr>
            </a:lvl1pPr>
          </a:lstStyle>
          <a:p>
            <a:pPr lvl="0"/>
            <a:r>
              <a:rPr lang="en-US" b="1" dirty="0"/>
              <a:t>Section Header</a:t>
            </a:r>
          </a:p>
        </p:txBody>
      </p:sp>
      <p:sp>
        <p:nvSpPr>
          <p:cNvPr id="3" name="Title 2">
            <a:extLst>
              <a:ext uri="{FF2B5EF4-FFF2-40B4-BE49-F238E27FC236}">
                <a16:creationId xmlns:a16="http://schemas.microsoft.com/office/drawing/2014/main" id="{1627E8F2-579D-4FE7-1AD9-36873A936393}"/>
              </a:ext>
            </a:extLst>
          </p:cNvPr>
          <p:cNvSpPr>
            <a:spLocks noGrp="1"/>
          </p:cNvSpPr>
          <p:nvPr>
            <p:ph type="title" hasCustomPrompt="1"/>
          </p:nvPr>
        </p:nvSpPr>
        <p:spPr>
          <a:xfrm>
            <a:off x="339633" y="702407"/>
            <a:ext cx="6670767" cy="1215333"/>
          </a:xfrm>
          <a:prstGeom prst="rect">
            <a:avLst/>
          </a:prstGeom>
        </p:spPr>
        <p:txBody>
          <a:bodyPr wrap="square" lIns="45720" rIns="0">
            <a:spAutoFit/>
          </a:bodyPr>
          <a:lstStyle>
            <a:lvl1pPr>
              <a:lnSpc>
                <a:spcPct val="85000"/>
              </a:lnSpc>
              <a:defRPr sz="4200" b="0" i="0" spc="-130">
                <a:solidFill>
                  <a:schemeClr val="tx2"/>
                </a:solidFill>
                <a:latin typeface="Arial" panose="020B0604020202020204" pitchFamily="34" charset="0"/>
                <a:cs typeface="Arial" panose="020B0604020202020204" pitchFamily="34" charset="0"/>
              </a:defRPr>
            </a:lvl1pPr>
          </a:lstStyle>
          <a:p>
            <a:r>
              <a:rPr lang="en-US" dirty="0"/>
              <a:t>Content Slide – Smaller, Longer Headline</a:t>
            </a:r>
          </a:p>
        </p:txBody>
      </p:sp>
      <p:sp>
        <p:nvSpPr>
          <p:cNvPr id="5" name="Text Placeholder 14">
            <a:extLst>
              <a:ext uri="{FF2B5EF4-FFF2-40B4-BE49-F238E27FC236}">
                <a16:creationId xmlns:a16="http://schemas.microsoft.com/office/drawing/2014/main" id="{8D582C36-F359-A0D2-C216-FDD6A5565C37}"/>
              </a:ext>
            </a:extLst>
          </p:cNvPr>
          <p:cNvSpPr>
            <a:spLocks noGrp="1"/>
          </p:cNvSpPr>
          <p:nvPr>
            <p:ph type="body" sz="quarter" idx="17" hasCustomPrompt="1"/>
          </p:nvPr>
        </p:nvSpPr>
        <p:spPr>
          <a:xfrm>
            <a:off x="339633" y="1954332"/>
            <a:ext cx="4765767" cy="338554"/>
          </a:xfrm>
          <a:prstGeom prst="rect">
            <a:avLst/>
          </a:prstGeom>
        </p:spPr>
        <p:txBody>
          <a:bodyPr wrap="square" lIns="73152" rIns="0">
            <a:spAutoFit/>
          </a:bodyPr>
          <a:lstStyle>
            <a:lvl1pPr>
              <a:lnSpc>
                <a:spcPct val="100000"/>
              </a:lnSpc>
              <a:buNone/>
              <a:defRPr sz="1600" b="1" i="0" spc="-40">
                <a:solidFill>
                  <a:schemeClr val="tx2"/>
                </a:solidFill>
                <a:latin typeface="Arial" panose="020B0604020202020204" pitchFamily="34" charset="0"/>
                <a:cs typeface="Arial" panose="020B0604020202020204" pitchFamily="34" charset="0"/>
              </a:defRPr>
            </a:lvl1pPr>
          </a:lstStyle>
          <a:p>
            <a:pPr lvl="0"/>
            <a:r>
              <a:rPr lang="en-US" b="1" dirty="0"/>
              <a:t>Subhead goes here</a:t>
            </a:r>
          </a:p>
        </p:txBody>
      </p:sp>
      <p:sp>
        <p:nvSpPr>
          <p:cNvPr id="11" name="Content Placeholder 10">
            <a:extLst>
              <a:ext uri="{FF2B5EF4-FFF2-40B4-BE49-F238E27FC236}">
                <a16:creationId xmlns:a16="http://schemas.microsoft.com/office/drawing/2014/main" id="{13F1E54E-5BF2-A275-48ED-12E26430CADE}"/>
              </a:ext>
            </a:extLst>
          </p:cNvPr>
          <p:cNvSpPr>
            <a:spLocks noGrp="1"/>
          </p:cNvSpPr>
          <p:nvPr>
            <p:ph sz="quarter" idx="19"/>
          </p:nvPr>
        </p:nvSpPr>
        <p:spPr>
          <a:xfrm>
            <a:off x="339633" y="2555421"/>
            <a:ext cx="3357840" cy="1426031"/>
          </a:xfrm>
          <a:prstGeom prst="rect">
            <a:avLst/>
          </a:prstGeom>
        </p:spPr>
        <p:txBody>
          <a:bodyPr wrap="square" lIns="82296" rIns="0">
            <a:spAutoFit/>
          </a:bodyPr>
          <a:lstStyle>
            <a:lvl1pPr>
              <a:lnSpc>
                <a:spcPct val="100000"/>
              </a:lnSpc>
              <a:defRPr sz="1400" b="0" i="0" spc="-30">
                <a:solidFill>
                  <a:schemeClr val="tx2"/>
                </a:solidFill>
                <a:latin typeface="Arial" panose="020B0604020202020204" pitchFamily="34" charset="0"/>
                <a:cs typeface="Arial" panose="020B0604020202020204" pitchFamily="34" charset="0"/>
              </a:defRPr>
            </a:lvl1pPr>
            <a:lvl2pPr>
              <a:lnSpc>
                <a:spcPct val="100000"/>
              </a:lnSpc>
              <a:defRPr sz="1400" b="0" i="0" spc="-30">
                <a:solidFill>
                  <a:schemeClr val="tx2"/>
                </a:solidFill>
                <a:latin typeface="Arial" panose="020B0604020202020204" pitchFamily="34" charset="0"/>
                <a:cs typeface="Arial" panose="020B0604020202020204" pitchFamily="34" charset="0"/>
              </a:defRPr>
            </a:lvl2pPr>
            <a:lvl3pPr>
              <a:lnSpc>
                <a:spcPct val="100000"/>
              </a:lnSpc>
              <a:defRPr sz="1400" b="0" i="0" spc="-30">
                <a:solidFill>
                  <a:schemeClr val="tx2"/>
                </a:solidFill>
                <a:latin typeface="Arial" panose="020B0604020202020204" pitchFamily="34" charset="0"/>
                <a:cs typeface="Arial" panose="020B0604020202020204" pitchFamily="34" charset="0"/>
              </a:defRPr>
            </a:lvl3pPr>
            <a:lvl4pPr>
              <a:lnSpc>
                <a:spcPct val="100000"/>
              </a:lnSpc>
              <a:defRPr sz="1400" b="0" i="0" spc="-30">
                <a:solidFill>
                  <a:schemeClr val="tx2"/>
                </a:solidFill>
                <a:latin typeface="Arial" panose="020B0604020202020204" pitchFamily="34" charset="0"/>
                <a:cs typeface="Arial" panose="020B0604020202020204" pitchFamily="34" charset="0"/>
              </a:defRPr>
            </a:lvl4pPr>
            <a:lvl5pPr>
              <a:lnSpc>
                <a:spcPct val="100000"/>
              </a:lnSpc>
              <a:defRPr sz="1400" b="0" i="0" spc="-30">
                <a:solidFill>
                  <a:schemeClr val="tx2"/>
                </a:solidFill>
                <a:latin typeface="Arial" panose="020B0604020202020204" pitchFamily="34" charset="0"/>
                <a:cs typeface="Arial" panose="020B0604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2" name="Content Placeholder 10">
            <a:extLst>
              <a:ext uri="{FF2B5EF4-FFF2-40B4-BE49-F238E27FC236}">
                <a16:creationId xmlns:a16="http://schemas.microsoft.com/office/drawing/2014/main" id="{5BE3E7D6-0DDF-2433-3B44-9E5C4144EB42}"/>
              </a:ext>
            </a:extLst>
          </p:cNvPr>
          <p:cNvSpPr>
            <a:spLocks noGrp="1"/>
          </p:cNvSpPr>
          <p:nvPr>
            <p:ph sz="quarter" idx="20"/>
          </p:nvPr>
        </p:nvSpPr>
        <p:spPr>
          <a:xfrm>
            <a:off x="4166347" y="2555421"/>
            <a:ext cx="3331415" cy="1426031"/>
          </a:xfrm>
          <a:prstGeom prst="rect">
            <a:avLst/>
          </a:prstGeom>
        </p:spPr>
        <p:txBody>
          <a:bodyPr lIns="82296" rIns="0">
            <a:spAutoFit/>
          </a:bodyPr>
          <a:lstStyle>
            <a:lvl1pPr>
              <a:lnSpc>
                <a:spcPct val="100000"/>
              </a:lnSpc>
              <a:defRPr sz="1400" b="0" i="0" spc="-30">
                <a:solidFill>
                  <a:schemeClr val="tx2"/>
                </a:solidFill>
                <a:latin typeface="Arial" panose="020B0604020202020204" pitchFamily="34" charset="0"/>
                <a:cs typeface="Arial" panose="020B0604020202020204" pitchFamily="34" charset="0"/>
              </a:defRPr>
            </a:lvl1pPr>
            <a:lvl2pPr>
              <a:lnSpc>
                <a:spcPct val="100000"/>
              </a:lnSpc>
              <a:defRPr sz="1400" b="0" i="0" spc="-30">
                <a:solidFill>
                  <a:schemeClr val="tx2"/>
                </a:solidFill>
                <a:latin typeface="Arial" panose="020B0604020202020204" pitchFamily="34" charset="0"/>
                <a:cs typeface="Arial" panose="020B0604020202020204" pitchFamily="34" charset="0"/>
              </a:defRPr>
            </a:lvl2pPr>
            <a:lvl3pPr>
              <a:lnSpc>
                <a:spcPct val="100000"/>
              </a:lnSpc>
              <a:defRPr sz="1400" b="0" i="0" spc="-30">
                <a:solidFill>
                  <a:schemeClr val="tx2"/>
                </a:solidFill>
                <a:latin typeface="Arial" panose="020B0604020202020204" pitchFamily="34" charset="0"/>
                <a:cs typeface="Arial" panose="020B0604020202020204" pitchFamily="34" charset="0"/>
              </a:defRPr>
            </a:lvl3pPr>
            <a:lvl4pPr>
              <a:lnSpc>
                <a:spcPct val="100000"/>
              </a:lnSpc>
              <a:defRPr sz="1400" b="0" i="0" spc="-30">
                <a:solidFill>
                  <a:schemeClr val="tx2"/>
                </a:solidFill>
                <a:latin typeface="Arial" panose="020B0604020202020204" pitchFamily="34" charset="0"/>
                <a:cs typeface="Arial" panose="020B0604020202020204" pitchFamily="34" charset="0"/>
              </a:defRPr>
            </a:lvl4pPr>
            <a:lvl5pPr>
              <a:lnSpc>
                <a:spcPct val="100000"/>
              </a:lnSpc>
              <a:defRPr sz="1400" b="0" i="0" spc="-30">
                <a:solidFill>
                  <a:schemeClr val="tx2"/>
                </a:solidFill>
                <a:latin typeface="Arial" panose="020B0604020202020204" pitchFamily="34" charset="0"/>
                <a:cs typeface="Arial" panose="020B0604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3" name="Content Placeholder 10">
            <a:extLst>
              <a:ext uri="{FF2B5EF4-FFF2-40B4-BE49-F238E27FC236}">
                <a16:creationId xmlns:a16="http://schemas.microsoft.com/office/drawing/2014/main" id="{C7D7AF38-C09F-B2CF-757B-713AA6C51150}"/>
              </a:ext>
            </a:extLst>
          </p:cNvPr>
          <p:cNvSpPr>
            <a:spLocks noGrp="1"/>
          </p:cNvSpPr>
          <p:nvPr>
            <p:ph sz="quarter" idx="21"/>
          </p:nvPr>
        </p:nvSpPr>
        <p:spPr>
          <a:xfrm>
            <a:off x="7966636" y="2555421"/>
            <a:ext cx="3331415" cy="1426031"/>
          </a:xfrm>
          <a:prstGeom prst="rect">
            <a:avLst/>
          </a:prstGeom>
        </p:spPr>
        <p:txBody>
          <a:bodyPr lIns="82296" rIns="0">
            <a:spAutoFit/>
          </a:bodyPr>
          <a:lstStyle>
            <a:lvl1pPr>
              <a:lnSpc>
                <a:spcPct val="100000"/>
              </a:lnSpc>
              <a:defRPr sz="1400" b="0" i="0" spc="-30">
                <a:solidFill>
                  <a:schemeClr val="tx2"/>
                </a:solidFill>
                <a:latin typeface="Arial" panose="020B0604020202020204" pitchFamily="34" charset="0"/>
                <a:cs typeface="Arial" panose="020B0604020202020204" pitchFamily="34" charset="0"/>
              </a:defRPr>
            </a:lvl1pPr>
            <a:lvl2pPr>
              <a:lnSpc>
                <a:spcPct val="100000"/>
              </a:lnSpc>
              <a:defRPr sz="1400" b="0" i="0" spc="-30">
                <a:solidFill>
                  <a:schemeClr val="tx2"/>
                </a:solidFill>
                <a:latin typeface="Arial" panose="020B0604020202020204" pitchFamily="34" charset="0"/>
                <a:cs typeface="Arial" panose="020B0604020202020204" pitchFamily="34" charset="0"/>
              </a:defRPr>
            </a:lvl2pPr>
            <a:lvl3pPr>
              <a:lnSpc>
                <a:spcPct val="100000"/>
              </a:lnSpc>
              <a:defRPr sz="1400" b="0" i="0" spc="-30">
                <a:solidFill>
                  <a:schemeClr val="tx2"/>
                </a:solidFill>
                <a:latin typeface="Arial" panose="020B0604020202020204" pitchFamily="34" charset="0"/>
                <a:cs typeface="Arial" panose="020B0604020202020204" pitchFamily="34" charset="0"/>
              </a:defRPr>
            </a:lvl3pPr>
            <a:lvl4pPr>
              <a:lnSpc>
                <a:spcPct val="100000"/>
              </a:lnSpc>
              <a:defRPr sz="1400" b="0" i="0" spc="-30">
                <a:solidFill>
                  <a:schemeClr val="tx2"/>
                </a:solidFill>
                <a:latin typeface="Arial" panose="020B0604020202020204" pitchFamily="34" charset="0"/>
                <a:cs typeface="Arial" panose="020B0604020202020204" pitchFamily="34" charset="0"/>
              </a:defRPr>
            </a:lvl4pPr>
            <a:lvl5pPr>
              <a:lnSpc>
                <a:spcPct val="100000"/>
              </a:lnSpc>
              <a:defRPr sz="1400" b="0" i="0" spc="-30">
                <a:solidFill>
                  <a:schemeClr val="tx2"/>
                </a:solidFill>
                <a:latin typeface="Arial" panose="020B0604020202020204" pitchFamily="34" charset="0"/>
                <a:cs typeface="Arial" panose="020B0604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2026 Western Digital Corporation All rights reserved">
            <a:extLst>
              <a:ext uri="{FF2B5EF4-FFF2-40B4-BE49-F238E27FC236}">
                <a16:creationId xmlns:a16="http://schemas.microsoft.com/office/drawing/2014/main" id="{FA8F56AB-CFA8-AC73-0BC3-459B01A36185}"/>
              </a:ext>
            </a:extLst>
          </p:cNvPr>
          <p:cNvSpPr/>
          <p:nvPr/>
        </p:nvSpPr>
        <p:spPr>
          <a:xfrm>
            <a:off x="419100" y="6638989"/>
            <a:ext cx="2794000" cy="92589"/>
          </a:xfrm>
          <a:prstGeom prst="rect">
            <a:avLst/>
          </a:prstGeom>
          <a:noFill/>
          <a:ln/>
        </p:spPr>
        <p:txBody>
          <a:bodyPr wrap="square" lIns="0" tIns="0" rIns="0" bIns="0" rtlCol="0" anchor="t">
            <a:spAutoFit/>
          </a:bodyPr>
          <a:lstStyle/>
          <a:p>
            <a:pPr>
              <a:lnSpc>
                <a:spcPct val="75000"/>
              </a:lnSpc>
            </a:pPr>
            <a:r>
              <a:rPr lang="en-US" sz="800" b="0" i="0" dirty="0">
                <a:solidFill>
                  <a:schemeClr val="tx1"/>
                </a:solidFill>
                <a:latin typeface="Arial" panose="020B0604020202020204" pitchFamily="34" charset="0"/>
                <a:ea typeface="Arial" pitchFamily="34" charset="-122"/>
                <a:cs typeface="Arial" panose="020B0604020202020204" pitchFamily="34" charset="0"/>
              </a:rPr>
              <a:t>©  2026 Western Digital Corporation. All rights reserved.</a:t>
            </a:r>
            <a:endParaRPr lang="en-US" sz="800" b="0" i="0" dirty="0">
              <a:solidFill>
                <a:schemeClr val="tx1"/>
              </a:solidFill>
              <a:latin typeface="Arial" panose="020B0604020202020204" pitchFamily="34" charset="0"/>
              <a:cs typeface="Arial" panose="020B0604020202020204" pitchFamily="34" charset="0"/>
            </a:endParaRPr>
          </a:p>
        </p:txBody>
      </p:sp>
      <p:sp>
        <p:nvSpPr>
          <p:cNvPr id="7" name="Slide Number Placeholder 1">
            <a:extLst>
              <a:ext uri="{FF2B5EF4-FFF2-40B4-BE49-F238E27FC236}">
                <a16:creationId xmlns:a16="http://schemas.microsoft.com/office/drawing/2014/main" id="{4FCCFFE2-A4FB-5234-F702-14B579F4BC30}"/>
              </a:ext>
            </a:extLst>
          </p:cNvPr>
          <p:cNvSpPr>
            <a:spLocks noGrp="1"/>
          </p:cNvSpPr>
          <p:nvPr>
            <p:ph type="sldNum" sz="quarter" idx="4"/>
          </p:nvPr>
        </p:nvSpPr>
        <p:spPr>
          <a:xfrm>
            <a:off x="11215668" y="6562157"/>
            <a:ext cx="658832" cy="215444"/>
          </a:xfrm>
          <a:prstGeom prst="rect">
            <a:avLst/>
          </a:prstGeom>
        </p:spPr>
        <p:txBody>
          <a:bodyPr vert="horz" lIns="91440" tIns="45720" rIns="0" bIns="45720" rtlCol="0" anchor="ctr">
            <a:spAutoFit/>
          </a:bodyPr>
          <a:lstStyle>
            <a:lvl1pPr algn="r">
              <a:defRPr sz="800" b="0" i="0">
                <a:solidFill>
                  <a:schemeClr val="tx1"/>
                </a:solidFill>
                <a:latin typeface="Arial" panose="020B0604020202020204" pitchFamily="34" charset="0"/>
                <a:cs typeface="Arial" panose="020B0604020202020204" pitchFamily="34" charset="0"/>
              </a:defRPr>
            </a:lvl1pPr>
          </a:lstStyle>
          <a:p>
            <a:fld id="{B06B19F4-CF25-446C-B362-D8BB27BE9D9B}" type="slidenum">
              <a:rPr lang="en-US" smtClean="0"/>
              <a:t>‹#›</a:t>
            </a:fld>
            <a:endParaRPr lang="en-US"/>
          </a:p>
        </p:txBody>
      </p:sp>
      <p:sp>
        <p:nvSpPr>
          <p:cNvPr id="8" name="WD Confidential">
            <a:extLst>
              <a:ext uri="{FF2B5EF4-FFF2-40B4-BE49-F238E27FC236}">
                <a16:creationId xmlns:a16="http://schemas.microsoft.com/office/drawing/2014/main" id="{F2385D96-F468-4612-0122-FFAF043A2E09}"/>
              </a:ext>
            </a:extLst>
          </p:cNvPr>
          <p:cNvSpPr/>
          <p:nvPr/>
        </p:nvSpPr>
        <p:spPr>
          <a:xfrm>
            <a:off x="8991600" y="6638990"/>
            <a:ext cx="1244600" cy="92589"/>
          </a:xfrm>
          <a:prstGeom prst="rect">
            <a:avLst/>
          </a:prstGeom>
          <a:noFill/>
          <a:ln/>
        </p:spPr>
        <p:txBody>
          <a:bodyPr wrap="square" lIns="0" tIns="0" rIns="0" bIns="0" rtlCol="0" anchor="t">
            <a:spAutoFit/>
          </a:bodyPr>
          <a:lstStyle/>
          <a:p>
            <a:pPr>
              <a:lnSpc>
                <a:spcPct val="75000"/>
              </a:lnSpc>
            </a:pPr>
            <a:r>
              <a:rPr lang="en-US" sz="800" b="0" i="0" dirty="0">
                <a:solidFill>
                  <a:schemeClr val="tx1"/>
                </a:solidFill>
                <a:latin typeface="Arial" panose="020B0604020202020204" pitchFamily="34" charset="0"/>
                <a:ea typeface="Arial" pitchFamily="34" charset="-122"/>
                <a:cs typeface="Arial" panose="020B0604020202020204" pitchFamily="34" charset="0"/>
              </a:rPr>
              <a:t>WD CONFIDENTIAL</a:t>
            </a:r>
            <a:endParaRPr lang="en-US" sz="800" b="0" i="0" dirty="0">
              <a:solidFill>
                <a:schemeClr val="tx1"/>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93277352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6.xml><?xml version="1.0" encoding="utf-8"?>
<p:sldLayout xmlns:a="http://schemas.openxmlformats.org/drawingml/2006/main" xmlns:r="http://schemas.openxmlformats.org/officeDocument/2006/relationships" xmlns:p="http://schemas.openxmlformats.org/presentationml/2006/main" preserve="1">
  <p:cSld name="1_Title, Subtitle and 3-Column Content Vault Navy">
    <p:bg>
      <p:bgRef idx="1001">
        <a:schemeClr val="bg2"/>
      </p:bgRef>
    </p:bg>
    <p:spTree>
      <p:nvGrpSpPr>
        <p:cNvPr id="1" name=""/>
        <p:cNvGrpSpPr/>
        <p:nvPr/>
      </p:nvGrpSpPr>
      <p:grpSpPr>
        <a:xfrm>
          <a:off x="0" y="0"/>
          <a:ext cx="0" cy="0"/>
          <a:chOff x="0" y="0"/>
          <a:chExt cx="0" cy="0"/>
        </a:xfrm>
      </p:grpSpPr>
      <p:pic>
        <p:nvPicPr>
          <p:cNvPr id="4" name="Logo" descr="preencoded.png">
            <a:extLst>
              <a:ext uri="{FF2B5EF4-FFF2-40B4-BE49-F238E27FC236}">
                <a16:creationId xmlns:a16="http://schemas.microsoft.com/office/drawing/2014/main" id="{3DC0599E-ABE3-1DBC-6207-01260A8C27CD}"/>
              </a:ext>
            </a:extLst>
          </p:cNvPr>
          <p:cNvPicPr>
            <a:picLocks noChangeAspect="1"/>
          </p:cNvPicPr>
          <p:nvPr/>
        </p:nvPicPr>
        <p:blipFill>
          <a:blip>
            <a:extLst>
              <a:ext uri="{96DAC541-7B7A-43D3-8B79-37D633B846F1}">
                <asvg:svgBlip xmlns:asvg="http://schemas.microsoft.com/office/drawing/2016/SVG/main" r:embed="rId2"/>
              </a:ext>
            </a:extLst>
          </a:blip>
          <a:srcRect/>
          <a:stretch/>
        </p:blipFill>
        <p:spPr>
          <a:xfrm>
            <a:off x="10902950" y="419100"/>
            <a:ext cx="869950" cy="222250"/>
          </a:xfrm>
          <a:prstGeom prst="rect">
            <a:avLst/>
          </a:prstGeom>
        </p:spPr>
      </p:pic>
      <p:sp>
        <p:nvSpPr>
          <p:cNvPr id="2" name="Text Placeholder 14">
            <a:extLst>
              <a:ext uri="{FF2B5EF4-FFF2-40B4-BE49-F238E27FC236}">
                <a16:creationId xmlns:a16="http://schemas.microsoft.com/office/drawing/2014/main" id="{8BAF2F1F-41B9-6239-FDC5-2EF3FC9C2CE1}"/>
              </a:ext>
            </a:extLst>
          </p:cNvPr>
          <p:cNvSpPr>
            <a:spLocks noGrp="1"/>
          </p:cNvSpPr>
          <p:nvPr>
            <p:ph type="body" sz="quarter" idx="13" hasCustomPrompt="1"/>
          </p:nvPr>
        </p:nvSpPr>
        <p:spPr>
          <a:xfrm>
            <a:off x="339725" y="333800"/>
            <a:ext cx="2860675" cy="307777"/>
          </a:xfrm>
          <a:prstGeom prst="rect">
            <a:avLst/>
          </a:prstGeom>
        </p:spPr>
        <p:txBody>
          <a:bodyPr wrap="square" lIns="82296" rIns="0">
            <a:spAutoFit/>
          </a:bodyPr>
          <a:lstStyle>
            <a:lvl1pPr>
              <a:lnSpc>
                <a:spcPct val="100000"/>
              </a:lnSpc>
              <a:buNone/>
              <a:defRPr sz="1400" b="1" i="0" spc="-30">
                <a:solidFill>
                  <a:schemeClr val="tx1"/>
                </a:solidFill>
                <a:latin typeface="Arial" panose="020B0604020202020204" pitchFamily="34" charset="0"/>
                <a:cs typeface="Arial" panose="020B0604020202020204" pitchFamily="34" charset="0"/>
              </a:defRPr>
            </a:lvl1pPr>
          </a:lstStyle>
          <a:p>
            <a:pPr lvl="0"/>
            <a:r>
              <a:rPr lang="en-US" b="1" dirty="0"/>
              <a:t>Section Header</a:t>
            </a:r>
          </a:p>
        </p:txBody>
      </p:sp>
      <p:sp>
        <p:nvSpPr>
          <p:cNvPr id="3" name="Title 2">
            <a:extLst>
              <a:ext uri="{FF2B5EF4-FFF2-40B4-BE49-F238E27FC236}">
                <a16:creationId xmlns:a16="http://schemas.microsoft.com/office/drawing/2014/main" id="{1627E8F2-579D-4FE7-1AD9-36873A936393}"/>
              </a:ext>
            </a:extLst>
          </p:cNvPr>
          <p:cNvSpPr>
            <a:spLocks noGrp="1"/>
          </p:cNvSpPr>
          <p:nvPr>
            <p:ph type="title" hasCustomPrompt="1"/>
          </p:nvPr>
        </p:nvSpPr>
        <p:spPr>
          <a:xfrm>
            <a:off x="339633" y="702407"/>
            <a:ext cx="6670767" cy="1215333"/>
          </a:xfrm>
          <a:prstGeom prst="rect">
            <a:avLst/>
          </a:prstGeom>
        </p:spPr>
        <p:txBody>
          <a:bodyPr wrap="square" lIns="45720" rIns="0">
            <a:spAutoFit/>
          </a:bodyPr>
          <a:lstStyle>
            <a:lvl1pPr>
              <a:lnSpc>
                <a:spcPct val="85000"/>
              </a:lnSpc>
              <a:defRPr sz="4200" b="0" i="0" spc="-130">
                <a:solidFill>
                  <a:schemeClr val="tx1"/>
                </a:solidFill>
                <a:latin typeface="Arial" panose="020B0604020202020204" pitchFamily="34" charset="0"/>
                <a:cs typeface="Arial" panose="020B0604020202020204" pitchFamily="34" charset="0"/>
              </a:defRPr>
            </a:lvl1pPr>
          </a:lstStyle>
          <a:p>
            <a:r>
              <a:rPr lang="en-US" dirty="0"/>
              <a:t>Content Slide – Smaller, Longer Headline</a:t>
            </a:r>
          </a:p>
        </p:txBody>
      </p:sp>
      <p:sp>
        <p:nvSpPr>
          <p:cNvPr id="5" name="Text Placeholder 14">
            <a:extLst>
              <a:ext uri="{FF2B5EF4-FFF2-40B4-BE49-F238E27FC236}">
                <a16:creationId xmlns:a16="http://schemas.microsoft.com/office/drawing/2014/main" id="{8D582C36-F359-A0D2-C216-FDD6A5565C37}"/>
              </a:ext>
            </a:extLst>
          </p:cNvPr>
          <p:cNvSpPr>
            <a:spLocks noGrp="1"/>
          </p:cNvSpPr>
          <p:nvPr>
            <p:ph type="body" sz="quarter" idx="17" hasCustomPrompt="1"/>
          </p:nvPr>
        </p:nvSpPr>
        <p:spPr>
          <a:xfrm>
            <a:off x="339633" y="1954332"/>
            <a:ext cx="4765767" cy="338554"/>
          </a:xfrm>
          <a:prstGeom prst="rect">
            <a:avLst/>
          </a:prstGeom>
        </p:spPr>
        <p:txBody>
          <a:bodyPr wrap="square" lIns="73152" rIns="0">
            <a:spAutoFit/>
          </a:bodyPr>
          <a:lstStyle>
            <a:lvl1pPr>
              <a:lnSpc>
                <a:spcPct val="100000"/>
              </a:lnSpc>
              <a:buNone/>
              <a:defRPr sz="1600" b="1" i="0" spc="-40">
                <a:solidFill>
                  <a:schemeClr val="tx1"/>
                </a:solidFill>
                <a:latin typeface="Arial" panose="020B0604020202020204" pitchFamily="34" charset="0"/>
                <a:cs typeface="Arial" panose="020B0604020202020204" pitchFamily="34" charset="0"/>
              </a:defRPr>
            </a:lvl1pPr>
          </a:lstStyle>
          <a:p>
            <a:pPr lvl="0"/>
            <a:r>
              <a:rPr lang="en-US" b="1" dirty="0"/>
              <a:t>Subhead goes here</a:t>
            </a:r>
          </a:p>
        </p:txBody>
      </p:sp>
      <p:sp>
        <p:nvSpPr>
          <p:cNvPr id="11" name="Content Placeholder 10">
            <a:extLst>
              <a:ext uri="{FF2B5EF4-FFF2-40B4-BE49-F238E27FC236}">
                <a16:creationId xmlns:a16="http://schemas.microsoft.com/office/drawing/2014/main" id="{13F1E54E-5BF2-A275-48ED-12E26430CADE}"/>
              </a:ext>
            </a:extLst>
          </p:cNvPr>
          <p:cNvSpPr>
            <a:spLocks noGrp="1"/>
          </p:cNvSpPr>
          <p:nvPr>
            <p:ph sz="quarter" idx="19"/>
          </p:nvPr>
        </p:nvSpPr>
        <p:spPr>
          <a:xfrm>
            <a:off x="339633" y="2555421"/>
            <a:ext cx="3357840" cy="1426031"/>
          </a:xfrm>
          <a:prstGeom prst="rect">
            <a:avLst/>
          </a:prstGeom>
        </p:spPr>
        <p:txBody>
          <a:bodyPr wrap="square" lIns="82296" rIns="0">
            <a:spAutoFit/>
          </a:bodyPr>
          <a:lstStyle>
            <a:lvl1pPr>
              <a:lnSpc>
                <a:spcPct val="100000"/>
              </a:lnSpc>
              <a:defRPr sz="1400" b="0" i="0" spc="-30">
                <a:solidFill>
                  <a:schemeClr val="tx1"/>
                </a:solidFill>
                <a:latin typeface="Arial" panose="020B0604020202020204" pitchFamily="34" charset="0"/>
                <a:cs typeface="Arial" panose="020B0604020202020204" pitchFamily="34" charset="0"/>
              </a:defRPr>
            </a:lvl1pPr>
            <a:lvl2pPr>
              <a:lnSpc>
                <a:spcPct val="100000"/>
              </a:lnSpc>
              <a:defRPr sz="1400" b="0" i="0" spc="-30">
                <a:solidFill>
                  <a:schemeClr val="tx1"/>
                </a:solidFill>
                <a:latin typeface="Arial" panose="020B0604020202020204" pitchFamily="34" charset="0"/>
                <a:cs typeface="Arial" panose="020B0604020202020204" pitchFamily="34" charset="0"/>
              </a:defRPr>
            </a:lvl2pPr>
            <a:lvl3pPr>
              <a:lnSpc>
                <a:spcPct val="100000"/>
              </a:lnSpc>
              <a:defRPr sz="1400" b="0" i="0" spc="-30">
                <a:solidFill>
                  <a:schemeClr val="tx1"/>
                </a:solidFill>
                <a:latin typeface="Arial" panose="020B0604020202020204" pitchFamily="34" charset="0"/>
                <a:cs typeface="Arial" panose="020B0604020202020204" pitchFamily="34" charset="0"/>
              </a:defRPr>
            </a:lvl3pPr>
            <a:lvl4pPr>
              <a:lnSpc>
                <a:spcPct val="100000"/>
              </a:lnSpc>
              <a:defRPr sz="1400" b="0" i="0" spc="-30">
                <a:solidFill>
                  <a:schemeClr val="tx1"/>
                </a:solidFill>
                <a:latin typeface="Arial" panose="020B0604020202020204" pitchFamily="34" charset="0"/>
                <a:cs typeface="Arial" panose="020B0604020202020204" pitchFamily="34" charset="0"/>
              </a:defRPr>
            </a:lvl4pPr>
            <a:lvl5pPr>
              <a:lnSpc>
                <a:spcPct val="100000"/>
              </a:lnSpc>
              <a:defRPr sz="1400" b="0" i="0" spc="-30">
                <a:solidFill>
                  <a:schemeClr val="tx1"/>
                </a:solidFill>
                <a:latin typeface="Arial" panose="020B0604020202020204" pitchFamily="34" charset="0"/>
                <a:cs typeface="Arial" panose="020B0604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2" name="Content Placeholder 10">
            <a:extLst>
              <a:ext uri="{FF2B5EF4-FFF2-40B4-BE49-F238E27FC236}">
                <a16:creationId xmlns:a16="http://schemas.microsoft.com/office/drawing/2014/main" id="{5BE3E7D6-0DDF-2433-3B44-9E5C4144EB42}"/>
              </a:ext>
            </a:extLst>
          </p:cNvPr>
          <p:cNvSpPr>
            <a:spLocks noGrp="1"/>
          </p:cNvSpPr>
          <p:nvPr>
            <p:ph sz="quarter" idx="20"/>
          </p:nvPr>
        </p:nvSpPr>
        <p:spPr>
          <a:xfrm>
            <a:off x="4166347" y="2555421"/>
            <a:ext cx="3331415" cy="1426031"/>
          </a:xfrm>
          <a:prstGeom prst="rect">
            <a:avLst/>
          </a:prstGeom>
        </p:spPr>
        <p:txBody>
          <a:bodyPr lIns="82296" rIns="0">
            <a:spAutoFit/>
          </a:bodyPr>
          <a:lstStyle>
            <a:lvl1pPr>
              <a:lnSpc>
                <a:spcPct val="100000"/>
              </a:lnSpc>
              <a:defRPr sz="1400" b="0" i="0" spc="-30">
                <a:solidFill>
                  <a:schemeClr val="tx1"/>
                </a:solidFill>
                <a:latin typeface="Arial" panose="020B0604020202020204" pitchFamily="34" charset="0"/>
                <a:cs typeface="Arial" panose="020B0604020202020204" pitchFamily="34" charset="0"/>
              </a:defRPr>
            </a:lvl1pPr>
            <a:lvl2pPr>
              <a:lnSpc>
                <a:spcPct val="100000"/>
              </a:lnSpc>
              <a:defRPr sz="1400" b="0" i="0" spc="-30">
                <a:solidFill>
                  <a:schemeClr val="tx1"/>
                </a:solidFill>
                <a:latin typeface="Arial" panose="020B0604020202020204" pitchFamily="34" charset="0"/>
                <a:cs typeface="Arial" panose="020B0604020202020204" pitchFamily="34" charset="0"/>
              </a:defRPr>
            </a:lvl2pPr>
            <a:lvl3pPr>
              <a:lnSpc>
                <a:spcPct val="100000"/>
              </a:lnSpc>
              <a:defRPr sz="1400" b="0" i="0" spc="-30">
                <a:solidFill>
                  <a:schemeClr val="tx1"/>
                </a:solidFill>
                <a:latin typeface="Arial" panose="020B0604020202020204" pitchFamily="34" charset="0"/>
                <a:cs typeface="Arial" panose="020B0604020202020204" pitchFamily="34" charset="0"/>
              </a:defRPr>
            </a:lvl3pPr>
            <a:lvl4pPr>
              <a:lnSpc>
                <a:spcPct val="100000"/>
              </a:lnSpc>
              <a:defRPr sz="1400" b="0" i="0" spc="-30">
                <a:solidFill>
                  <a:schemeClr val="tx1"/>
                </a:solidFill>
                <a:latin typeface="Arial" panose="020B0604020202020204" pitchFamily="34" charset="0"/>
                <a:cs typeface="Arial" panose="020B0604020202020204" pitchFamily="34" charset="0"/>
              </a:defRPr>
            </a:lvl4pPr>
            <a:lvl5pPr>
              <a:lnSpc>
                <a:spcPct val="100000"/>
              </a:lnSpc>
              <a:defRPr sz="1400" b="0" i="0" spc="-30">
                <a:solidFill>
                  <a:schemeClr val="tx1"/>
                </a:solidFill>
                <a:latin typeface="Arial" panose="020B0604020202020204" pitchFamily="34" charset="0"/>
                <a:cs typeface="Arial" panose="020B0604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3" name="Content Placeholder 10">
            <a:extLst>
              <a:ext uri="{FF2B5EF4-FFF2-40B4-BE49-F238E27FC236}">
                <a16:creationId xmlns:a16="http://schemas.microsoft.com/office/drawing/2014/main" id="{C7D7AF38-C09F-B2CF-757B-713AA6C51150}"/>
              </a:ext>
            </a:extLst>
          </p:cNvPr>
          <p:cNvSpPr>
            <a:spLocks noGrp="1"/>
          </p:cNvSpPr>
          <p:nvPr>
            <p:ph sz="quarter" idx="21"/>
          </p:nvPr>
        </p:nvSpPr>
        <p:spPr>
          <a:xfrm>
            <a:off x="7966636" y="2555421"/>
            <a:ext cx="3331415" cy="1426031"/>
          </a:xfrm>
          <a:prstGeom prst="rect">
            <a:avLst/>
          </a:prstGeom>
        </p:spPr>
        <p:txBody>
          <a:bodyPr lIns="82296" rIns="0">
            <a:spAutoFit/>
          </a:bodyPr>
          <a:lstStyle>
            <a:lvl1pPr>
              <a:lnSpc>
                <a:spcPct val="100000"/>
              </a:lnSpc>
              <a:defRPr sz="1400" b="0" i="0" spc="-30">
                <a:solidFill>
                  <a:schemeClr val="tx1"/>
                </a:solidFill>
                <a:latin typeface="Arial" panose="020B0604020202020204" pitchFamily="34" charset="0"/>
                <a:cs typeface="Arial" panose="020B0604020202020204" pitchFamily="34" charset="0"/>
              </a:defRPr>
            </a:lvl1pPr>
            <a:lvl2pPr>
              <a:lnSpc>
                <a:spcPct val="100000"/>
              </a:lnSpc>
              <a:defRPr sz="1400" b="0" i="0" spc="-30">
                <a:solidFill>
                  <a:schemeClr val="tx1"/>
                </a:solidFill>
                <a:latin typeface="Arial" panose="020B0604020202020204" pitchFamily="34" charset="0"/>
                <a:cs typeface="Arial" panose="020B0604020202020204" pitchFamily="34" charset="0"/>
              </a:defRPr>
            </a:lvl2pPr>
            <a:lvl3pPr>
              <a:lnSpc>
                <a:spcPct val="100000"/>
              </a:lnSpc>
              <a:defRPr sz="1400" b="0" i="0" spc="-30">
                <a:solidFill>
                  <a:schemeClr val="tx1"/>
                </a:solidFill>
                <a:latin typeface="Arial" panose="020B0604020202020204" pitchFamily="34" charset="0"/>
                <a:cs typeface="Arial" panose="020B0604020202020204" pitchFamily="34" charset="0"/>
              </a:defRPr>
            </a:lvl3pPr>
            <a:lvl4pPr>
              <a:lnSpc>
                <a:spcPct val="100000"/>
              </a:lnSpc>
              <a:defRPr sz="1400" b="0" i="0" spc="-30">
                <a:solidFill>
                  <a:schemeClr val="tx1"/>
                </a:solidFill>
                <a:latin typeface="Arial" panose="020B0604020202020204" pitchFamily="34" charset="0"/>
                <a:cs typeface="Arial" panose="020B0604020202020204" pitchFamily="34" charset="0"/>
              </a:defRPr>
            </a:lvl4pPr>
            <a:lvl5pPr>
              <a:lnSpc>
                <a:spcPct val="100000"/>
              </a:lnSpc>
              <a:defRPr sz="1400" b="0" i="0" spc="-30">
                <a:solidFill>
                  <a:schemeClr val="tx1"/>
                </a:solidFill>
                <a:latin typeface="Arial" panose="020B0604020202020204" pitchFamily="34" charset="0"/>
                <a:cs typeface="Arial" panose="020B0604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2026 Western Digital Corporation All rights reserved">
            <a:extLst>
              <a:ext uri="{FF2B5EF4-FFF2-40B4-BE49-F238E27FC236}">
                <a16:creationId xmlns:a16="http://schemas.microsoft.com/office/drawing/2014/main" id="{2CC8B5AC-F3AE-E094-B832-73394D434B03}"/>
              </a:ext>
            </a:extLst>
          </p:cNvPr>
          <p:cNvSpPr/>
          <p:nvPr/>
        </p:nvSpPr>
        <p:spPr>
          <a:xfrm>
            <a:off x="419100" y="6638989"/>
            <a:ext cx="2794000" cy="92589"/>
          </a:xfrm>
          <a:prstGeom prst="rect">
            <a:avLst/>
          </a:prstGeom>
          <a:noFill/>
          <a:ln/>
        </p:spPr>
        <p:txBody>
          <a:bodyPr wrap="square" lIns="0" tIns="0" rIns="0" bIns="0" rtlCol="0" anchor="t">
            <a:spAutoFit/>
          </a:bodyPr>
          <a:lstStyle/>
          <a:p>
            <a:pPr>
              <a:lnSpc>
                <a:spcPct val="75000"/>
              </a:lnSpc>
            </a:pPr>
            <a:r>
              <a:rPr lang="en-US" sz="800" b="0" i="0" dirty="0">
                <a:solidFill>
                  <a:schemeClr val="tx1"/>
                </a:solidFill>
                <a:latin typeface="Arial" panose="020B0604020202020204" pitchFamily="34" charset="0"/>
                <a:ea typeface="Arial" pitchFamily="34" charset="-122"/>
                <a:cs typeface="Arial" panose="020B0604020202020204" pitchFamily="34" charset="0"/>
              </a:rPr>
              <a:t>©  2026 Western Digital Corporation. All rights reserved.</a:t>
            </a:r>
            <a:endParaRPr lang="en-US" sz="800" b="0" i="0" dirty="0">
              <a:solidFill>
                <a:schemeClr val="tx1"/>
              </a:solidFill>
              <a:latin typeface="Arial" panose="020B0604020202020204" pitchFamily="34" charset="0"/>
              <a:cs typeface="Arial" panose="020B0604020202020204" pitchFamily="34" charset="0"/>
            </a:endParaRPr>
          </a:p>
        </p:txBody>
      </p:sp>
      <p:sp>
        <p:nvSpPr>
          <p:cNvPr id="7" name="Slide Number Placeholder 1">
            <a:extLst>
              <a:ext uri="{FF2B5EF4-FFF2-40B4-BE49-F238E27FC236}">
                <a16:creationId xmlns:a16="http://schemas.microsoft.com/office/drawing/2014/main" id="{7C940278-C6AD-2BD0-D693-03C926976FE9}"/>
              </a:ext>
            </a:extLst>
          </p:cNvPr>
          <p:cNvSpPr>
            <a:spLocks noGrp="1"/>
          </p:cNvSpPr>
          <p:nvPr>
            <p:ph type="sldNum" sz="quarter" idx="4"/>
          </p:nvPr>
        </p:nvSpPr>
        <p:spPr>
          <a:xfrm>
            <a:off x="11215668" y="6562157"/>
            <a:ext cx="658832" cy="215444"/>
          </a:xfrm>
          <a:prstGeom prst="rect">
            <a:avLst/>
          </a:prstGeom>
        </p:spPr>
        <p:txBody>
          <a:bodyPr vert="horz" lIns="91440" tIns="45720" rIns="0" bIns="45720" rtlCol="0" anchor="ctr">
            <a:spAutoFit/>
          </a:bodyPr>
          <a:lstStyle>
            <a:lvl1pPr algn="r">
              <a:defRPr sz="800" b="0" i="0">
                <a:solidFill>
                  <a:schemeClr val="tx1"/>
                </a:solidFill>
                <a:latin typeface="Arial" panose="020B0604020202020204" pitchFamily="34" charset="0"/>
                <a:cs typeface="Arial" panose="020B0604020202020204" pitchFamily="34" charset="0"/>
              </a:defRPr>
            </a:lvl1pPr>
          </a:lstStyle>
          <a:p>
            <a:fld id="{B06B19F4-CF25-446C-B362-D8BB27BE9D9B}" type="slidenum">
              <a:rPr lang="en-US" smtClean="0"/>
              <a:t>‹#›</a:t>
            </a:fld>
            <a:endParaRPr lang="en-US"/>
          </a:p>
        </p:txBody>
      </p:sp>
      <p:sp>
        <p:nvSpPr>
          <p:cNvPr id="8" name="WD Confidential">
            <a:extLst>
              <a:ext uri="{FF2B5EF4-FFF2-40B4-BE49-F238E27FC236}">
                <a16:creationId xmlns:a16="http://schemas.microsoft.com/office/drawing/2014/main" id="{35583BC5-2030-A571-E579-5FC24F25F6C0}"/>
              </a:ext>
            </a:extLst>
          </p:cNvPr>
          <p:cNvSpPr/>
          <p:nvPr/>
        </p:nvSpPr>
        <p:spPr>
          <a:xfrm>
            <a:off x="8991600" y="6638990"/>
            <a:ext cx="1244600" cy="92589"/>
          </a:xfrm>
          <a:prstGeom prst="rect">
            <a:avLst/>
          </a:prstGeom>
          <a:noFill/>
          <a:ln/>
        </p:spPr>
        <p:txBody>
          <a:bodyPr wrap="square" lIns="0" tIns="0" rIns="0" bIns="0" rtlCol="0" anchor="t">
            <a:spAutoFit/>
          </a:bodyPr>
          <a:lstStyle/>
          <a:p>
            <a:pPr>
              <a:lnSpc>
                <a:spcPct val="75000"/>
              </a:lnSpc>
            </a:pPr>
            <a:r>
              <a:rPr lang="en-US" sz="800" b="0" i="0" dirty="0">
                <a:solidFill>
                  <a:schemeClr val="tx1"/>
                </a:solidFill>
                <a:latin typeface="Arial" panose="020B0604020202020204" pitchFamily="34" charset="0"/>
                <a:ea typeface="Arial" pitchFamily="34" charset="-122"/>
                <a:cs typeface="Arial" panose="020B0604020202020204" pitchFamily="34" charset="0"/>
              </a:rPr>
              <a:t>WD CONFIDENTIAL</a:t>
            </a:r>
            <a:endParaRPr lang="en-US" sz="800" b="0" i="0" dirty="0">
              <a:solidFill>
                <a:schemeClr val="tx1"/>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05324080"/>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7.xml><?xml version="1.0" encoding="utf-8"?>
<p:sldLayout xmlns:a="http://schemas.openxmlformats.org/drawingml/2006/main" xmlns:r="http://schemas.openxmlformats.org/officeDocument/2006/relationships" xmlns:p="http://schemas.openxmlformats.org/presentationml/2006/main" preserve="1">
  <p:cSld name="1_Title and 3-Column Content White">
    <p:bg>
      <p:bgPr>
        <a:solidFill>
          <a:schemeClr val="bg1"/>
        </a:solidFill>
        <a:effectLst/>
      </p:bgPr>
    </p:bg>
    <p:spTree>
      <p:nvGrpSpPr>
        <p:cNvPr id="1" name=""/>
        <p:cNvGrpSpPr/>
        <p:nvPr/>
      </p:nvGrpSpPr>
      <p:grpSpPr>
        <a:xfrm>
          <a:off x="0" y="0"/>
          <a:ext cx="0" cy="0"/>
          <a:chOff x="0" y="0"/>
          <a:chExt cx="0" cy="0"/>
        </a:xfrm>
      </p:grpSpPr>
      <p:pic>
        <p:nvPicPr>
          <p:cNvPr id="4" name="Logo" descr="preencoded.png">
            <a:extLst>
              <a:ext uri="{FF2B5EF4-FFF2-40B4-BE49-F238E27FC236}">
                <a16:creationId xmlns:a16="http://schemas.microsoft.com/office/drawing/2014/main" id="{3DC0599E-ABE3-1DBC-6207-01260A8C27CD}"/>
              </a:ext>
            </a:extLst>
          </p:cNvPr>
          <p:cNvPicPr>
            <a:picLocks noChangeAspect="1"/>
          </p:cNvPicPr>
          <p:nvPr/>
        </p:nvPicPr>
        <p:blipFill>
          <a:blip>
            <a:extLst>
              <a:ext uri="{96DAC541-7B7A-43D3-8B79-37D633B846F1}">
                <asvg:svgBlip xmlns:asvg="http://schemas.microsoft.com/office/drawing/2016/SVG/main" r:embed="rId2"/>
              </a:ext>
            </a:extLst>
          </a:blip>
          <a:srcRect/>
          <a:stretch/>
        </p:blipFill>
        <p:spPr>
          <a:xfrm>
            <a:off x="10902950" y="419100"/>
            <a:ext cx="869950" cy="222250"/>
          </a:xfrm>
          <a:prstGeom prst="rect">
            <a:avLst/>
          </a:prstGeom>
        </p:spPr>
      </p:pic>
      <p:sp>
        <p:nvSpPr>
          <p:cNvPr id="2" name="Text Placeholder 14">
            <a:extLst>
              <a:ext uri="{FF2B5EF4-FFF2-40B4-BE49-F238E27FC236}">
                <a16:creationId xmlns:a16="http://schemas.microsoft.com/office/drawing/2014/main" id="{8BAF2F1F-41B9-6239-FDC5-2EF3FC9C2CE1}"/>
              </a:ext>
            </a:extLst>
          </p:cNvPr>
          <p:cNvSpPr>
            <a:spLocks noGrp="1"/>
          </p:cNvSpPr>
          <p:nvPr>
            <p:ph type="body" sz="quarter" idx="13" hasCustomPrompt="1"/>
          </p:nvPr>
        </p:nvSpPr>
        <p:spPr>
          <a:xfrm>
            <a:off x="339725" y="333800"/>
            <a:ext cx="2860675" cy="307777"/>
          </a:xfrm>
          <a:prstGeom prst="rect">
            <a:avLst/>
          </a:prstGeom>
        </p:spPr>
        <p:txBody>
          <a:bodyPr wrap="square" lIns="82296" rIns="0">
            <a:spAutoFit/>
          </a:bodyPr>
          <a:lstStyle>
            <a:lvl1pPr>
              <a:lnSpc>
                <a:spcPct val="100000"/>
              </a:lnSpc>
              <a:buNone/>
              <a:defRPr sz="1400" b="1" i="0" spc="-30">
                <a:solidFill>
                  <a:schemeClr val="tx2"/>
                </a:solidFill>
                <a:latin typeface="Arial" panose="020B0604020202020204" pitchFamily="34" charset="0"/>
                <a:cs typeface="Arial" panose="020B0604020202020204" pitchFamily="34" charset="0"/>
              </a:defRPr>
            </a:lvl1pPr>
          </a:lstStyle>
          <a:p>
            <a:pPr lvl="0"/>
            <a:r>
              <a:rPr lang="en-US" b="1" dirty="0"/>
              <a:t>Section Header</a:t>
            </a:r>
          </a:p>
        </p:txBody>
      </p:sp>
      <p:sp>
        <p:nvSpPr>
          <p:cNvPr id="3" name="Title 2">
            <a:extLst>
              <a:ext uri="{FF2B5EF4-FFF2-40B4-BE49-F238E27FC236}">
                <a16:creationId xmlns:a16="http://schemas.microsoft.com/office/drawing/2014/main" id="{1627E8F2-579D-4FE7-1AD9-36873A936393}"/>
              </a:ext>
            </a:extLst>
          </p:cNvPr>
          <p:cNvSpPr>
            <a:spLocks noGrp="1"/>
          </p:cNvSpPr>
          <p:nvPr>
            <p:ph type="title" hasCustomPrompt="1"/>
          </p:nvPr>
        </p:nvSpPr>
        <p:spPr>
          <a:xfrm>
            <a:off x="339633" y="702407"/>
            <a:ext cx="6670767" cy="1215333"/>
          </a:xfrm>
          <a:prstGeom prst="rect">
            <a:avLst/>
          </a:prstGeom>
        </p:spPr>
        <p:txBody>
          <a:bodyPr wrap="square" lIns="45720" rIns="0">
            <a:spAutoFit/>
          </a:bodyPr>
          <a:lstStyle>
            <a:lvl1pPr>
              <a:lnSpc>
                <a:spcPct val="85000"/>
              </a:lnSpc>
              <a:defRPr sz="4200" b="0" i="0" spc="-130">
                <a:solidFill>
                  <a:schemeClr val="tx2"/>
                </a:solidFill>
                <a:latin typeface="Arial" panose="020B0604020202020204" pitchFamily="34" charset="0"/>
                <a:cs typeface="Arial" panose="020B0604020202020204" pitchFamily="34" charset="0"/>
              </a:defRPr>
            </a:lvl1pPr>
          </a:lstStyle>
          <a:p>
            <a:r>
              <a:rPr lang="en-US" dirty="0"/>
              <a:t>Content Slide – Smaller, Longer Headline</a:t>
            </a:r>
          </a:p>
        </p:txBody>
      </p:sp>
      <p:sp>
        <p:nvSpPr>
          <p:cNvPr id="11" name="Content Placeholder 10">
            <a:extLst>
              <a:ext uri="{FF2B5EF4-FFF2-40B4-BE49-F238E27FC236}">
                <a16:creationId xmlns:a16="http://schemas.microsoft.com/office/drawing/2014/main" id="{13F1E54E-5BF2-A275-48ED-12E26430CADE}"/>
              </a:ext>
            </a:extLst>
          </p:cNvPr>
          <p:cNvSpPr>
            <a:spLocks noGrp="1"/>
          </p:cNvSpPr>
          <p:nvPr>
            <p:ph sz="quarter" idx="19"/>
          </p:nvPr>
        </p:nvSpPr>
        <p:spPr>
          <a:xfrm>
            <a:off x="339633" y="2155810"/>
            <a:ext cx="3357840" cy="1426031"/>
          </a:xfrm>
          <a:prstGeom prst="rect">
            <a:avLst/>
          </a:prstGeom>
        </p:spPr>
        <p:txBody>
          <a:bodyPr wrap="square" lIns="82296" rIns="0">
            <a:spAutoFit/>
          </a:bodyPr>
          <a:lstStyle>
            <a:lvl1pPr>
              <a:lnSpc>
                <a:spcPct val="100000"/>
              </a:lnSpc>
              <a:defRPr sz="1400" b="0" i="0" spc="-30">
                <a:solidFill>
                  <a:schemeClr val="tx2"/>
                </a:solidFill>
                <a:latin typeface="Arial" panose="020B0604020202020204" pitchFamily="34" charset="0"/>
                <a:cs typeface="Arial" panose="020B0604020202020204" pitchFamily="34" charset="0"/>
              </a:defRPr>
            </a:lvl1pPr>
            <a:lvl2pPr>
              <a:lnSpc>
                <a:spcPct val="100000"/>
              </a:lnSpc>
              <a:defRPr sz="1400" b="0" i="0" spc="-30">
                <a:solidFill>
                  <a:schemeClr val="tx2"/>
                </a:solidFill>
                <a:latin typeface="Arial" panose="020B0604020202020204" pitchFamily="34" charset="0"/>
                <a:cs typeface="Arial" panose="020B0604020202020204" pitchFamily="34" charset="0"/>
              </a:defRPr>
            </a:lvl2pPr>
            <a:lvl3pPr>
              <a:lnSpc>
                <a:spcPct val="100000"/>
              </a:lnSpc>
              <a:defRPr sz="1400" b="0" i="0" spc="-30">
                <a:solidFill>
                  <a:schemeClr val="tx2"/>
                </a:solidFill>
                <a:latin typeface="Arial" panose="020B0604020202020204" pitchFamily="34" charset="0"/>
                <a:cs typeface="Arial" panose="020B0604020202020204" pitchFamily="34" charset="0"/>
              </a:defRPr>
            </a:lvl3pPr>
            <a:lvl4pPr>
              <a:lnSpc>
                <a:spcPct val="100000"/>
              </a:lnSpc>
              <a:defRPr sz="1400" b="0" i="0" spc="-30">
                <a:solidFill>
                  <a:schemeClr val="tx2"/>
                </a:solidFill>
                <a:latin typeface="Arial" panose="020B0604020202020204" pitchFamily="34" charset="0"/>
                <a:cs typeface="Arial" panose="020B0604020202020204" pitchFamily="34" charset="0"/>
              </a:defRPr>
            </a:lvl4pPr>
            <a:lvl5pPr>
              <a:lnSpc>
                <a:spcPct val="100000"/>
              </a:lnSpc>
              <a:defRPr sz="1400" b="0" i="0" spc="-30">
                <a:solidFill>
                  <a:schemeClr val="tx2"/>
                </a:solidFill>
                <a:latin typeface="Arial" panose="020B0604020202020204" pitchFamily="34" charset="0"/>
                <a:cs typeface="Arial" panose="020B0604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2" name="Content Placeholder 10">
            <a:extLst>
              <a:ext uri="{FF2B5EF4-FFF2-40B4-BE49-F238E27FC236}">
                <a16:creationId xmlns:a16="http://schemas.microsoft.com/office/drawing/2014/main" id="{5BE3E7D6-0DDF-2433-3B44-9E5C4144EB42}"/>
              </a:ext>
            </a:extLst>
          </p:cNvPr>
          <p:cNvSpPr>
            <a:spLocks noGrp="1"/>
          </p:cNvSpPr>
          <p:nvPr>
            <p:ph sz="quarter" idx="20"/>
          </p:nvPr>
        </p:nvSpPr>
        <p:spPr>
          <a:xfrm>
            <a:off x="4166347" y="2155810"/>
            <a:ext cx="3331415" cy="1426031"/>
          </a:xfrm>
          <a:prstGeom prst="rect">
            <a:avLst/>
          </a:prstGeom>
        </p:spPr>
        <p:txBody>
          <a:bodyPr lIns="82296" rIns="0">
            <a:spAutoFit/>
          </a:bodyPr>
          <a:lstStyle>
            <a:lvl1pPr>
              <a:lnSpc>
                <a:spcPct val="100000"/>
              </a:lnSpc>
              <a:defRPr sz="1400" b="0" i="0" spc="-30">
                <a:solidFill>
                  <a:schemeClr val="tx2"/>
                </a:solidFill>
                <a:latin typeface="Arial" panose="020B0604020202020204" pitchFamily="34" charset="0"/>
                <a:cs typeface="Arial" panose="020B0604020202020204" pitchFamily="34" charset="0"/>
              </a:defRPr>
            </a:lvl1pPr>
            <a:lvl2pPr>
              <a:lnSpc>
                <a:spcPct val="100000"/>
              </a:lnSpc>
              <a:defRPr sz="1400" b="0" i="0" spc="-30">
                <a:solidFill>
                  <a:schemeClr val="tx2"/>
                </a:solidFill>
                <a:latin typeface="Arial" panose="020B0604020202020204" pitchFamily="34" charset="0"/>
                <a:cs typeface="Arial" panose="020B0604020202020204" pitchFamily="34" charset="0"/>
              </a:defRPr>
            </a:lvl2pPr>
            <a:lvl3pPr>
              <a:lnSpc>
                <a:spcPct val="100000"/>
              </a:lnSpc>
              <a:defRPr sz="1400" b="0" i="0" spc="-30">
                <a:solidFill>
                  <a:schemeClr val="tx2"/>
                </a:solidFill>
                <a:latin typeface="Arial" panose="020B0604020202020204" pitchFamily="34" charset="0"/>
                <a:cs typeface="Arial" panose="020B0604020202020204" pitchFamily="34" charset="0"/>
              </a:defRPr>
            </a:lvl3pPr>
            <a:lvl4pPr>
              <a:lnSpc>
                <a:spcPct val="100000"/>
              </a:lnSpc>
              <a:defRPr sz="1400" b="0" i="0" spc="-30">
                <a:solidFill>
                  <a:schemeClr val="tx2"/>
                </a:solidFill>
                <a:latin typeface="Arial" panose="020B0604020202020204" pitchFamily="34" charset="0"/>
                <a:cs typeface="Arial" panose="020B0604020202020204" pitchFamily="34" charset="0"/>
              </a:defRPr>
            </a:lvl4pPr>
            <a:lvl5pPr>
              <a:lnSpc>
                <a:spcPct val="100000"/>
              </a:lnSpc>
              <a:defRPr sz="1400" b="0" i="0" spc="-30">
                <a:solidFill>
                  <a:schemeClr val="tx2"/>
                </a:solidFill>
                <a:latin typeface="Arial" panose="020B0604020202020204" pitchFamily="34" charset="0"/>
                <a:cs typeface="Arial" panose="020B0604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3" name="Content Placeholder 10">
            <a:extLst>
              <a:ext uri="{FF2B5EF4-FFF2-40B4-BE49-F238E27FC236}">
                <a16:creationId xmlns:a16="http://schemas.microsoft.com/office/drawing/2014/main" id="{C7D7AF38-C09F-B2CF-757B-713AA6C51150}"/>
              </a:ext>
            </a:extLst>
          </p:cNvPr>
          <p:cNvSpPr>
            <a:spLocks noGrp="1"/>
          </p:cNvSpPr>
          <p:nvPr>
            <p:ph sz="quarter" idx="21"/>
          </p:nvPr>
        </p:nvSpPr>
        <p:spPr>
          <a:xfrm>
            <a:off x="7966636" y="2155810"/>
            <a:ext cx="3331415" cy="1426031"/>
          </a:xfrm>
          <a:prstGeom prst="rect">
            <a:avLst/>
          </a:prstGeom>
        </p:spPr>
        <p:txBody>
          <a:bodyPr lIns="82296" rIns="0">
            <a:spAutoFit/>
          </a:bodyPr>
          <a:lstStyle>
            <a:lvl1pPr>
              <a:lnSpc>
                <a:spcPct val="100000"/>
              </a:lnSpc>
              <a:defRPr sz="1400" b="0" i="0" spc="-30">
                <a:solidFill>
                  <a:schemeClr val="tx2"/>
                </a:solidFill>
                <a:latin typeface="Arial" panose="020B0604020202020204" pitchFamily="34" charset="0"/>
                <a:cs typeface="Arial" panose="020B0604020202020204" pitchFamily="34" charset="0"/>
              </a:defRPr>
            </a:lvl1pPr>
            <a:lvl2pPr>
              <a:lnSpc>
                <a:spcPct val="100000"/>
              </a:lnSpc>
              <a:defRPr sz="1400" b="0" i="0" spc="-30">
                <a:solidFill>
                  <a:schemeClr val="tx2"/>
                </a:solidFill>
                <a:latin typeface="Arial" panose="020B0604020202020204" pitchFamily="34" charset="0"/>
                <a:cs typeface="Arial" panose="020B0604020202020204" pitchFamily="34" charset="0"/>
              </a:defRPr>
            </a:lvl2pPr>
            <a:lvl3pPr>
              <a:lnSpc>
                <a:spcPct val="100000"/>
              </a:lnSpc>
              <a:defRPr sz="1400" b="0" i="0" spc="-30">
                <a:solidFill>
                  <a:schemeClr val="tx2"/>
                </a:solidFill>
                <a:latin typeface="Arial" panose="020B0604020202020204" pitchFamily="34" charset="0"/>
                <a:cs typeface="Arial" panose="020B0604020202020204" pitchFamily="34" charset="0"/>
              </a:defRPr>
            </a:lvl3pPr>
            <a:lvl4pPr>
              <a:lnSpc>
                <a:spcPct val="100000"/>
              </a:lnSpc>
              <a:defRPr sz="1400" b="0" i="0" spc="-30">
                <a:solidFill>
                  <a:schemeClr val="tx2"/>
                </a:solidFill>
                <a:latin typeface="Arial" panose="020B0604020202020204" pitchFamily="34" charset="0"/>
                <a:cs typeface="Arial" panose="020B0604020202020204" pitchFamily="34" charset="0"/>
              </a:defRPr>
            </a:lvl4pPr>
            <a:lvl5pPr>
              <a:lnSpc>
                <a:spcPct val="100000"/>
              </a:lnSpc>
              <a:defRPr sz="1400" b="0" i="0" spc="-30">
                <a:solidFill>
                  <a:schemeClr val="tx2"/>
                </a:solidFill>
                <a:latin typeface="Arial" panose="020B0604020202020204" pitchFamily="34" charset="0"/>
                <a:cs typeface="Arial" panose="020B0604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2026 Western Digital Corporation All rights reserved">
            <a:extLst>
              <a:ext uri="{FF2B5EF4-FFF2-40B4-BE49-F238E27FC236}">
                <a16:creationId xmlns:a16="http://schemas.microsoft.com/office/drawing/2014/main" id="{7AA045E7-A44A-ACB8-AA34-0B261636B89F}"/>
              </a:ext>
            </a:extLst>
          </p:cNvPr>
          <p:cNvSpPr/>
          <p:nvPr/>
        </p:nvSpPr>
        <p:spPr>
          <a:xfrm>
            <a:off x="419100" y="6638989"/>
            <a:ext cx="2794000" cy="92589"/>
          </a:xfrm>
          <a:prstGeom prst="rect">
            <a:avLst/>
          </a:prstGeom>
          <a:noFill/>
          <a:ln/>
        </p:spPr>
        <p:txBody>
          <a:bodyPr wrap="square" lIns="0" tIns="0" rIns="0" bIns="0" rtlCol="0" anchor="t">
            <a:spAutoFit/>
          </a:bodyPr>
          <a:lstStyle/>
          <a:p>
            <a:pPr>
              <a:lnSpc>
                <a:spcPct val="75000"/>
              </a:lnSpc>
            </a:pPr>
            <a:r>
              <a:rPr lang="en-US" sz="800" b="0" i="0" dirty="0">
                <a:solidFill>
                  <a:schemeClr val="tx1"/>
                </a:solidFill>
                <a:latin typeface="Arial" panose="020B0604020202020204" pitchFamily="34" charset="0"/>
                <a:ea typeface="Arial" pitchFamily="34" charset="-122"/>
                <a:cs typeface="Arial" panose="020B0604020202020204" pitchFamily="34" charset="0"/>
              </a:rPr>
              <a:t>©  2026 Western Digital Corporation. All rights reserved.</a:t>
            </a:r>
            <a:endParaRPr lang="en-US" sz="800" b="0" i="0" dirty="0">
              <a:solidFill>
                <a:schemeClr val="tx1"/>
              </a:solidFill>
              <a:latin typeface="Arial" panose="020B0604020202020204" pitchFamily="34" charset="0"/>
              <a:cs typeface="Arial" panose="020B0604020202020204" pitchFamily="34" charset="0"/>
            </a:endParaRPr>
          </a:p>
        </p:txBody>
      </p:sp>
      <p:sp>
        <p:nvSpPr>
          <p:cNvPr id="7" name="Slide Number Placeholder 1">
            <a:extLst>
              <a:ext uri="{FF2B5EF4-FFF2-40B4-BE49-F238E27FC236}">
                <a16:creationId xmlns:a16="http://schemas.microsoft.com/office/drawing/2014/main" id="{6F8C4D60-797F-6E5D-28C1-7806C56F6A57}"/>
              </a:ext>
            </a:extLst>
          </p:cNvPr>
          <p:cNvSpPr>
            <a:spLocks noGrp="1"/>
          </p:cNvSpPr>
          <p:nvPr>
            <p:ph type="sldNum" sz="quarter" idx="4"/>
          </p:nvPr>
        </p:nvSpPr>
        <p:spPr>
          <a:xfrm>
            <a:off x="11215668" y="6562157"/>
            <a:ext cx="658832" cy="215444"/>
          </a:xfrm>
          <a:prstGeom prst="rect">
            <a:avLst/>
          </a:prstGeom>
        </p:spPr>
        <p:txBody>
          <a:bodyPr vert="horz" lIns="91440" tIns="45720" rIns="0" bIns="45720" rtlCol="0" anchor="ctr">
            <a:spAutoFit/>
          </a:bodyPr>
          <a:lstStyle>
            <a:lvl1pPr algn="r">
              <a:defRPr sz="800" b="0" i="0">
                <a:solidFill>
                  <a:schemeClr val="tx1"/>
                </a:solidFill>
                <a:latin typeface="Arial" panose="020B0604020202020204" pitchFamily="34" charset="0"/>
                <a:cs typeface="Arial" panose="020B0604020202020204" pitchFamily="34" charset="0"/>
              </a:defRPr>
            </a:lvl1pPr>
          </a:lstStyle>
          <a:p>
            <a:fld id="{B06B19F4-CF25-446C-B362-D8BB27BE9D9B}" type="slidenum">
              <a:rPr lang="en-US" smtClean="0"/>
              <a:t>‹#›</a:t>
            </a:fld>
            <a:endParaRPr lang="en-US"/>
          </a:p>
        </p:txBody>
      </p:sp>
      <p:sp>
        <p:nvSpPr>
          <p:cNvPr id="8" name="WD Confidential">
            <a:extLst>
              <a:ext uri="{FF2B5EF4-FFF2-40B4-BE49-F238E27FC236}">
                <a16:creationId xmlns:a16="http://schemas.microsoft.com/office/drawing/2014/main" id="{E6B9DE43-CB49-B21C-2E2E-7CDE82EDBB6B}"/>
              </a:ext>
            </a:extLst>
          </p:cNvPr>
          <p:cNvSpPr/>
          <p:nvPr/>
        </p:nvSpPr>
        <p:spPr>
          <a:xfrm>
            <a:off x="8991600" y="6638990"/>
            <a:ext cx="1244600" cy="92589"/>
          </a:xfrm>
          <a:prstGeom prst="rect">
            <a:avLst/>
          </a:prstGeom>
          <a:noFill/>
          <a:ln/>
        </p:spPr>
        <p:txBody>
          <a:bodyPr wrap="square" lIns="0" tIns="0" rIns="0" bIns="0" rtlCol="0" anchor="t">
            <a:spAutoFit/>
          </a:bodyPr>
          <a:lstStyle/>
          <a:p>
            <a:pPr>
              <a:lnSpc>
                <a:spcPct val="75000"/>
              </a:lnSpc>
            </a:pPr>
            <a:r>
              <a:rPr lang="en-US" sz="800" b="0" i="0" dirty="0">
                <a:solidFill>
                  <a:schemeClr val="tx1"/>
                </a:solidFill>
                <a:latin typeface="Arial" panose="020B0604020202020204" pitchFamily="34" charset="0"/>
                <a:ea typeface="Arial" pitchFamily="34" charset="-122"/>
                <a:cs typeface="Arial" panose="020B0604020202020204" pitchFamily="34" charset="0"/>
              </a:rPr>
              <a:t>WD CONFIDENTIAL</a:t>
            </a:r>
            <a:endParaRPr lang="en-US" sz="800" b="0" i="0" dirty="0">
              <a:solidFill>
                <a:schemeClr val="tx1"/>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4673510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8.xml><?xml version="1.0" encoding="utf-8"?>
<p:sldLayout xmlns:a="http://schemas.openxmlformats.org/drawingml/2006/main" xmlns:r="http://schemas.openxmlformats.org/officeDocument/2006/relationships" xmlns:p="http://schemas.openxmlformats.org/presentationml/2006/main" preserve="1">
  <p:cSld name="1_Title and 3-Column Content Vault Navy">
    <p:bg>
      <p:bgRef idx="1001">
        <a:schemeClr val="bg2"/>
      </p:bgRef>
    </p:bg>
    <p:spTree>
      <p:nvGrpSpPr>
        <p:cNvPr id="1" name=""/>
        <p:cNvGrpSpPr/>
        <p:nvPr/>
      </p:nvGrpSpPr>
      <p:grpSpPr>
        <a:xfrm>
          <a:off x="0" y="0"/>
          <a:ext cx="0" cy="0"/>
          <a:chOff x="0" y="0"/>
          <a:chExt cx="0" cy="0"/>
        </a:xfrm>
      </p:grpSpPr>
      <p:pic>
        <p:nvPicPr>
          <p:cNvPr id="4" name="Logo" descr="preencoded.png">
            <a:extLst>
              <a:ext uri="{FF2B5EF4-FFF2-40B4-BE49-F238E27FC236}">
                <a16:creationId xmlns:a16="http://schemas.microsoft.com/office/drawing/2014/main" id="{3DC0599E-ABE3-1DBC-6207-01260A8C27CD}"/>
              </a:ext>
            </a:extLst>
          </p:cNvPr>
          <p:cNvPicPr>
            <a:picLocks noChangeAspect="1"/>
          </p:cNvPicPr>
          <p:nvPr/>
        </p:nvPicPr>
        <p:blipFill>
          <a:blip>
            <a:extLst>
              <a:ext uri="{96DAC541-7B7A-43D3-8B79-37D633B846F1}">
                <asvg:svgBlip xmlns:asvg="http://schemas.microsoft.com/office/drawing/2016/SVG/main" r:embed="rId2"/>
              </a:ext>
            </a:extLst>
          </a:blip>
          <a:srcRect/>
          <a:stretch/>
        </p:blipFill>
        <p:spPr>
          <a:xfrm>
            <a:off x="10902950" y="419100"/>
            <a:ext cx="869950" cy="222250"/>
          </a:xfrm>
          <a:prstGeom prst="rect">
            <a:avLst/>
          </a:prstGeom>
        </p:spPr>
      </p:pic>
      <p:sp>
        <p:nvSpPr>
          <p:cNvPr id="2" name="Text Placeholder 14">
            <a:extLst>
              <a:ext uri="{FF2B5EF4-FFF2-40B4-BE49-F238E27FC236}">
                <a16:creationId xmlns:a16="http://schemas.microsoft.com/office/drawing/2014/main" id="{8BAF2F1F-41B9-6239-FDC5-2EF3FC9C2CE1}"/>
              </a:ext>
            </a:extLst>
          </p:cNvPr>
          <p:cNvSpPr>
            <a:spLocks noGrp="1"/>
          </p:cNvSpPr>
          <p:nvPr>
            <p:ph type="body" sz="quarter" idx="13" hasCustomPrompt="1"/>
          </p:nvPr>
        </p:nvSpPr>
        <p:spPr>
          <a:xfrm>
            <a:off x="339725" y="333800"/>
            <a:ext cx="2860675" cy="307777"/>
          </a:xfrm>
          <a:prstGeom prst="rect">
            <a:avLst/>
          </a:prstGeom>
        </p:spPr>
        <p:txBody>
          <a:bodyPr wrap="square" lIns="82296" rIns="0">
            <a:spAutoFit/>
          </a:bodyPr>
          <a:lstStyle>
            <a:lvl1pPr>
              <a:lnSpc>
                <a:spcPct val="100000"/>
              </a:lnSpc>
              <a:buNone/>
              <a:defRPr sz="1400" b="1" i="0" spc="-30">
                <a:solidFill>
                  <a:schemeClr val="tx1"/>
                </a:solidFill>
                <a:effectLst/>
                <a:latin typeface="Arial" panose="020B0604020202020204" pitchFamily="34" charset="0"/>
                <a:cs typeface="Arial" panose="020B0604020202020204" pitchFamily="34" charset="0"/>
              </a:defRPr>
            </a:lvl1pPr>
          </a:lstStyle>
          <a:p>
            <a:pPr lvl="0"/>
            <a:r>
              <a:rPr lang="en-US" b="1" dirty="0"/>
              <a:t>Section Header</a:t>
            </a:r>
          </a:p>
        </p:txBody>
      </p:sp>
      <p:sp>
        <p:nvSpPr>
          <p:cNvPr id="3" name="Title 2">
            <a:extLst>
              <a:ext uri="{FF2B5EF4-FFF2-40B4-BE49-F238E27FC236}">
                <a16:creationId xmlns:a16="http://schemas.microsoft.com/office/drawing/2014/main" id="{1627E8F2-579D-4FE7-1AD9-36873A936393}"/>
              </a:ext>
            </a:extLst>
          </p:cNvPr>
          <p:cNvSpPr>
            <a:spLocks noGrp="1"/>
          </p:cNvSpPr>
          <p:nvPr>
            <p:ph type="title" hasCustomPrompt="1"/>
          </p:nvPr>
        </p:nvSpPr>
        <p:spPr>
          <a:xfrm>
            <a:off x="339633" y="702407"/>
            <a:ext cx="6670767" cy="1215333"/>
          </a:xfrm>
          <a:prstGeom prst="rect">
            <a:avLst/>
          </a:prstGeom>
        </p:spPr>
        <p:txBody>
          <a:bodyPr wrap="square" lIns="45720" rIns="0">
            <a:spAutoFit/>
          </a:bodyPr>
          <a:lstStyle>
            <a:lvl1pPr>
              <a:lnSpc>
                <a:spcPct val="85000"/>
              </a:lnSpc>
              <a:defRPr sz="4200" b="0" i="0" spc="-130">
                <a:solidFill>
                  <a:schemeClr val="tx1"/>
                </a:solidFill>
                <a:effectLst/>
                <a:latin typeface="Arial" panose="020B0604020202020204" pitchFamily="34" charset="0"/>
                <a:cs typeface="Arial" panose="020B0604020202020204" pitchFamily="34" charset="0"/>
              </a:defRPr>
            </a:lvl1pPr>
          </a:lstStyle>
          <a:p>
            <a:r>
              <a:rPr lang="en-US" dirty="0"/>
              <a:t>Content Slide – Smaller, Longer Headline</a:t>
            </a:r>
          </a:p>
        </p:txBody>
      </p:sp>
      <p:sp>
        <p:nvSpPr>
          <p:cNvPr id="11" name="Content Placeholder 10">
            <a:extLst>
              <a:ext uri="{FF2B5EF4-FFF2-40B4-BE49-F238E27FC236}">
                <a16:creationId xmlns:a16="http://schemas.microsoft.com/office/drawing/2014/main" id="{13F1E54E-5BF2-A275-48ED-12E26430CADE}"/>
              </a:ext>
            </a:extLst>
          </p:cNvPr>
          <p:cNvSpPr>
            <a:spLocks noGrp="1"/>
          </p:cNvSpPr>
          <p:nvPr>
            <p:ph sz="quarter" idx="19"/>
          </p:nvPr>
        </p:nvSpPr>
        <p:spPr>
          <a:xfrm>
            <a:off x="339633" y="2155810"/>
            <a:ext cx="3357840" cy="1426031"/>
          </a:xfrm>
          <a:prstGeom prst="rect">
            <a:avLst/>
          </a:prstGeom>
        </p:spPr>
        <p:txBody>
          <a:bodyPr wrap="square" lIns="82296" rIns="0">
            <a:spAutoFit/>
          </a:bodyPr>
          <a:lstStyle>
            <a:lvl1pPr>
              <a:lnSpc>
                <a:spcPct val="100000"/>
              </a:lnSpc>
              <a:defRPr sz="1400" b="0" i="0" spc="-30">
                <a:solidFill>
                  <a:schemeClr val="tx1"/>
                </a:solidFill>
                <a:effectLst/>
                <a:latin typeface="Arial" panose="020B0604020202020204" pitchFamily="34" charset="0"/>
                <a:cs typeface="Arial" panose="020B0604020202020204" pitchFamily="34" charset="0"/>
              </a:defRPr>
            </a:lvl1pPr>
            <a:lvl2pPr>
              <a:lnSpc>
                <a:spcPct val="100000"/>
              </a:lnSpc>
              <a:defRPr sz="1400" b="0" i="0" spc="-30">
                <a:solidFill>
                  <a:schemeClr val="tx1"/>
                </a:solidFill>
                <a:effectLst/>
                <a:latin typeface="Arial" panose="020B0604020202020204" pitchFamily="34" charset="0"/>
                <a:cs typeface="Arial" panose="020B0604020202020204" pitchFamily="34" charset="0"/>
              </a:defRPr>
            </a:lvl2pPr>
            <a:lvl3pPr>
              <a:lnSpc>
                <a:spcPct val="100000"/>
              </a:lnSpc>
              <a:defRPr sz="1400" b="0" i="0" spc="-30">
                <a:solidFill>
                  <a:schemeClr val="tx1"/>
                </a:solidFill>
                <a:effectLst/>
                <a:latin typeface="Arial" panose="020B0604020202020204" pitchFamily="34" charset="0"/>
                <a:cs typeface="Arial" panose="020B0604020202020204" pitchFamily="34" charset="0"/>
              </a:defRPr>
            </a:lvl3pPr>
            <a:lvl4pPr>
              <a:lnSpc>
                <a:spcPct val="100000"/>
              </a:lnSpc>
              <a:defRPr sz="1400" b="0" i="0" spc="-30">
                <a:solidFill>
                  <a:schemeClr val="tx1"/>
                </a:solidFill>
                <a:effectLst/>
                <a:latin typeface="Arial" panose="020B0604020202020204" pitchFamily="34" charset="0"/>
                <a:cs typeface="Arial" panose="020B0604020202020204" pitchFamily="34" charset="0"/>
              </a:defRPr>
            </a:lvl4pPr>
            <a:lvl5pPr>
              <a:lnSpc>
                <a:spcPct val="100000"/>
              </a:lnSpc>
              <a:defRPr sz="1400" b="0" i="0" spc="-30">
                <a:solidFill>
                  <a:schemeClr val="tx1"/>
                </a:solidFill>
                <a:effectLst/>
                <a:latin typeface="Arial" panose="020B0604020202020204" pitchFamily="34" charset="0"/>
                <a:cs typeface="Arial" panose="020B0604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2" name="Content Placeholder 10">
            <a:extLst>
              <a:ext uri="{FF2B5EF4-FFF2-40B4-BE49-F238E27FC236}">
                <a16:creationId xmlns:a16="http://schemas.microsoft.com/office/drawing/2014/main" id="{5BE3E7D6-0DDF-2433-3B44-9E5C4144EB42}"/>
              </a:ext>
            </a:extLst>
          </p:cNvPr>
          <p:cNvSpPr>
            <a:spLocks noGrp="1"/>
          </p:cNvSpPr>
          <p:nvPr>
            <p:ph sz="quarter" idx="20"/>
          </p:nvPr>
        </p:nvSpPr>
        <p:spPr>
          <a:xfrm>
            <a:off x="4166347" y="2155810"/>
            <a:ext cx="3331415" cy="1426031"/>
          </a:xfrm>
          <a:prstGeom prst="rect">
            <a:avLst/>
          </a:prstGeom>
        </p:spPr>
        <p:txBody>
          <a:bodyPr lIns="82296" rIns="0">
            <a:spAutoFit/>
          </a:bodyPr>
          <a:lstStyle>
            <a:lvl1pPr>
              <a:lnSpc>
                <a:spcPct val="100000"/>
              </a:lnSpc>
              <a:defRPr sz="1400" b="0" i="0" spc="-30">
                <a:solidFill>
                  <a:schemeClr val="tx1"/>
                </a:solidFill>
                <a:effectLst/>
                <a:latin typeface="Arial" panose="020B0604020202020204" pitchFamily="34" charset="0"/>
                <a:cs typeface="Arial" panose="020B0604020202020204" pitchFamily="34" charset="0"/>
              </a:defRPr>
            </a:lvl1pPr>
            <a:lvl2pPr>
              <a:lnSpc>
                <a:spcPct val="100000"/>
              </a:lnSpc>
              <a:defRPr sz="1400" b="0" i="0" spc="-30">
                <a:solidFill>
                  <a:schemeClr val="tx1"/>
                </a:solidFill>
                <a:effectLst/>
                <a:latin typeface="Arial" panose="020B0604020202020204" pitchFamily="34" charset="0"/>
                <a:cs typeface="Arial" panose="020B0604020202020204" pitchFamily="34" charset="0"/>
              </a:defRPr>
            </a:lvl2pPr>
            <a:lvl3pPr>
              <a:lnSpc>
                <a:spcPct val="100000"/>
              </a:lnSpc>
              <a:defRPr sz="1400" b="0" i="0" spc="-30">
                <a:solidFill>
                  <a:schemeClr val="tx1"/>
                </a:solidFill>
                <a:effectLst/>
                <a:latin typeface="Arial" panose="020B0604020202020204" pitchFamily="34" charset="0"/>
                <a:cs typeface="Arial" panose="020B0604020202020204" pitchFamily="34" charset="0"/>
              </a:defRPr>
            </a:lvl3pPr>
            <a:lvl4pPr>
              <a:lnSpc>
                <a:spcPct val="100000"/>
              </a:lnSpc>
              <a:defRPr sz="1400" b="0" i="0" spc="-30">
                <a:solidFill>
                  <a:schemeClr val="tx1"/>
                </a:solidFill>
                <a:effectLst/>
                <a:latin typeface="Arial" panose="020B0604020202020204" pitchFamily="34" charset="0"/>
                <a:cs typeface="Arial" panose="020B0604020202020204" pitchFamily="34" charset="0"/>
              </a:defRPr>
            </a:lvl4pPr>
            <a:lvl5pPr>
              <a:lnSpc>
                <a:spcPct val="100000"/>
              </a:lnSpc>
              <a:defRPr sz="1400" b="0" i="0" spc="-30">
                <a:solidFill>
                  <a:schemeClr val="tx1"/>
                </a:solidFill>
                <a:effectLst/>
                <a:latin typeface="Arial" panose="020B0604020202020204" pitchFamily="34" charset="0"/>
                <a:cs typeface="Arial" panose="020B0604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3" name="Content Placeholder 10">
            <a:extLst>
              <a:ext uri="{FF2B5EF4-FFF2-40B4-BE49-F238E27FC236}">
                <a16:creationId xmlns:a16="http://schemas.microsoft.com/office/drawing/2014/main" id="{C7D7AF38-C09F-B2CF-757B-713AA6C51150}"/>
              </a:ext>
            </a:extLst>
          </p:cNvPr>
          <p:cNvSpPr>
            <a:spLocks noGrp="1"/>
          </p:cNvSpPr>
          <p:nvPr>
            <p:ph sz="quarter" idx="21"/>
          </p:nvPr>
        </p:nvSpPr>
        <p:spPr>
          <a:xfrm>
            <a:off x="7966636" y="2155810"/>
            <a:ext cx="3331415" cy="1426031"/>
          </a:xfrm>
          <a:prstGeom prst="rect">
            <a:avLst/>
          </a:prstGeom>
        </p:spPr>
        <p:txBody>
          <a:bodyPr lIns="82296" rIns="0">
            <a:spAutoFit/>
          </a:bodyPr>
          <a:lstStyle>
            <a:lvl1pPr>
              <a:lnSpc>
                <a:spcPct val="100000"/>
              </a:lnSpc>
              <a:defRPr sz="1400" b="0" i="0" spc="-30">
                <a:solidFill>
                  <a:schemeClr val="tx1"/>
                </a:solidFill>
                <a:effectLst/>
                <a:latin typeface="Arial" panose="020B0604020202020204" pitchFamily="34" charset="0"/>
                <a:cs typeface="Arial" panose="020B0604020202020204" pitchFamily="34" charset="0"/>
              </a:defRPr>
            </a:lvl1pPr>
            <a:lvl2pPr>
              <a:lnSpc>
                <a:spcPct val="100000"/>
              </a:lnSpc>
              <a:defRPr sz="1400" b="0" i="0" spc="-30">
                <a:solidFill>
                  <a:schemeClr val="tx1"/>
                </a:solidFill>
                <a:effectLst/>
                <a:latin typeface="Arial" panose="020B0604020202020204" pitchFamily="34" charset="0"/>
                <a:cs typeface="Arial" panose="020B0604020202020204" pitchFamily="34" charset="0"/>
              </a:defRPr>
            </a:lvl2pPr>
            <a:lvl3pPr>
              <a:lnSpc>
                <a:spcPct val="100000"/>
              </a:lnSpc>
              <a:defRPr sz="1400" b="0" i="0" spc="-30">
                <a:solidFill>
                  <a:schemeClr val="tx1"/>
                </a:solidFill>
                <a:effectLst/>
                <a:latin typeface="Arial" panose="020B0604020202020204" pitchFamily="34" charset="0"/>
                <a:cs typeface="Arial" panose="020B0604020202020204" pitchFamily="34" charset="0"/>
              </a:defRPr>
            </a:lvl3pPr>
            <a:lvl4pPr>
              <a:lnSpc>
                <a:spcPct val="100000"/>
              </a:lnSpc>
              <a:defRPr sz="1400" b="0" i="0" spc="-30">
                <a:solidFill>
                  <a:schemeClr val="tx1"/>
                </a:solidFill>
                <a:effectLst/>
                <a:latin typeface="Arial" panose="020B0604020202020204" pitchFamily="34" charset="0"/>
                <a:cs typeface="Arial" panose="020B0604020202020204" pitchFamily="34" charset="0"/>
              </a:defRPr>
            </a:lvl4pPr>
            <a:lvl5pPr>
              <a:lnSpc>
                <a:spcPct val="100000"/>
              </a:lnSpc>
              <a:defRPr sz="1400" b="0" i="0" spc="-30">
                <a:solidFill>
                  <a:schemeClr val="tx1"/>
                </a:solidFill>
                <a:effectLst/>
                <a:latin typeface="Arial" panose="020B0604020202020204" pitchFamily="34" charset="0"/>
                <a:cs typeface="Arial" panose="020B0604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2026 Western Digital Corporation All rights reserved">
            <a:extLst>
              <a:ext uri="{FF2B5EF4-FFF2-40B4-BE49-F238E27FC236}">
                <a16:creationId xmlns:a16="http://schemas.microsoft.com/office/drawing/2014/main" id="{5276F0D2-32B8-C7AC-B82A-C606D31FC7CA}"/>
              </a:ext>
            </a:extLst>
          </p:cNvPr>
          <p:cNvSpPr/>
          <p:nvPr/>
        </p:nvSpPr>
        <p:spPr>
          <a:xfrm>
            <a:off x="419100" y="6638989"/>
            <a:ext cx="2794000" cy="92589"/>
          </a:xfrm>
          <a:prstGeom prst="rect">
            <a:avLst/>
          </a:prstGeom>
          <a:noFill/>
          <a:ln/>
        </p:spPr>
        <p:txBody>
          <a:bodyPr wrap="square" lIns="0" tIns="0" rIns="0" bIns="0" rtlCol="0" anchor="t">
            <a:spAutoFit/>
          </a:bodyPr>
          <a:lstStyle/>
          <a:p>
            <a:pPr>
              <a:lnSpc>
                <a:spcPct val="75000"/>
              </a:lnSpc>
            </a:pPr>
            <a:r>
              <a:rPr lang="en-US" sz="800" b="0" i="0" dirty="0">
                <a:solidFill>
                  <a:schemeClr val="tx1"/>
                </a:solidFill>
                <a:latin typeface="Arial" panose="020B0604020202020204" pitchFamily="34" charset="0"/>
                <a:ea typeface="Arial" pitchFamily="34" charset="-122"/>
                <a:cs typeface="Arial" panose="020B0604020202020204" pitchFamily="34" charset="0"/>
              </a:rPr>
              <a:t>©  2026 Western Digital Corporation. All rights reserved.</a:t>
            </a:r>
            <a:endParaRPr lang="en-US" sz="800" b="0" i="0" dirty="0">
              <a:solidFill>
                <a:schemeClr val="tx1"/>
              </a:solidFill>
              <a:latin typeface="Arial" panose="020B0604020202020204" pitchFamily="34" charset="0"/>
              <a:cs typeface="Arial" panose="020B0604020202020204" pitchFamily="34" charset="0"/>
            </a:endParaRPr>
          </a:p>
        </p:txBody>
      </p:sp>
      <p:sp>
        <p:nvSpPr>
          <p:cNvPr id="7" name="Slide Number Placeholder 1">
            <a:extLst>
              <a:ext uri="{FF2B5EF4-FFF2-40B4-BE49-F238E27FC236}">
                <a16:creationId xmlns:a16="http://schemas.microsoft.com/office/drawing/2014/main" id="{B0239A21-7BB6-C643-D84F-C232D1980EDA}"/>
              </a:ext>
            </a:extLst>
          </p:cNvPr>
          <p:cNvSpPr>
            <a:spLocks noGrp="1"/>
          </p:cNvSpPr>
          <p:nvPr>
            <p:ph type="sldNum" sz="quarter" idx="4"/>
          </p:nvPr>
        </p:nvSpPr>
        <p:spPr>
          <a:xfrm>
            <a:off x="11215668" y="6562157"/>
            <a:ext cx="658832" cy="215444"/>
          </a:xfrm>
          <a:prstGeom prst="rect">
            <a:avLst/>
          </a:prstGeom>
        </p:spPr>
        <p:txBody>
          <a:bodyPr vert="horz" lIns="91440" tIns="45720" rIns="0" bIns="45720" rtlCol="0" anchor="ctr">
            <a:spAutoFit/>
          </a:bodyPr>
          <a:lstStyle>
            <a:lvl1pPr algn="r">
              <a:defRPr sz="800" b="0" i="0">
                <a:solidFill>
                  <a:schemeClr val="tx1"/>
                </a:solidFill>
                <a:latin typeface="Arial" panose="020B0604020202020204" pitchFamily="34" charset="0"/>
                <a:cs typeface="Arial" panose="020B0604020202020204" pitchFamily="34" charset="0"/>
              </a:defRPr>
            </a:lvl1pPr>
          </a:lstStyle>
          <a:p>
            <a:fld id="{B06B19F4-CF25-446C-B362-D8BB27BE9D9B}" type="slidenum">
              <a:rPr lang="en-US" smtClean="0"/>
              <a:t>‹#›</a:t>
            </a:fld>
            <a:endParaRPr lang="en-US"/>
          </a:p>
        </p:txBody>
      </p:sp>
      <p:sp>
        <p:nvSpPr>
          <p:cNvPr id="8" name="WD Confidential">
            <a:extLst>
              <a:ext uri="{FF2B5EF4-FFF2-40B4-BE49-F238E27FC236}">
                <a16:creationId xmlns:a16="http://schemas.microsoft.com/office/drawing/2014/main" id="{E8759531-8185-454D-6A95-FD8059730615}"/>
              </a:ext>
            </a:extLst>
          </p:cNvPr>
          <p:cNvSpPr/>
          <p:nvPr/>
        </p:nvSpPr>
        <p:spPr>
          <a:xfrm>
            <a:off x="8991600" y="6638990"/>
            <a:ext cx="1244600" cy="92589"/>
          </a:xfrm>
          <a:prstGeom prst="rect">
            <a:avLst/>
          </a:prstGeom>
          <a:noFill/>
          <a:ln/>
        </p:spPr>
        <p:txBody>
          <a:bodyPr wrap="square" lIns="0" tIns="0" rIns="0" bIns="0" rtlCol="0" anchor="t">
            <a:spAutoFit/>
          </a:bodyPr>
          <a:lstStyle/>
          <a:p>
            <a:pPr>
              <a:lnSpc>
                <a:spcPct val="75000"/>
              </a:lnSpc>
            </a:pPr>
            <a:r>
              <a:rPr lang="en-US" sz="800" b="0" i="0" dirty="0">
                <a:solidFill>
                  <a:schemeClr val="tx1"/>
                </a:solidFill>
                <a:latin typeface="Arial" panose="020B0604020202020204" pitchFamily="34" charset="0"/>
                <a:ea typeface="Arial" pitchFamily="34" charset="-122"/>
                <a:cs typeface="Arial" panose="020B0604020202020204" pitchFamily="34" charset="0"/>
              </a:rPr>
              <a:t>WD CONFIDENTIAL</a:t>
            </a:r>
            <a:endParaRPr lang="en-US" sz="800" b="0" i="0" dirty="0">
              <a:solidFill>
                <a:schemeClr val="tx1"/>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143591978"/>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9.xml><?xml version="1.0" encoding="utf-8"?>
<p:sldLayout xmlns:a="http://schemas.openxmlformats.org/drawingml/2006/main" xmlns:r="http://schemas.openxmlformats.org/officeDocument/2006/relationships" xmlns:p="http://schemas.openxmlformats.org/presentationml/2006/main" preserve="1">
  <p:cSld name="1_Title and Subtitle White">
    <p:bg>
      <p:bgPr>
        <a:solidFill>
          <a:schemeClr val="bg1"/>
        </a:solidFill>
        <a:effectLst/>
      </p:bgPr>
    </p:bg>
    <p:spTree>
      <p:nvGrpSpPr>
        <p:cNvPr id="1" name=""/>
        <p:cNvGrpSpPr/>
        <p:nvPr/>
      </p:nvGrpSpPr>
      <p:grpSpPr>
        <a:xfrm>
          <a:off x="0" y="0"/>
          <a:ext cx="0" cy="0"/>
          <a:chOff x="0" y="0"/>
          <a:chExt cx="0" cy="0"/>
        </a:xfrm>
      </p:grpSpPr>
      <p:pic>
        <p:nvPicPr>
          <p:cNvPr id="4" name="Logo" descr="preencoded.png">
            <a:extLst>
              <a:ext uri="{FF2B5EF4-FFF2-40B4-BE49-F238E27FC236}">
                <a16:creationId xmlns:a16="http://schemas.microsoft.com/office/drawing/2014/main" id="{3DC0599E-ABE3-1DBC-6207-01260A8C27CD}"/>
              </a:ext>
            </a:extLst>
          </p:cNvPr>
          <p:cNvPicPr>
            <a:picLocks noChangeAspect="1"/>
          </p:cNvPicPr>
          <p:nvPr/>
        </p:nvPicPr>
        <p:blipFill>
          <a:blip>
            <a:extLst>
              <a:ext uri="{96DAC541-7B7A-43D3-8B79-37D633B846F1}">
                <asvg:svgBlip xmlns:asvg="http://schemas.microsoft.com/office/drawing/2016/SVG/main" r:embed="rId2"/>
              </a:ext>
            </a:extLst>
          </a:blip>
          <a:srcRect/>
          <a:stretch/>
        </p:blipFill>
        <p:spPr>
          <a:xfrm>
            <a:off x="10902950" y="419100"/>
            <a:ext cx="869950" cy="222250"/>
          </a:xfrm>
          <a:prstGeom prst="rect">
            <a:avLst/>
          </a:prstGeom>
        </p:spPr>
      </p:pic>
      <p:sp>
        <p:nvSpPr>
          <p:cNvPr id="3" name="Text Placeholder 14">
            <a:extLst>
              <a:ext uri="{FF2B5EF4-FFF2-40B4-BE49-F238E27FC236}">
                <a16:creationId xmlns:a16="http://schemas.microsoft.com/office/drawing/2014/main" id="{5038E714-E163-FC39-1729-F3C74D0D3A71}"/>
              </a:ext>
            </a:extLst>
          </p:cNvPr>
          <p:cNvSpPr>
            <a:spLocks noGrp="1"/>
          </p:cNvSpPr>
          <p:nvPr>
            <p:ph type="body" sz="quarter" idx="13" hasCustomPrompt="1"/>
          </p:nvPr>
        </p:nvSpPr>
        <p:spPr>
          <a:xfrm>
            <a:off x="339725" y="333800"/>
            <a:ext cx="2860675" cy="307777"/>
          </a:xfrm>
          <a:prstGeom prst="rect">
            <a:avLst/>
          </a:prstGeom>
        </p:spPr>
        <p:txBody>
          <a:bodyPr wrap="square" lIns="82296" rIns="0">
            <a:spAutoFit/>
          </a:bodyPr>
          <a:lstStyle>
            <a:lvl1pPr>
              <a:lnSpc>
                <a:spcPct val="100000"/>
              </a:lnSpc>
              <a:buNone/>
              <a:defRPr sz="1400" b="1" i="0" spc="-30">
                <a:solidFill>
                  <a:schemeClr val="tx2"/>
                </a:solidFill>
                <a:latin typeface="Arial" panose="020B0604020202020204" pitchFamily="34" charset="0"/>
                <a:cs typeface="Arial" panose="020B0604020202020204" pitchFamily="34" charset="0"/>
              </a:defRPr>
            </a:lvl1pPr>
          </a:lstStyle>
          <a:p>
            <a:pPr lvl="0"/>
            <a:r>
              <a:rPr lang="en-US" b="1" dirty="0"/>
              <a:t>Section Header</a:t>
            </a:r>
          </a:p>
        </p:txBody>
      </p:sp>
      <p:sp>
        <p:nvSpPr>
          <p:cNvPr id="5" name="Title 2">
            <a:extLst>
              <a:ext uri="{FF2B5EF4-FFF2-40B4-BE49-F238E27FC236}">
                <a16:creationId xmlns:a16="http://schemas.microsoft.com/office/drawing/2014/main" id="{4E85FB4D-4CD5-438C-9DEF-860D73ABB346}"/>
              </a:ext>
            </a:extLst>
          </p:cNvPr>
          <p:cNvSpPr>
            <a:spLocks noGrp="1"/>
          </p:cNvSpPr>
          <p:nvPr>
            <p:ph type="title" hasCustomPrompt="1"/>
          </p:nvPr>
        </p:nvSpPr>
        <p:spPr>
          <a:xfrm>
            <a:off x="339633" y="702407"/>
            <a:ext cx="6669089" cy="1215333"/>
          </a:xfrm>
          <a:prstGeom prst="rect">
            <a:avLst/>
          </a:prstGeom>
        </p:spPr>
        <p:txBody>
          <a:bodyPr wrap="square" lIns="45720" rIns="0">
            <a:spAutoFit/>
          </a:bodyPr>
          <a:lstStyle>
            <a:lvl1pPr>
              <a:lnSpc>
                <a:spcPct val="85000"/>
              </a:lnSpc>
              <a:defRPr sz="4200" b="0" i="0" spc="-130">
                <a:solidFill>
                  <a:schemeClr val="tx2"/>
                </a:solidFill>
                <a:latin typeface="Arial" panose="020B0604020202020204" pitchFamily="34" charset="0"/>
                <a:cs typeface="Arial" panose="020B0604020202020204" pitchFamily="34" charset="0"/>
              </a:defRPr>
            </a:lvl1pPr>
          </a:lstStyle>
          <a:p>
            <a:r>
              <a:rPr lang="en-US" dirty="0"/>
              <a:t>Content Slide – Smaller, Longer Headline</a:t>
            </a:r>
          </a:p>
        </p:txBody>
      </p:sp>
      <p:sp>
        <p:nvSpPr>
          <p:cNvPr id="2" name="Text Placeholder 10">
            <a:extLst>
              <a:ext uri="{FF2B5EF4-FFF2-40B4-BE49-F238E27FC236}">
                <a16:creationId xmlns:a16="http://schemas.microsoft.com/office/drawing/2014/main" id="{D7CC45D7-1BAA-BAFE-C00D-0F9E4834A47D}"/>
              </a:ext>
            </a:extLst>
          </p:cNvPr>
          <p:cNvSpPr>
            <a:spLocks noGrp="1"/>
          </p:cNvSpPr>
          <p:nvPr>
            <p:ph type="body" sz="quarter" idx="16" hasCustomPrompt="1"/>
          </p:nvPr>
        </p:nvSpPr>
        <p:spPr>
          <a:xfrm>
            <a:off x="341312" y="1954332"/>
            <a:ext cx="4764088" cy="320088"/>
          </a:xfrm>
          <a:prstGeom prst="rect">
            <a:avLst/>
          </a:prstGeom>
        </p:spPr>
        <p:txBody>
          <a:bodyPr wrap="square" lIns="73152" rIns="0">
            <a:spAutoFit/>
          </a:bodyPr>
          <a:lstStyle>
            <a:lvl1pPr marL="12700" indent="-12700">
              <a:buNone/>
              <a:tabLst/>
              <a:defRPr sz="1600" b="1" i="0" spc="-40">
                <a:solidFill>
                  <a:schemeClr val="tx2"/>
                </a:solidFill>
                <a:latin typeface="Arial" panose="020B0604020202020204" pitchFamily="34" charset="0"/>
                <a:cs typeface="Arial" panose="020B0604020202020204" pitchFamily="34" charset="0"/>
              </a:defRPr>
            </a:lvl1pPr>
          </a:lstStyle>
          <a:p>
            <a:pPr lvl="0"/>
            <a:r>
              <a:rPr lang="en-US" b="1" dirty="0"/>
              <a:t>Subhead goes here</a:t>
            </a:r>
          </a:p>
        </p:txBody>
      </p:sp>
      <p:sp>
        <p:nvSpPr>
          <p:cNvPr id="6" name="2026 Western Digital Corporation All rights reserved">
            <a:extLst>
              <a:ext uri="{FF2B5EF4-FFF2-40B4-BE49-F238E27FC236}">
                <a16:creationId xmlns:a16="http://schemas.microsoft.com/office/drawing/2014/main" id="{93BC1FEF-E960-A249-9518-9C3E0D63E880}"/>
              </a:ext>
            </a:extLst>
          </p:cNvPr>
          <p:cNvSpPr/>
          <p:nvPr/>
        </p:nvSpPr>
        <p:spPr>
          <a:xfrm>
            <a:off x="419100" y="6638989"/>
            <a:ext cx="2794000" cy="92589"/>
          </a:xfrm>
          <a:prstGeom prst="rect">
            <a:avLst/>
          </a:prstGeom>
          <a:noFill/>
          <a:ln/>
        </p:spPr>
        <p:txBody>
          <a:bodyPr wrap="square" lIns="0" tIns="0" rIns="0" bIns="0" rtlCol="0" anchor="t">
            <a:spAutoFit/>
          </a:bodyPr>
          <a:lstStyle/>
          <a:p>
            <a:pPr>
              <a:lnSpc>
                <a:spcPct val="75000"/>
              </a:lnSpc>
            </a:pPr>
            <a:r>
              <a:rPr lang="en-US" sz="800" b="0" i="0" dirty="0">
                <a:solidFill>
                  <a:schemeClr val="tx1"/>
                </a:solidFill>
                <a:latin typeface="Arial" panose="020B0604020202020204" pitchFamily="34" charset="0"/>
                <a:ea typeface="Arial" pitchFamily="34" charset="-122"/>
                <a:cs typeface="Arial" panose="020B0604020202020204" pitchFamily="34" charset="0"/>
              </a:rPr>
              <a:t>©  2026 Western Digital Corporation. All rights reserved.</a:t>
            </a:r>
            <a:endParaRPr lang="en-US" sz="800" b="0" i="0" dirty="0">
              <a:solidFill>
                <a:schemeClr val="tx1"/>
              </a:solidFill>
              <a:latin typeface="Arial" panose="020B0604020202020204" pitchFamily="34" charset="0"/>
              <a:cs typeface="Arial" panose="020B0604020202020204" pitchFamily="34" charset="0"/>
            </a:endParaRPr>
          </a:p>
        </p:txBody>
      </p:sp>
      <p:sp>
        <p:nvSpPr>
          <p:cNvPr id="7" name="Slide Number Placeholder 1">
            <a:extLst>
              <a:ext uri="{FF2B5EF4-FFF2-40B4-BE49-F238E27FC236}">
                <a16:creationId xmlns:a16="http://schemas.microsoft.com/office/drawing/2014/main" id="{06D2DC00-EF0F-608A-74EB-8779CB4A16E8}"/>
              </a:ext>
            </a:extLst>
          </p:cNvPr>
          <p:cNvSpPr>
            <a:spLocks noGrp="1"/>
          </p:cNvSpPr>
          <p:nvPr>
            <p:ph type="sldNum" sz="quarter" idx="4"/>
          </p:nvPr>
        </p:nvSpPr>
        <p:spPr>
          <a:xfrm>
            <a:off x="11215668" y="6562157"/>
            <a:ext cx="658832" cy="215444"/>
          </a:xfrm>
          <a:prstGeom prst="rect">
            <a:avLst/>
          </a:prstGeom>
        </p:spPr>
        <p:txBody>
          <a:bodyPr vert="horz" lIns="91440" tIns="45720" rIns="0" bIns="45720" rtlCol="0" anchor="ctr">
            <a:spAutoFit/>
          </a:bodyPr>
          <a:lstStyle>
            <a:lvl1pPr algn="r">
              <a:defRPr sz="800" b="0" i="0">
                <a:solidFill>
                  <a:schemeClr val="tx1"/>
                </a:solidFill>
                <a:latin typeface="Arial" panose="020B0604020202020204" pitchFamily="34" charset="0"/>
                <a:cs typeface="Arial" panose="020B0604020202020204" pitchFamily="34" charset="0"/>
              </a:defRPr>
            </a:lvl1pPr>
          </a:lstStyle>
          <a:p>
            <a:fld id="{B06B19F4-CF25-446C-B362-D8BB27BE9D9B}" type="slidenum">
              <a:rPr lang="en-US" smtClean="0"/>
              <a:t>‹#›</a:t>
            </a:fld>
            <a:endParaRPr lang="en-US"/>
          </a:p>
        </p:txBody>
      </p:sp>
      <p:sp>
        <p:nvSpPr>
          <p:cNvPr id="8" name="WD Confidential">
            <a:extLst>
              <a:ext uri="{FF2B5EF4-FFF2-40B4-BE49-F238E27FC236}">
                <a16:creationId xmlns:a16="http://schemas.microsoft.com/office/drawing/2014/main" id="{ABAD58BC-78F9-B4F0-6B65-18C1CDC222D2}"/>
              </a:ext>
            </a:extLst>
          </p:cNvPr>
          <p:cNvSpPr/>
          <p:nvPr/>
        </p:nvSpPr>
        <p:spPr>
          <a:xfrm>
            <a:off x="8991600" y="6638990"/>
            <a:ext cx="1244600" cy="92589"/>
          </a:xfrm>
          <a:prstGeom prst="rect">
            <a:avLst/>
          </a:prstGeom>
          <a:noFill/>
          <a:ln/>
        </p:spPr>
        <p:txBody>
          <a:bodyPr wrap="square" lIns="0" tIns="0" rIns="0" bIns="0" rtlCol="0" anchor="t">
            <a:spAutoFit/>
          </a:bodyPr>
          <a:lstStyle/>
          <a:p>
            <a:pPr>
              <a:lnSpc>
                <a:spcPct val="75000"/>
              </a:lnSpc>
            </a:pPr>
            <a:r>
              <a:rPr lang="en-US" sz="800" b="0" i="0" dirty="0">
                <a:solidFill>
                  <a:schemeClr val="tx1"/>
                </a:solidFill>
                <a:latin typeface="Arial" panose="020B0604020202020204" pitchFamily="34" charset="0"/>
                <a:ea typeface="Arial" pitchFamily="34" charset="-122"/>
                <a:cs typeface="Arial" panose="020B0604020202020204" pitchFamily="34" charset="0"/>
              </a:rPr>
              <a:t>WD CONFIDENTIAL</a:t>
            </a:r>
            <a:endParaRPr lang="en-US" sz="800" b="0" i="0" dirty="0">
              <a:solidFill>
                <a:schemeClr val="tx1"/>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39102735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0.xml><?xml version="1.0" encoding="utf-8"?>
<p:sldLayout xmlns:a="http://schemas.openxmlformats.org/drawingml/2006/main" xmlns:r="http://schemas.openxmlformats.org/officeDocument/2006/relationships" xmlns:p="http://schemas.openxmlformats.org/presentationml/2006/main" preserve="1">
  <p:cSld name="1_Title and Subtitle Vault Navy">
    <p:bg>
      <p:bgRef idx="1001">
        <a:schemeClr val="bg2"/>
      </p:bgRef>
    </p:bg>
    <p:spTree>
      <p:nvGrpSpPr>
        <p:cNvPr id="1" name=""/>
        <p:cNvGrpSpPr/>
        <p:nvPr/>
      </p:nvGrpSpPr>
      <p:grpSpPr>
        <a:xfrm>
          <a:off x="0" y="0"/>
          <a:ext cx="0" cy="0"/>
          <a:chOff x="0" y="0"/>
          <a:chExt cx="0" cy="0"/>
        </a:xfrm>
      </p:grpSpPr>
      <p:pic>
        <p:nvPicPr>
          <p:cNvPr id="4" name="Logo" descr="preencoded.png">
            <a:extLst>
              <a:ext uri="{FF2B5EF4-FFF2-40B4-BE49-F238E27FC236}">
                <a16:creationId xmlns:a16="http://schemas.microsoft.com/office/drawing/2014/main" id="{3DC0599E-ABE3-1DBC-6207-01260A8C27CD}"/>
              </a:ext>
            </a:extLst>
          </p:cNvPr>
          <p:cNvPicPr>
            <a:picLocks noChangeAspect="1"/>
          </p:cNvPicPr>
          <p:nvPr/>
        </p:nvPicPr>
        <p:blipFill>
          <a:blip>
            <a:extLst>
              <a:ext uri="{96DAC541-7B7A-43D3-8B79-37D633B846F1}">
                <asvg:svgBlip xmlns:asvg="http://schemas.microsoft.com/office/drawing/2016/SVG/main" r:embed="rId2"/>
              </a:ext>
            </a:extLst>
          </a:blip>
          <a:srcRect/>
          <a:stretch/>
        </p:blipFill>
        <p:spPr>
          <a:xfrm>
            <a:off x="10902950" y="419100"/>
            <a:ext cx="869950" cy="222250"/>
          </a:xfrm>
          <a:prstGeom prst="rect">
            <a:avLst/>
          </a:prstGeom>
        </p:spPr>
      </p:pic>
      <p:sp>
        <p:nvSpPr>
          <p:cNvPr id="3" name="Text Placeholder 14">
            <a:extLst>
              <a:ext uri="{FF2B5EF4-FFF2-40B4-BE49-F238E27FC236}">
                <a16:creationId xmlns:a16="http://schemas.microsoft.com/office/drawing/2014/main" id="{5038E714-E163-FC39-1729-F3C74D0D3A71}"/>
              </a:ext>
            </a:extLst>
          </p:cNvPr>
          <p:cNvSpPr>
            <a:spLocks noGrp="1"/>
          </p:cNvSpPr>
          <p:nvPr>
            <p:ph type="body" sz="quarter" idx="13" hasCustomPrompt="1"/>
          </p:nvPr>
        </p:nvSpPr>
        <p:spPr>
          <a:xfrm>
            <a:off x="339725" y="333800"/>
            <a:ext cx="2860675" cy="307777"/>
          </a:xfrm>
          <a:prstGeom prst="rect">
            <a:avLst/>
          </a:prstGeom>
        </p:spPr>
        <p:txBody>
          <a:bodyPr wrap="square" lIns="82296" rIns="0">
            <a:spAutoFit/>
          </a:bodyPr>
          <a:lstStyle>
            <a:lvl1pPr>
              <a:lnSpc>
                <a:spcPct val="100000"/>
              </a:lnSpc>
              <a:buNone/>
              <a:defRPr sz="1400" b="1" i="0" spc="-30">
                <a:solidFill>
                  <a:schemeClr val="tx1"/>
                </a:solidFill>
                <a:latin typeface="Arial" panose="020B0604020202020204" pitchFamily="34" charset="0"/>
                <a:cs typeface="Arial" panose="020B0604020202020204" pitchFamily="34" charset="0"/>
              </a:defRPr>
            </a:lvl1pPr>
          </a:lstStyle>
          <a:p>
            <a:pPr lvl="0"/>
            <a:r>
              <a:rPr lang="en-US" b="1" dirty="0"/>
              <a:t>Section Header</a:t>
            </a:r>
          </a:p>
        </p:txBody>
      </p:sp>
      <p:sp>
        <p:nvSpPr>
          <p:cNvPr id="5" name="Title 2">
            <a:extLst>
              <a:ext uri="{FF2B5EF4-FFF2-40B4-BE49-F238E27FC236}">
                <a16:creationId xmlns:a16="http://schemas.microsoft.com/office/drawing/2014/main" id="{4E85FB4D-4CD5-438C-9DEF-860D73ABB346}"/>
              </a:ext>
            </a:extLst>
          </p:cNvPr>
          <p:cNvSpPr>
            <a:spLocks noGrp="1"/>
          </p:cNvSpPr>
          <p:nvPr>
            <p:ph type="title" hasCustomPrompt="1"/>
          </p:nvPr>
        </p:nvSpPr>
        <p:spPr>
          <a:xfrm>
            <a:off x="339633" y="702407"/>
            <a:ext cx="6669089" cy="1215333"/>
          </a:xfrm>
          <a:prstGeom prst="rect">
            <a:avLst/>
          </a:prstGeom>
        </p:spPr>
        <p:txBody>
          <a:bodyPr wrap="square" lIns="45720" rIns="0">
            <a:spAutoFit/>
          </a:bodyPr>
          <a:lstStyle>
            <a:lvl1pPr>
              <a:lnSpc>
                <a:spcPct val="85000"/>
              </a:lnSpc>
              <a:defRPr sz="4200" b="0" i="0" spc="-130">
                <a:solidFill>
                  <a:schemeClr val="tx1"/>
                </a:solidFill>
                <a:latin typeface="Arial" panose="020B0604020202020204" pitchFamily="34" charset="0"/>
                <a:cs typeface="Arial" panose="020B0604020202020204" pitchFamily="34" charset="0"/>
              </a:defRPr>
            </a:lvl1pPr>
          </a:lstStyle>
          <a:p>
            <a:r>
              <a:rPr lang="en-US" dirty="0"/>
              <a:t>Content Slide – Smaller, Longer Headline</a:t>
            </a:r>
          </a:p>
        </p:txBody>
      </p:sp>
      <p:sp>
        <p:nvSpPr>
          <p:cNvPr id="2" name="Text Placeholder 10">
            <a:extLst>
              <a:ext uri="{FF2B5EF4-FFF2-40B4-BE49-F238E27FC236}">
                <a16:creationId xmlns:a16="http://schemas.microsoft.com/office/drawing/2014/main" id="{D7CC45D7-1BAA-BAFE-C00D-0F9E4834A47D}"/>
              </a:ext>
            </a:extLst>
          </p:cNvPr>
          <p:cNvSpPr>
            <a:spLocks noGrp="1"/>
          </p:cNvSpPr>
          <p:nvPr>
            <p:ph type="body" sz="quarter" idx="16" hasCustomPrompt="1"/>
          </p:nvPr>
        </p:nvSpPr>
        <p:spPr>
          <a:xfrm>
            <a:off x="341312" y="1954332"/>
            <a:ext cx="4764088" cy="320088"/>
          </a:xfrm>
          <a:prstGeom prst="rect">
            <a:avLst/>
          </a:prstGeom>
        </p:spPr>
        <p:txBody>
          <a:bodyPr wrap="square" lIns="73152" rIns="0">
            <a:spAutoFit/>
          </a:bodyPr>
          <a:lstStyle>
            <a:lvl1pPr marL="12700" indent="-12700">
              <a:buNone/>
              <a:tabLst/>
              <a:defRPr sz="1600" b="1" i="0" spc="-40">
                <a:solidFill>
                  <a:schemeClr val="tx1"/>
                </a:solidFill>
                <a:latin typeface="Arial" panose="020B0604020202020204" pitchFamily="34" charset="0"/>
                <a:cs typeface="Arial" panose="020B0604020202020204" pitchFamily="34" charset="0"/>
              </a:defRPr>
            </a:lvl1pPr>
          </a:lstStyle>
          <a:p>
            <a:pPr lvl="0"/>
            <a:r>
              <a:rPr lang="en-US" b="1" dirty="0"/>
              <a:t>Subhead goes here</a:t>
            </a:r>
          </a:p>
        </p:txBody>
      </p:sp>
      <p:sp>
        <p:nvSpPr>
          <p:cNvPr id="6" name="2026 Western Digital Corporation All rights reserved">
            <a:extLst>
              <a:ext uri="{FF2B5EF4-FFF2-40B4-BE49-F238E27FC236}">
                <a16:creationId xmlns:a16="http://schemas.microsoft.com/office/drawing/2014/main" id="{391D50C1-A731-51B6-C715-F0D945EC168E}"/>
              </a:ext>
            </a:extLst>
          </p:cNvPr>
          <p:cNvSpPr/>
          <p:nvPr/>
        </p:nvSpPr>
        <p:spPr>
          <a:xfrm>
            <a:off x="419100" y="6638989"/>
            <a:ext cx="2794000" cy="92589"/>
          </a:xfrm>
          <a:prstGeom prst="rect">
            <a:avLst/>
          </a:prstGeom>
          <a:noFill/>
          <a:ln/>
        </p:spPr>
        <p:txBody>
          <a:bodyPr wrap="square" lIns="0" tIns="0" rIns="0" bIns="0" rtlCol="0" anchor="t">
            <a:spAutoFit/>
          </a:bodyPr>
          <a:lstStyle/>
          <a:p>
            <a:pPr>
              <a:lnSpc>
                <a:spcPct val="75000"/>
              </a:lnSpc>
            </a:pPr>
            <a:r>
              <a:rPr lang="en-US" sz="800" b="0" i="0" dirty="0">
                <a:solidFill>
                  <a:schemeClr val="tx1"/>
                </a:solidFill>
                <a:latin typeface="Arial" panose="020B0604020202020204" pitchFamily="34" charset="0"/>
                <a:ea typeface="Arial" pitchFamily="34" charset="-122"/>
                <a:cs typeface="Arial" panose="020B0604020202020204" pitchFamily="34" charset="0"/>
              </a:rPr>
              <a:t>©  2026 Western Digital Corporation. All rights reserved.</a:t>
            </a:r>
            <a:endParaRPr lang="en-US" sz="800" b="0" i="0" dirty="0">
              <a:solidFill>
                <a:schemeClr val="tx1"/>
              </a:solidFill>
              <a:latin typeface="Arial" panose="020B0604020202020204" pitchFamily="34" charset="0"/>
              <a:cs typeface="Arial" panose="020B0604020202020204" pitchFamily="34" charset="0"/>
            </a:endParaRPr>
          </a:p>
        </p:txBody>
      </p:sp>
      <p:sp>
        <p:nvSpPr>
          <p:cNvPr id="7" name="Slide Number Placeholder 1">
            <a:extLst>
              <a:ext uri="{FF2B5EF4-FFF2-40B4-BE49-F238E27FC236}">
                <a16:creationId xmlns:a16="http://schemas.microsoft.com/office/drawing/2014/main" id="{EB91A628-CC27-D7BB-57A2-EF12184D6514}"/>
              </a:ext>
            </a:extLst>
          </p:cNvPr>
          <p:cNvSpPr>
            <a:spLocks noGrp="1"/>
          </p:cNvSpPr>
          <p:nvPr>
            <p:ph type="sldNum" sz="quarter" idx="4"/>
          </p:nvPr>
        </p:nvSpPr>
        <p:spPr>
          <a:xfrm>
            <a:off x="11215668" y="6562157"/>
            <a:ext cx="658832" cy="215444"/>
          </a:xfrm>
          <a:prstGeom prst="rect">
            <a:avLst/>
          </a:prstGeom>
        </p:spPr>
        <p:txBody>
          <a:bodyPr vert="horz" lIns="91440" tIns="45720" rIns="0" bIns="45720" rtlCol="0" anchor="ctr">
            <a:spAutoFit/>
          </a:bodyPr>
          <a:lstStyle>
            <a:lvl1pPr algn="r">
              <a:defRPr sz="800" b="0" i="0">
                <a:solidFill>
                  <a:schemeClr val="tx1"/>
                </a:solidFill>
                <a:latin typeface="Arial" panose="020B0604020202020204" pitchFamily="34" charset="0"/>
                <a:cs typeface="Arial" panose="020B0604020202020204" pitchFamily="34" charset="0"/>
              </a:defRPr>
            </a:lvl1pPr>
          </a:lstStyle>
          <a:p>
            <a:fld id="{B06B19F4-CF25-446C-B362-D8BB27BE9D9B}" type="slidenum">
              <a:rPr lang="en-US" smtClean="0"/>
              <a:t>‹#›</a:t>
            </a:fld>
            <a:endParaRPr lang="en-US"/>
          </a:p>
        </p:txBody>
      </p:sp>
      <p:sp>
        <p:nvSpPr>
          <p:cNvPr id="8" name="WD Confidential">
            <a:extLst>
              <a:ext uri="{FF2B5EF4-FFF2-40B4-BE49-F238E27FC236}">
                <a16:creationId xmlns:a16="http://schemas.microsoft.com/office/drawing/2014/main" id="{DC20F77F-3AA0-4B76-4250-0F2C0B243FF0}"/>
              </a:ext>
            </a:extLst>
          </p:cNvPr>
          <p:cNvSpPr/>
          <p:nvPr/>
        </p:nvSpPr>
        <p:spPr>
          <a:xfrm>
            <a:off x="8991600" y="6638990"/>
            <a:ext cx="1244600" cy="92589"/>
          </a:xfrm>
          <a:prstGeom prst="rect">
            <a:avLst/>
          </a:prstGeom>
          <a:noFill/>
          <a:ln/>
        </p:spPr>
        <p:txBody>
          <a:bodyPr wrap="square" lIns="0" tIns="0" rIns="0" bIns="0" rtlCol="0" anchor="t">
            <a:spAutoFit/>
          </a:bodyPr>
          <a:lstStyle/>
          <a:p>
            <a:pPr>
              <a:lnSpc>
                <a:spcPct val="75000"/>
              </a:lnSpc>
            </a:pPr>
            <a:r>
              <a:rPr lang="en-US" sz="800" b="0" i="0" dirty="0">
                <a:solidFill>
                  <a:schemeClr val="tx1"/>
                </a:solidFill>
                <a:latin typeface="Arial" panose="020B0604020202020204" pitchFamily="34" charset="0"/>
                <a:ea typeface="Arial" pitchFamily="34" charset="-122"/>
                <a:cs typeface="Arial" panose="020B0604020202020204" pitchFamily="34" charset="0"/>
              </a:rPr>
              <a:t>WD CONFIDENTIAL</a:t>
            </a:r>
            <a:endParaRPr lang="en-US" sz="800" b="0" i="0" dirty="0">
              <a:solidFill>
                <a:schemeClr val="tx1"/>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684738636"/>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1.xml><?xml version="1.0" encoding="utf-8"?>
<p:sldLayout xmlns:a="http://schemas.openxmlformats.org/drawingml/2006/main" xmlns:r="http://schemas.openxmlformats.org/officeDocument/2006/relationships" xmlns:p="http://schemas.openxmlformats.org/presentationml/2006/main" preserve="1">
  <p:cSld name="1_Title and Subtitle (Right) White">
    <p:bg>
      <p:bgPr>
        <a:solidFill>
          <a:schemeClr val="bg1"/>
        </a:solidFill>
        <a:effectLst/>
      </p:bgPr>
    </p:bg>
    <p:spTree>
      <p:nvGrpSpPr>
        <p:cNvPr id="1" name=""/>
        <p:cNvGrpSpPr/>
        <p:nvPr/>
      </p:nvGrpSpPr>
      <p:grpSpPr>
        <a:xfrm>
          <a:off x="0" y="0"/>
          <a:ext cx="0" cy="0"/>
          <a:chOff x="0" y="0"/>
          <a:chExt cx="0" cy="0"/>
        </a:xfrm>
      </p:grpSpPr>
      <p:pic>
        <p:nvPicPr>
          <p:cNvPr id="4" name="Logo" descr="preencoded.png">
            <a:extLst>
              <a:ext uri="{FF2B5EF4-FFF2-40B4-BE49-F238E27FC236}">
                <a16:creationId xmlns:a16="http://schemas.microsoft.com/office/drawing/2014/main" id="{3DC0599E-ABE3-1DBC-6207-01260A8C27CD}"/>
              </a:ext>
            </a:extLst>
          </p:cNvPr>
          <p:cNvPicPr>
            <a:picLocks noChangeAspect="1"/>
          </p:cNvPicPr>
          <p:nvPr/>
        </p:nvPicPr>
        <p:blipFill>
          <a:blip>
            <a:extLst>
              <a:ext uri="{96DAC541-7B7A-43D3-8B79-37D633B846F1}">
                <asvg:svgBlip xmlns:asvg="http://schemas.microsoft.com/office/drawing/2016/SVG/main" r:embed="rId2"/>
              </a:ext>
            </a:extLst>
          </a:blip>
          <a:srcRect/>
          <a:stretch/>
        </p:blipFill>
        <p:spPr>
          <a:xfrm>
            <a:off x="10902950" y="419100"/>
            <a:ext cx="869950" cy="222250"/>
          </a:xfrm>
          <a:prstGeom prst="rect">
            <a:avLst/>
          </a:prstGeom>
        </p:spPr>
      </p:pic>
      <p:sp>
        <p:nvSpPr>
          <p:cNvPr id="3" name="Text Placeholder 14">
            <a:extLst>
              <a:ext uri="{FF2B5EF4-FFF2-40B4-BE49-F238E27FC236}">
                <a16:creationId xmlns:a16="http://schemas.microsoft.com/office/drawing/2014/main" id="{5038E714-E163-FC39-1729-F3C74D0D3A71}"/>
              </a:ext>
            </a:extLst>
          </p:cNvPr>
          <p:cNvSpPr>
            <a:spLocks noGrp="1"/>
          </p:cNvSpPr>
          <p:nvPr>
            <p:ph type="body" sz="quarter" idx="13" hasCustomPrompt="1"/>
          </p:nvPr>
        </p:nvSpPr>
        <p:spPr>
          <a:xfrm>
            <a:off x="339725" y="333800"/>
            <a:ext cx="2860675" cy="307777"/>
          </a:xfrm>
          <a:prstGeom prst="rect">
            <a:avLst/>
          </a:prstGeom>
        </p:spPr>
        <p:txBody>
          <a:bodyPr wrap="square" lIns="82296" rIns="0">
            <a:spAutoFit/>
          </a:bodyPr>
          <a:lstStyle>
            <a:lvl1pPr>
              <a:lnSpc>
                <a:spcPct val="100000"/>
              </a:lnSpc>
              <a:buNone/>
              <a:defRPr sz="1400" b="1" i="0" spc="-30">
                <a:solidFill>
                  <a:schemeClr val="tx2"/>
                </a:solidFill>
                <a:latin typeface="Arial" panose="020B0604020202020204" pitchFamily="34" charset="0"/>
                <a:cs typeface="Arial" panose="020B0604020202020204" pitchFamily="34" charset="0"/>
              </a:defRPr>
            </a:lvl1pPr>
          </a:lstStyle>
          <a:p>
            <a:pPr lvl="0"/>
            <a:r>
              <a:rPr lang="en-US" b="1" dirty="0"/>
              <a:t>Section Header</a:t>
            </a:r>
          </a:p>
        </p:txBody>
      </p:sp>
      <p:sp>
        <p:nvSpPr>
          <p:cNvPr id="5" name="Title 2">
            <a:extLst>
              <a:ext uri="{FF2B5EF4-FFF2-40B4-BE49-F238E27FC236}">
                <a16:creationId xmlns:a16="http://schemas.microsoft.com/office/drawing/2014/main" id="{4E85FB4D-4CD5-438C-9DEF-860D73ABB346}"/>
              </a:ext>
            </a:extLst>
          </p:cNvPr>
          <p:cNvSpPr>
            <a:spLocks noGrp="1"/>
          </p:cNvSpPr>
          <p:nvPr>
            <p:ph type="title" hasCustomPrompt="1"/>
          </p:nvPr>
        </p:nvSpPr>
        <p:spPr>
          <a:xfrm>
            <a:off x="339633" y="702407"/>
            <a:ext cx="4765767" cy="1215333"/>
          </a:xfrm>
          <a:prstGeom prst="rect">
            <a:avLst/>
          </a:prstGeom>
        </p:spPr>
        <p:txBody>
          <a:bodyPr wrap="square" lIns="45720" rIns="0">
            <a:spAutoFit/>
          </a:bodyPr>
          <a:lstStyle>
            <a:lvl1pPr>
              <a:lnSpc>
                <a:spcPct val="85000"/>
              </a:lnSpc>
              <a:defRPr sz="4200" b="0" i="0" spc="-130">
                <a:solidFill>
                  <a:schemeClr val="tx2"/>
                </a:solidFill>
                <a:latin typeface="Arial" panose="020B0604020202020204" pitchFamily="34" charset="0"/>
                <a:cs typeface="Arial" panose="020B0604020202020204" pitchFamily="34" charset="0"/>
              </a:defRPr>
            </a:lvl1pPr>
          </a:lstStyle>
          <a:p>
            <a:r>
              <a:rPr lang="en-US" dirty="0"/>
              <a:t>Content or Data Slide Headline</a:t>
            </a:r>
          </a:p>
        </p:txBody>
      </p:sp>
      <p:sp>
        <p:nvSpPr>
          <p:cNvPr id="9" name="Text Placeholder 10">
            <a:extLst>
              <a:ext uri="{FF2B5EF4-FFF2-40B4-BE49-F238E27FC236}">
                <a16:creationId xmlns:a16="http://schemas.microsoft.com/office/drawing/2014/main" id="{D1A82A6F-B32A-AE87-DB81-26831C56D43B}"/>
              </a:ext>
            </a:extLst>
          </p:cNvPr>
          <p:cNvSpPr>
            <a:spLocks noGrp="1"/>
          </p:cNvSpPr>
          <p:nvPr>
            <p:ph type="body" sz="quarter" idx="16" hasCustomPrompt="1"/>
          </p:nvPr>
        </p:nvSpPr>
        <p:spPr>
          <a:xfrm>
            <a:off x="6096000" y="702407"/>
            <a:ext cx="1908175" cy="757130"/>
          </a:xfrm>
          <a:prstGeom prst="rect">
            <a:avLst/>
          </a:prstGeom>
        </p:spPr>
        <p:txBody>
          <a:bodyPr wrap="square" lIns="73152" rIns="0">
            <a:spAutoFit/>
          </a:bodyPr>
          <a:lstStyle>
            <a:lvl1pPr marL="12700" indent="-12700">
              <a:buNone/>
              <a:tabLst/>
              <a:defRPr sz="1600" b="1" i="0" spc="-40">
                <a:solidFill>
                  <a:schemeClr val="tx2"/>
                </a:solidFill>
                <a:latin typeface="Arial" panose="020B0604020202020204" pitchFamily="34" charset="0"/>
                <a:cs typeface="Arial" panose="020B0604020202020204" pitchFamily="34" charset="0"/>
              </a:defRPr>
            </a:lvl1pPr>
          </a:lstStyle>
          <a:p>
            <a:pPr lvl="0"/>
            <a:r>
              <a:rPr lang="en-US" b="1" dirty="0"/>
              <a:t>Optional subtitle or key takeaway goes here</a:t>
            </a:r>
          </a:p>
        </p:txBody>
      </p:sp>
      <p:sp>
        <p:nvSpPr>
          <p:cNvPr id="6" name="2026 Western Digital Corporation All rights reserved">
            <a:extLst>
              <a:ext uri="{FF2B5EF4-FFF2-40B4-BE49-F238E27FC236}">
                <a16:creationId xmlns:a16="http://schemas.microsoft.com/office/drawing/2014/main" id="{E859BBAB-728B-1AD4-F240-65960E3235E3}"/>
              </a:ext>
            </a:extLst>
          </p:cNvPr>
          <p:cNvSpPr/>
          <p:nvPr/>
        </p:nvSpPr>
        <p:spPr>
          <a:xfrm>
            <a:off x="419100" y="6638989"/>
            <a:ext cx="2794000" cy="92589"/>
          </a:xfrm>
          <a:prstGeom prst="rect">
            <a:avLst/>
          </a:prstGeom>
          <a:noFill/>
          <a:ln/>
        </p:spPr>
        <p:txBody>
          <a:bodyPr wrap="square" lIns="0" tIns="0" rIns="0" bIns="0" rtlCol="0" anchor="t">
            <a:spAutoFit/>
          </a:bodyPr>
          <a:lstStyle/>
          <a:p>
            <a:pPr>
              <a:lnSpc>
                <a:spcPct val="75000"/>
              </a:lnSpc>
            </a:pPr>
            <a:r>
              <a:rPr lang="en-US" sz="800" b="0" i="0" dirty="0">
                <a:solidFill>
                  <a:schemeClr val="tx1"/>
                </a:solidFill>
                <a:latin typeface="Arial" panose="020B0604020202020204" pitchFamily="34" charset="0"/>
                <a:ea typeface="Arial" pitchFamily="34" charset="-122"/>
                <a:cs typeface="Arial" panose="020B0604020202020204" pitchFamily="34" charset="0"/>
              </a:rPr>
              <a:t>©  2026 Western Digital Corporation. All rights reserved.</a:t>
            </a:r>
            <a:endParaRPr lang="en-US" sz="800" b="0" i="0" dirty="0">
              <a:solidFill>
                <a:schemeClr val="tx1"/>
              </a:solidFill>
              <a:latin typeface="Arial" panose="020B0604020202020204" pitchFamily="34" charset="0"/>
              <a:cs typeface="Arial" panose="020B0604020202020204" pitchFamily="34" charset="0"/>
            </a:endParaRPr>
          </a:p>
        </p:txBody>
      </p:sp>
      <p:sp>
        <p:nvSpPr>
          <p:cNvPr id="7" name="Slide Number Placeholder 1">
            <a:extLst>
              <a:ext uri="{FF2B5EF4-FFF2-40B4-BE49-F238E27FC236}">
                <a16:creationId xmlns:a16="http://schemas.microsoft.com/office/drawing/2014/main" id="{4FC36E1C-5DDB-DAD1-AE29-676A690FBDDC}"/>
              </a:ext>
            </a:extLst>
          </p:cNvPr>
          <p:cNvSpPr>
            <a:spLocks noGrp="1"/>
          </p:cNvSpPr>
          <p:nvPr>
            <p:ph type="sldNum" sz="quarter" idx="4"/>
          </p:nvPr>
        </p:nvSpPr>
        <p:spPr>
          <a:xfrm>
            <a:off x="11215668" y="6562157"/>
            <a:ext cx="658832" cy="215444"/>
          </a:xfrm>
          <a:prstGeom prst="rect">
            <a:avLst/>
          </a:prstGeom>
        </p:spPr>
        <p:txBody>
          <a:bodyPr vert="horz" lIns="91440" tIns="45720" rIns="0" bIns="45720" rtlCol="0" anchor="ctr">
            <a:spAutoFit/>
          </a:bodyPr>
          <a:lstStyle>
            <a:lvl1pPr algn="r">
              <a:defRPr sz="800" b="0" i="0">
                <a:solidFill>
                  <a:schemeClr val="tx1"/>
                </a:solidFill>
                <a:latin typeface="Arial" panose="020B0604020202020204" pitchFamily="34" charset="0"/>
                <a:cs typeface="Arial" panose="020B0604020202020204" pitchFamily="34" charset="0"/>
              </a:defRPr>
            </a:lvl1pPr>
          </a:lstStyle>
          <a:p>
            <a:fld id="{B06B19F4-CF25-446C-B362-D8BB27BE9D9B}" type="slidenum">
              <a:rPr lang="en-US" smtClean="0"/>
              <a:t>‹#›</a:t>
            </a:fld>
            <a:endParaRPr lang="en-US"/>
          </a:p>
        </p:txBody>
      </p:sp>
      <p:sp>
        <p:nvSpPr>
          <p:cNvPr id="8" name="WD Confidential">
            <a:extLst>
              <a:ext uri="{FF2B5EF4-FFF2-40B4-BE49-F238E27FC236}">
                <a16:creationId xmlns:a16="http://schemas.microsoft.com/office/drawing/2014/main" id="{4402B233-F83C-1F9A-4CCF-EBE075349530}"/>
              </a:ext>
            </a:extLst>
          </p:cNvPr>
          <p:cNvSpPr/>
          <p:nvPr/>
        </p:nvSpPr>
        <p:spPr>
          <a:xfrm>
            <a:off x="8991600" y="6638990"/>
            <a:ext cx="1244600" cy="92589"/>
          </a:xfrm>
          <a:prstGeom prst="rect">
            <a:avLst/>
          </a:prstGeom>
          <a:noFill/>
          <a:ln/>
        </p:spPr>
        <p:txBody>
          <a:bodyPr wrap="square" lIns="0" tIns="0" rIns="0" bIns="0" rtlCol="0" anchor="t">
            <a:spAutoFit/>
          </a:bodyPr>
          <a:lstStyle/>
          <a:p>
            <a:pPr>
              <a:lnSpc>
                <a:spcPct val="75000"/>
              </a:lnSpc>
            </a:pPr>
            <a:r>
              <a:rPr lang="en-US" sz="800" b="0" i="0" dirty="0">
                <a:solidFill>
                  <a:schemeClr val="tx1"/>
                </a:solidFill>
                <a:latin typeface="Arial" panose="020B0604020202020204" pitchFamily="34" charset="0"/>
                <a:ea typeface="Arial" pitchFamily="34" charset="-122"/>
                <a:cs typeface="Arial" panose="020B0604020202020204" pitchFamily="34" charset="0"/>
              </a:rPr>
              <a:t>WD CONFIDENTIAL</a:t>
            </a:r>
            <a:endParaRPr lang="en-US" sz="800" b="0" i="0" dirty="0">
              <a:solidFill>
                <a:schemeClr val="tx1"/>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51335745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2.xml><?xml version="1.0" encoding="utf-8"?>
<p:sldLayout xmlns:a="http://schemas.openxmlformats.org/drawingml/2006/main" xmlns:r="http://schemas.openxmlformats.org/officeDocument/2006/relationships" xmlns:p="http://schemas.openxmlformats.org/presentationml/2006/main" showMasterSp="0" preserve="1">
  <p:cSld name="1_Title and Subtitle (Right) Vault Navy">
    <p:bg>
      <p:bgRef idx="1001">
        <a:schemeClr val="bg2"/>
      </p:bgRef>
    </p:bg>
    <p:spTree>
      <p:nvGrpSpPr>
        <p:cNvPr id="1" name=""/>
        <p:cNvGrpSpPr/>
        <p:nvPr/>
      </p:nvGrpSpPr>
      <p:grpSpPr>
        <a:xfrm>
          <a:off x="0" y="0"/>
          <a:ext cx="0" cy="0"/>
          <a:chOff x="0" y="0"/>
          <a:chExt cx="0" cy="0"/>
        </a:xfrm>
      </p:grpSpPr>
      <p:pic>
        <p:nvPicPr>
          <p:cNvPr id="4" name="Logo" descr="preencoded.png">
            <a:extLst>
              <a:ext uri="{FF2B5EF4-FFF2-40B4-BE49-F238E27FC236}">
                <a16:creationId xmlns:a16="http://schemas.microsoft.com/office/drawing/2014/main" id="{3DC0599E-ABE3-1DBC-6207-01260A8C27CD}"/>
              </a:ext>
            </a:extLst>
          </p:cNvPr>
          <p:cNvPicPr>
            <a:picLocks noChangeAspect="1"/>
          </p:cNvPicPr>
          <p:nvPr/>
        </p:nvPicPr>
        <p:blipFill>
          <a:blip>
            <a:extLst>
              <a:ext uri="{96DAC541-7B7A-43D3-8B79-37D633B846F1}">
                <asvg:svgBlip xmlns:asvg="http://schemas.microsoft.com/office/drawing/2016/SVG/main" r:embed="rId2"/>
              </a:ext>
            </a:extLst>
          </a:blip>
          <a:srcRect/>
          <a:stretch/>
        </p:blipFill>
        <p:spPr>
          <a:xfrm>
            <a:off x="10902950" y="419100"/>
            <a:ext cx="869950" cy="222250"/>
          </a:xfrm>
          <a:prstGeom prst="rect">
            <a:avLst/>
          </a:prstGeom>
        </p:spPr>
      </p:pic>
      <p:sp>
        <p:nvSpPr>
          <p:cNvPr id="3" name="Text Placeholder 14">
            <a:extLst>
              <a:ext uri="{FF2B5EF4-FFF2-40B4-BE49-F238E27FC236}">
                <a16:creationId xmlns:a16="http://schemas.microsoft.com/office/drawing/2014/main" id="{5038E714-E163-FC39-1729-F3C74D0D3A71}"/>
              </a:ext>
            </a:extLst>
          </p:cNvPr>
          <p:cNvSpPr>
            <a:spLocks noGrp="1"/>
          </p:cNvSpPr>
          <p:nvPr>
            <p:ph type="body" sz="quarter" idx="13" hasCustomPrompt="1"/>
          </p:nvPr>
        </p:nvSpPr>
        <p:spPr>
          <a:xfrm>
            <a:off x="339725" y="333800"/>
            <a:ext cx="2860675" cy="307777"/>
          </a:xfrm>
          <a:prstGeom prst="rect">
            <a:avLst/>
          </a:prstGeom>
        </p:spPr>
        <p:txBody>
          <a:bodyPr wrap="square" lIns="82296" rIns="0">
            <a:spAutoFit/>
          </a:bodyPr>
          <a:lstStyle>
            <a:lvl1pPr>
              <a:lnSpc>
                <a:spcPct val="100000"/>
              </a:lnSpc>
              <a:buNone/>
              <a:defRPr sz="1400" b="1" i="0" spc="-30">
                <a:solidFill>
                  <a:schemeClr val="tx1"/>
                </a:solidFill>
                <a:latin typeface="Arial" panose="020B0604020202020204" pitchFamily="34" charset="0"/>
                <a:cs typeface="Arial" panose="020B0604020202020204" pitchFamily="34" charset="0"/>
              </a:defRPr>
            </a:lvl1pPr>
          </a:lstStyle>
          <a:p>
            <a:pPr lvl="0"/>
            <a:r>
              <a:rPr lang="en-US" b="1" dirty="0"/>
              <a:t>Section Header</a:t>
            </a:r>
          </a:p>
        </p:txBody>
      </p:sp>
      <p:sp>
        <p:nvSpPr>
          <p:cNvPr id="5" name="Title 2">
            <a:extLst>
              <a:ext uri="{FF2B5EF4-FFF2-40B4-BE49-F238E27FC236}">
                <a16:creationId xmlns:a16="http://schemas.microsoft.com/office/drawing/2014/main" id="{4E85FB4D-4CD5-438C-9DEF-860D73ABB346}"/>
              </a:ext>
            </a:extLst>
          </p:cNvPr>
          <p:cNvSpPr>
            <a:spLocks noGrp="1"/>
          </p:cNvSpPr>
          <p:nvPr>
            <p:ph type="title" hasCustomPrompt="1"/>
          </p:nvPr>
        </p:nvSpPr>
        <p:spPr>
          <a:xfrm>
            <a:off x="339633" y="702407"/>
            <a:ext cx="4765767" cy="1215333"/>
          </a:xfrm>
          <a:prstGeom prst="rect">
            <a:avLst/>
          </a:prstGeom>
        </p:spPr>
        <p:txBody>
          <a:bodyPr wrap="square" lIns="45720" rIns="0">
            <a:spAutoFit/>
          </a:bodyPr>
          <a:lstStyle>
            <a:lvl1pPr>
              <a:lnSpc>
                <a:spcPct val="85000"/>
              </a:lnSpc>
              <a:defRPr sz="4200" b="0" i="0" spc="-130">
                <a:solidFill>
                  <a:schemeClr val="tx1"/>
                </a:solidFill>
                <a:latin typeface="Arial" panose="020B0604020202020204" pitchFamily="34" charset="0"/>
                <a:cs typeface="Arial" panose="020B0604020202020204" pitchFamily="34" charset="0"/>
              </a:defRPr>
            </a:lvl1pPr>
          </a:lstStyle>
          <a:p>
            <a:r>
              <a:rPr lang="en-US" dirty="0"/>
              <a:t>Content or Data Slide Headline</a:t>
            </a:r>
          </a:p>
        </p:txBody>
      </p:sp>
      <p:sp>
        <p:nvSpPr>
          <p:cNvPr id="9" name="Text Placeholder 10">
            <a:extLst>
              <a:ext uri="{FF2B5EF4-FFF2-40B4-BE49-F238E27FC236}">
                <a16:creationId xmlns:a16="http://schemas.microsoft.com/office/drawing/2014/main" id="{D1A82A6F-B32A-AE87-DB81-26831C56D43B}"/>
              </a:ext>
            </a:extLst>
          </p:cNvPr>
          <p:cNvSpPr>
            <a:spLocks noGrp="1"/>
          </p:cNvSpPr>
          <p:nvPr>
            <p:ph type="body" sz="quarter" idx="16" hasCustomPrompt="1"/>
          </p:nvPr>
        </p:nvSpPr>
        <p:spPr>
          <a:xfrm>
            <a:off x="6096000" y="702407"/>
            <a:ext cx="1908175" cy="757130"/>
          </a:xfrm>
          <a:prstGeom prst="rect">
            <a:avLst/>
          </a:prstGeom>
        </p:spPr>
        <p:txBody>
          <a:bodyPr wrap="square" lIns="73152" rIns="0">
            <a:spAutoFit/>
          </a:bodyPr>
          <a:lstStyle>
            <a:lvl1pPr marL="12700" indent="-12700">
              <a:buNone/>
              <a:tabLst/>
              <a:defRPr sz="1600" b="1" i="0" spc="-40">
                <a:solidFill>
                  <a:schemeClr val="tx1"/>
                </a:solidFill>
                <a:latin typeface="Arial" panose="020B0604020202020204" pitchFamily="34" charset="0"/>
                <a:cs typeface="Arial" panose="020B0604020202020204" pitchFamily="34" charset="0"/>
              </a:defRPr>
            </a:lvl1pPr>
          </a:lstStyle>
          <a:p>
            <a:pPr lvl="0"/>
            <a:r>
              <a:rPr lang="en-US" b="1" dirty="0"/>
              <a:t>Optional subtitle or key takeaway goes here</a:t>
            </a:r>
          </a:p>
        </p:txBody>
      </p:sp>
      <p:sp>
        <p:nvSpPr>
          <p:cNvPr id="6" name="2026 Western Digital Corporation All rights reserved">
            <a:extLst>
              <a:ext uri="{FF2B5EF4-FFF2-40B4-BE49-F238E27FC236}">
                <a16:creationId xmlns:a16="http://schemas.microsoft.com/office/drawing/2014/main" id="{1310BAEA-1179-6A57-1C60-48E419B2AF07}"/>
              </a:ext>
            </a:extLst>
          </p:cNvPr>
          <p:cNvSpPr/>
          <p:nvPr/>
        </p:nvSpPr>
        <p:spPr>
          <a:xfrm>
            <a:off x="419100" y="6638989"/>
            <a:ext cx="2794000" cy="92589"/>
          </a:xfrm>
          <a:prstGeom prst="rect">
            <a:avLst/>
          </a:prstGeom>
          <a:noFill/>
          <a:ln/>
        </p:spPr>
        <p:txBody>
          <a:bodyPr wrap="square" lIns="0" tIns="0" rIns="0" bIns="0" rtlCol="0" anchor="t">
            <a:spAutoFit/>
          </a:bodyPr>
          <a:lstStyle/>
          <a:p>
            <a:pPr>
              <a:lnSpc>
                <a:spcPct val="75000"/>
              </a:lnSpc>
            </a:pPr>
            <a:r>
              <a:rPr lang="en-US" sz="800" b="0" i="0" dirty="0">
                <a:solidFill>
                  <a:schemeClr val="tx1"/>
                </a:solidFill>
                <a:latin typeface="Arial" panose="020B0604020202020204" pitchFamily="34" charset="0"/>
                <a:ea typeface="Arial" pitchFamily="34" charset="-122"/>
                <a:cs typeface="Arial" panose="020B0604020202020204" pitchFamily="34" charset="0"/>
              </a:rPr>
              <a:t>©  2026 Western Digital Corporation. All rights reserved.</a:t>
            </a:r>
            <a:endParaRPr lang="en-US" sz="800" b="0" i="0" dirty="0">
              <a:solidFill>
                <a:schemeClr val="tx1"/>
              </a:solidFill>
              <a:latin typeface="Arial" panose="020B0604020202020204" pitchFamily="34" charset="0"/>
              <a:cs typeface="Arial" panose="020B0604020202020204" pitchFamily="34" charset="0"/>
            </a:endParaRPr>
          </a:p>
        </p:txBody>
      </p:sp>
      <p:sp>
        <p:nvSpPr>
          <p:cNvPr id="7" name="Slide Number Placeholder 1">
            <a:extLst>
              <a:ext uri="{FF2B5EF4-FFF2-40B4-BE49-F238E27FC236}">
                <a16:creationId xmlns:a16="http://schemas.microsoft.com/office/drawing/2014/main" id="{BF43CC62-22B1-1062-ACE0-78C131212169}"/>
              </a:ext>
            </a:extLst>
          </p:cNvPr>
          <p:cNvSpPr>
            <a:spLocks noGrp="1"/>
          </p:cNvSpPr>
          <p:nvPr>
            <p:ph type="sldNum" sz="quarter" idx="4"/>
          </p:nvPr>
        </p:nvSpPr>
        <p:spPr>
          <a:xfrm>
            <a:off x="11215668" y="6562157"/>
            <a:ext cx="658832" cy="215444"/>
          </a:xfrm>
          <a:prstGeom prst="rect">
            <a:avLst/>
          </a:prstGeom>
        </p:spPr>
        <p:txBody>
          <a:bodyPr vert="horz" lIns="91440" tIns="45720" rIns="0" bIns="45720" rtlCol="0" anchor="ctr">
            <a:spAutoFit/>
          </a:bodyPr>
          <a:lstStyle>
            <a:lvl1pPr algn="r">
              <a:defRPr sz="800" b="0" i="0">
                <a:solidFill>
                  <a:schemeClr val="tx1"/>
                </a:solidFill>
                <a:latin typeface="Arial" panose="020B0604020202020204" pitchFamily="34" charset="0"/>
                <a:cs typeface="Arial" panose="020B0604020202020204" pitchFamily="34" charset="0"/>
              </a:defRPr>
            </a:lvl1pPr>
          </a:lstStyle>
          <a:p>
            <a:fld id="{B06B19F4-CF25-446C-B362-D8BB27BE9D9B}" type="slidenum">
              <a:rPr lang="en-US" smtClean="0"/>
              <a:t>‹#›</a:t>
            </a:fld>
            <a:endParaRPr lang="en-US"/>
          </a:p>
        </p:txBody>
      </p:sp>
      <p:sp>
        <p:nvSpPr>
          <p:cNvPr id="8" name="WD Confidential">
            <a:extLst>
              <a:ext uri="{FF2B5EF4-FFF2-40B4-BE49-F238E27FC236}">
                <a16:creationId xmlns:a16="http://schemas.microsoft.com/office/drawing/2014/main" id="{E33C62C1-D9E5-2CF9-079C-6E54F23AA011}"/>
              </a:ext>
            </a:extLst>
          </p:cNvPr>
          <p:cNvSpPr/>
          <p:nvPr/>
        </p:nvSpPr>
        <p:spPr>
          <a:xfrm>
            <a:off x="8991600" y="6638990"/>
            <a:ext cx="1244600" cy="92589"/>
          </a:xfrm>
          <a:prstGeom prst="rect">
            <a:avLst/>
          </a:prstGeom>
          <a:noFill/>
          <a:ln/>
        </p:spPr>
        <p:txBody>
          <a:bodyPr wrap="square" lIns="0" tIns="0" rIns="0" bIns="0" rtlCol="0" anchor="t">
            <a:spAutoFit/>
          </a:bodyPr>
          <a:lstStyle/>
          <a:p>
            <a:pPr>
              <a:lnSpc>
                <a:spcPct val="75000"/>
              </a:lnSpc>
            </a:pPr>
            <a:r>
              <a:rPr lang="en-US" sz="800" b="0" i="0" dirty="0">
                <a:solidFill>
                  <a:schemeClr val="tx1"/>
                </a:solidFill>
                <a:latin typeface="Arial" panose="020B0604020202020204" pitchFamily="34" charset="0"/>
                <a:ea typeface="Arial" pitchFamily="34" charset="-122"/>
                <a:cs typeface="Arial" panose="020B0604020202020204" pitchFamily="34" charset="0"/>
              </a:rPr>
              <a:t>WD CONFIDENTIAL</a:t>
            </a:r>
            <a:endParaRPr lang="en-US" sz="800" b="0" i="0" dirty="0">
              <a:solidFill>
                <a:schemeClr val="tx1"/>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502127049"/>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3.xml><?xml version="1.0" encoding="utf-8"?>
<p:sldLayout xmlns:a="http://schemas.openxmlformats.org/drawingml/2006/main" xmlns:r="http://schemas.openxmlformats.org/officeDocument/2006/relationships" xmlns:p="http://schemas.openxmlformats.org/presentationml/2006/main" preserve="1">
  <p:cSld name="1_Title Only White">
    <p:bg>
      <p:bgPr>
        <a:solidFill>
          <a:schemeClr val="bg1"/>
        </a:solidFill>
        <a:effectLst/>
      </p:bgPr>
    </p:bg>
    <p:spTree>
      <p:nvGrpSpPr>
        <p:cNvPr id="1" name=""/>
        <p:cNvGrpSpPr/>
        <p:nvPr/>
      </p:nvGrpSpPr>
      <p:grpSpPr>
        <a:xfrm>
          <a:off x="0" y="0"/>
          <a:ext cx="0" cy="0"/>
          <a:chOff x="0" y="0"/>
          <a:chExt cx="0" cy="0"/>
        </a:xfrm>
      </p:grpSpPr>
      <p:pic>
        <p:nvPicPr>
          <p:cNvPr id="4" name="Logo" descr="preencoded.png">
            <a:extLst>
              <a:ext uri="{FF2B5EF4-FFF2-40B4-BE49-F238E27FC236}">
                <a16:creationId xmlns:a16="http://schemas.microsoft.com/office/drawing/2014/main" id="{3DC0599E-ABE3-1DBC-6207-01260A8C27CD}"/>
              </a:ext>
            </a:extLst>
          </p:cNvPr>
          <p:cNvPicPr>
            <a:picLocks noChangeAspect="1"/>
          </p:cNvPicPr>
          <p:nvPr/>
        </p:nvPicPr>
        <p:blipFill>
          <a:blip>
            <a:extLst>
              <a:ext uri="{96DAC541-7B7A-43D3-8B79-37D633B846F1}">
                <asvg:svgBlip xmlns:asvg="http://schemas.microsoft.com/office/drawing/2016/SVG/main" r:embed="rId2"/>
              </a:ext>
            </a:extLst>
          </a:blip>
          <a:srcRect/>
          <a:stretch/>
        </p:blipFill>
        <p:spPr>
          <a:xfrm>
            <a:off x="10902950" y="419100"/>
            <a:ext cx="869950" cy="222250"/>
          </a:xfrm>
          <a:prstGeom prst="rect">
            <a:avLst/>
          </a:prstGeom>
        </p:spPr>
      </p:pic>
      <p:sp>
        <p:nvSpPr>
          <p:cNvPr id="3" name="Text Placeholder 14">
            <a:extLst>
              <a:ext uri="{FF2B5EF4-FFF2-40B4-BE49-F238E27FC236}">
                <a16:creationId xmlns:a16="http://schemas.microsoft.com/office/drawing/2014/main" id="{5038E714-E163-FC39-1729-F3C74D0D3A71}"/>
              </a:ext>
            </a:extLst>
          </p:cNvPr>
          <p:cNvSpPr>
            <a:spLocks noGrp="1"/>
          </p:cNvSpPr>
          <p:nvPr>
            <p:ph type="body" sz="quarter" idx="13" hasCustomPrompt="1"/>
          </p:nvPr>
        </p:nvSpPr>
        <p:spPr>
          <a:xfrm>
            <a:off x="339725" y="333800"/>
            <a:ext cx="2860675" cy="307777"/>
          </a:xfrm>
          <a:prstGeom prst="rect">
            <a:avLst/>
          </a:prstGeom>
        </p:spPr>
        <p:txBody>
          <a:bodyPr wrap="square" lIns="82296" rIns="0">
            <a:spAutoFit/>
          </a:bodyPr>
          <a:lstStyle>
            <a:lvl1pPr>
              <a:lnSpc>
                <a:spcPct val="100000"/>
              </a:lnSpc>
              <a:buNone/>
              <a:defRPr sz="1400" b="1" i="0" spc="-30">
                <a:solidFill>
                  <a:schemeClr val="tx2"/>
                </a:solidFill>
                <a:latin typeface="Arial" panose="020B0604020202020204" pitchFamily="34" charset="0"/>
                <a:cs typeface="Arial" panose="020B0604020202020204" pitchFamily="34" charset="0"/>
              </a:defRPr>
            </a:lvl1pPr>
          </a:lstStyle>
          <a:p>
            <a:pPr lvl="0"/>
            <a:r>
              <a:rPr lang="en-US" b="1" dirty="0"/>
              <a:t>Section Header</a:t>
            </a:r>
          </a:p>
        </p:txBody>
      </p:sp>
      <p:sp>
        <p:nvSpPr>
          <p:cNvPr id="5" name="Title 2">
            <a:extLst>
              <a:ext uri="{FF2B5EF4-FFF2-40B4-BE49-F238E27FC236}">
                <a16:creationId xmlns:a16="http://schemas.microsoft.com/office/drawing/2014/main" id="{4E85FB4D-4CD5-438C-9DEF-860D73ABB346}"/>
              </a:ext>
            </a:extLst>
          </p:cNvPr>
          <p:cNvSpPr>
            <a:spLocks noGrp="1"/>
          </p:cNvSpPr>
          <p:nvPr>
            <p:ph type="title" hasCustomPrompt="1"/>
          </p:nvPr>
        </p:nvSpPr>
        <p:spPr>
          <a:xfrm>
            <a:off x="339633" y="702407"/>
            <a:ext cx="6670767" cy="1215333"/>
          </a:xfrm>
          <a:prstGeom prst="rect">
            <a:avLst/>
          </a:prstGeom>
        </p:spPr>
        <p:txBody>
          <a:bodyPr wrap="square" lIns="45720" rIns="0">
            <a:spAutoFit/>
          </a:bodyPr>
          <a:lstStyle>
            <a:lvl1pPr>
              <a:lnSpc>
                <a:spcPct val="85000"/>
              </a:lnSpc>
              <a:defRPr sz="4200" b="0" i="0" spc="-130">
                <a:solidFill>
                  <a:schemeClr val="tx2"/>
                </a:solidFill>
                <a:latin typeface="Arial" panose="020B0604020202020204" pitchFamily="34" charset="0"/>
                <a:cs typeface="Arial" panose="020B0604020202020204" pitchFamily="34" charset="0"/>
              </a:defRPr>
            </a:lvl1pPr>
          </a:lstStyle>
          <a:p>
            <a:r>
              <a:rPr lang="en-US" dirty="0"/>
              <a:t>Content Slide – Smaller, Longer Headline</a:t>
            </a:r>
          </a:p>
        </p:txBody>
      </p:sp>
      <p:sp>
        <p:nvSpPr>
          <p:cNvPr id="6" name="2026 Western Digital Corporation All rights reserved">
            <a:extLst>
              <a:ext uri="{FF2B5EF4-FFF2-40B4-BE49-F238E27FC236}">
                <a16:creationId xmlns:a16="http://schemas.microsoft.com/office/drawing/2014/main" id="{78A068A3-D3A0-DA36-A633-EED175D1E6A4}"/>
              </a:ext>
            </a:extLst>
          </p:cNvPr>
          <p:cNvSpPr/>
          <p:nvPr/>
        </p:nvSpPr>
        <p:spPr>
          <a:xfrm>
            <a:off x="419100" y="6638989"/>
            <a:ext cx="2794000" cy="92589"/>
          </a:xfrm>
          <a:prstGeom prst="rect">
            <a:avLst/>
          </a:prstGeom>
          <a:noFill/>
          <a:ln/>
        </p:spPr>
        <p:txBody>
          <a:bodyPr wrap="square" lIns="0" tIns="0" rIns="0" bIns="0" rtlCol="0" anchor="t">
            <a:spAutoFit/>
          </a:bodyPr>
          <a:lstStyle/>
          <a:p>
            <a:pPr>
              <a:lnSpc>
                <a:spcPct val="75000"/>
              </a:lnSpc>
            </a:pPr>
            <a:r>
              <a:rPr lang="en-US" sz="800" b="0" i="0" dirty="0">
                <a:solidFill>
                  <a:schemeClr val="tx1"/>
                </a:solidFill>
                <a:latin typeface="Arial" panose="020B0604020202020204" pitchFamily="34" charset="0"/>
                <a:ea typeface="Arial" pitchFamily="34" charset="-122"/>
                <a:cs typeface="Arial" panose="020B0604020202020204" pitchFamily="34" charset="0"/>
              </a:rPr>
              <a:t>©  2026 Western Digital Corporation. All rights reserved.</a:t>
            </a:r>
            <a:endParaRPr lang="en-US" sz="800" b="0" i="0" dirty="0">
              <a:solidFill>
                <a:schemeClr val="tx1"/>
              </a:solidFill>
              <a:latin typeface="Arial" panose="020B0604020202020204" pitchFamily="34" charset="0"/>
              <a:cs typeface="Arial" panose="020B0604020202020204" pitchFamily="34" charset="0"/>
            </a:endParaRPr>
          </a:p>
        </p:txBody>
      </p:sp>
      <p:sp>
        <p:nvSpPr>
          <p:cNvPr id="7" name="Slide Number Placeholder 1">
            <a:extLst>
              <a:ext uri="{FF2B5EF4-FFF2-40B4-BE49-F238E27FC236}">
                <a16:creationId xmlns:a16="http://schemas.microsoft.com/office/drawing/2014/main" id="{828AEF02-BEDA-1BFA-000F-033EF9D980FF}"/>
              </a:ext>
            </a:extLst>
          </p:cNvPr>
          <p:cNvSpPr>
            <a:spLocks noGrp="1"/>
          </p:cNvSpPr>
          <p:nvPr>
            <p:ph type="sldNum" sz="quarter" idx="4"/>
          </p:nvPr>
        </p:nvSpPr>
        <p:spPr>
          <a:xfrm>
            <a:off x="11215668" y="6562157"/>
            <a:ext cx="658832" cy="215444"/>
          </a:xfrm>
          <a:prstGeom prst="rect">
            <a:avLst/>
          </a:prstGeom>
        </p:spPr>
        <p:txBody>
          <a:bodyPr vert="horz" lIns="91440" tIns="45720" rIns="0" bIns="45720" rtlCol="0" anchor="ctr">
            <a:spAutoFit/>
          </a:bodyPr>
          <a:lstStyle>
            <a:lvl1pPr algn="r">
              <a:defRPr sz="800" b="0" i="0">
                <a:solidFill>
                  <a:schemeClr val="tx1"/>
                </a:solidFill>
                <a:latin typeface="Arial" panose="020B0604020202020204" pitchFamily="34" charset="0"/>
                <a:cs typeface="Arial" panose="020B0604020202020204" pitchFamily="34" charset="0"/>
              </a:defRPr>
            </a:lvl1pPr>
          </a:lstStyle>
          <a:p>
            <a:fld id="{B06B19F4-CF25-446C-B362-D8BB27BE9D9B}" type="slidenum">
              <a:rPr lang="en-US" smtClean="0"/>
              <a:t>‹#›</a:t>
            </a:fld>
            <a:endParaRPr lang="en-US"/>
          </a:p>
        </p:txBody>
      </p:sp>
      <p:sp>
        <p:nvSpPr>
          <p:cNvPr id="8" name="WD Confidential">
            <a:extLst>
              <a:ext uri="{FF2B5EF4-FFF2-40B4-BE49-F238E27FC236}">
                <a16:creationId xmlns:a16="http://schemas.microsoft.com/office/drawing/2014/main" id="{C3BE7781-CA5D-312E-8344-92F548C99709}"/>
              </a:ext>
            </a:extLst>
          </p:cNvPr>
          <p:cNvSpPr/>
          <p:nvPr/>
        </p:nvSpPr>
        <p:spPr>
          <a:xfrm>
            <a:off x="8991600" y="6638990"/>
            <a:ext cx="1244600" cy="92589"/>
          </a:xfrm>
          <a:prstGeom prst="rect">
            <a:avLst/>
          </a:prstGeom>
          <a:noFill/>
          <a:ln/>
        </p:spPr>
        <p:txBody>
          <a:bodyPr wrap="square" lIns="0" tIns="0" rIns="0" bIns="0" rtlCol="0" anchor="t">
            <a:spAutoFit/>
          </a:bodyPr>
          <a:lstStyle/>
          <a:p>
            <a:pPr>
              <a:lnSpc>
                <a:spcPct val="75000"/>
              </a:lnSpc>
            </a:pPr>
            <a:r>
              <a:rPr lang="en-US" sz="800" b="0" i="0" dirty="0">
                <a:solidFill>
                  <a:schemeClr val="tx1"/>
                </a:solidFill>
                <a:latin typeface="Arial" panose="020B0604020202020204" pitchFamily="34" charset="0"/>
                <a:ea typeface="Arial" pitchFamily="34" charset="-122"/>
                <a:cs typeface="Arial" panose="020B0604020202020204" pitchFamily="34" charset="0"/>
              </a:rPr>
              <a:t>WD CONFIDENTIAL</a:t>
            </a:r>
            <a:endParaRPr lang="en-US" sz="800" b="0" i="0" dirty="0">
              <a:solidFill>
                <a:schemeClr val="tx1"/>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47083033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4.xml><?xml version="1.0" encoding="utf-8"?>
<p:sldLayout xmlns:a="http://schemas.openxmlformats.org/drawingml/2006/main" xmlns:r="http://schemas.openxmlformats.org/officeDocument/2006/relationships" xmlns:p="http://schemas.openxmlformats.org/presentationml/2006/main" preserve="1">
  <p:cSld name="1_Title Only Vault Navy">
    <p:bg>
      <p:bgRef idx="1001">
        <a:schemeClr val="bg2"/>
      </p:bgRef>
    </p:bg>
    <p:spTree>
      <p:nvGrpSpPr>
        <p:cNvPr id="1" name=""/>
        <p:cNvGrpSpPr/>
        <p:nvPr/>
      </p:nvGrpSpPr>
      <p:grpSpPr>
        <a:xfrm>
          <a:off x="0" y="0"/>
          <a:ext cx="0" cy="0"/>
          <a:chOff x="0" y="0"/>
          <a:chExt cx="0" cy="0"/>
        </a:xfrm>
      </p:grpSpPr>
      <p:pic>
        <p:nvPicPr>
          <p:cNvPr id="4" name="Logo" descr="preencoded.png">
            <a:extLst>
              <a:ext uri="{FF2B5EF4-FFF2-40B4-BE49-F238E27FC236}">
                <a16:creationId xmlns:a16="http://schemas.microsoft.com/office/drawing/2014/main" id="{3DC0599E-ABE3-1DBC-6207-01260A8C27CD}"/>
              </a:ext>
            </a:extLst>
          </p:cNvPr>
          <p:cNvPicPr>
            <a:picLocks noChangeAspect="1"/>
          </p:cNvPicPr>
          <p:nvPr/>
        </p:nvPicPr>
        <p:blipFill>
          <a:blip>
            <a:extLst>
              <a:ext uri="{96DAC541-7B7A-43D3-8B79-37D633B846F1}">
                <asvg:svgBlip xmlns:asvg="http://schemas.microsoft.com/office/drawing/2016/SVG/main" r:embed="rId2"/>
              </a:ext>
            </a:extLst>
          </a:blip>
          <a:srcRect/>
          <a:stretch/>
        </p:blipFill>
        <p:spPr>
          <a:xfrm>
            <a:off x="10902950" y="419100"/>
            <a:ext cx="869950" cy="222250"/>
          </a:xfrm>
          <a:prstGeom prst="rect">
            <a:avLst/>
          </a:prstGeom>
        </p:spPr>
      </p:pic>
      <p:sp>
        <p:nvSpPr>
          <p:cNvPr id="3" name="Text Placeholder 14">
            <a:extLst>
              <a:ext uri="{FF2B5EF4-FFF2-40B4-BE49-F238E27FC236}">
                <a16:creationId xmlns:a16="http://schemas.microsoft.com/office/drawing/2014/main" id="{5038E714-E163-FC39-1729-F3C74D0D3A71}"/>
              </a:ext>
            </a:extLst>
          </p:cNvPr>
          <p:cNvSpPr>
            <a:spLocks noGrp="1"/>
          </p:cNvSpPr>
          <p:nvPr>
            <p:ph type="body" sz="quarter" idx="13" hasCustomPrompt="1"/>
          </p:nvPr>
        </p:nvSpPr>
        <p:spPr>
          <a:xfrm>
            <a:off x="339725" y="333800"/>
            <a:ext cx="2860675" cy="307777"/>
          </a:xfrm>
          <a:prstGeom prst="rect">
            <a:avLst/>
          </a:prstGeom>
        </p:spPr>
        <p:txBody>
          <a:bodyPr wrap="square" lIns="82296" rIns="0">
            <a:spAutoFit/>
          </a:bodyPr>
          <a:lstStyle>
            <a:lvl1pPr>
              <a:lnSpc>
                <a:spcPct val="100000"/>
              </a:lnSpc>
              <a:buNone/>
              <a:defRPr sz="1400" b="1" i="0" spc="-30">
                <a:solidFill>
                  <a:schemeClr val="tx1"/>
                </a:solidFill>
                <a:latin typeface="Arial" panose="020B0604020202020204" pitchFamily="34" charset="0"/>
                <a:cs typeface="Arial" panose="020B0604020202020204" pitchFamily="34" charset="0"/>
              </a:defRPr>
            </a:lvl1pPr>
          </a:lstStyle>
          <a:p>
            <a:pPr lvl="0"/>
            <a:r>
              <a:rPr lang="en-US" b="1" dirty="0"/>
              <a:t>Section Header</a:t>
            </a:r>
          </a:p>
        </p:txBody>
      </p:sp>
      <p:sp>
        <p:nvSpPr>
          <p:cNvPr id="5" name="Title 2">
            <a:extLst>
              <a:ext uri="{FF2B5EF4-FFF2-40B4-BE49-F238E27FC236}">
                <a16:creationId xmlns:a16="http://schemas.microsoft.com/office/drawing/2014/main" id="{4E85FB4D-4CD5-438C-9DEF-860D73ABB346}"/>
              </a:ext>
            </a:extLst>
          </p:cNvPr>
          <p:cNvSpPr>
            <a:spLocks noGrp="1"/>
          </p:cNvSpPr>
          <p:nvPr>
            <p:ph type="title" hasCustomPrompt="1"/>
          </p:nvPr>
        </p:nvSpPr>
        <p:spPr>
          <a:xfrm>
            <a:off x="339633" y="702407"/>
            <a:ext cx="6670767" cy="1215333"/>
          </a:xfrm>
          <a:prstGeom prst="rect">
            <a:avLst/>
          </a:prstGeom>
        </p:spPr>
        <p:txBody>
          <a:bodyPr wrap="square" lIns="45720" rIns="0">
            <a:spAutoFit/>
          </a:bodyPr>
          <a:lstStyle>
            <a:lvl1pPr>
              <a:lnSpc>
                <a:spcPct val="85000"/>
              </a:lnSpc>
              <a:defRPr sz="4200" b="0" i="0" spc="-130">
                <a:solidFill>
                  <a:schemeClr val="tx1"/>
                </a:solidFill>
                <a:latin typeface="Arial" panose="020B0604020202020204" pitchFamily="34" charset="0"/>
                <a:cs typeface="Arial" panose="020B0604020202020204" pitchFamily="34" charset="0"/>
              </a:defRPr>
            </a:lvl1pPr>
          </a:lstStyle>
          <a:p>
            <a:r>
              <a:rPr lang="en-US" dirty="0"/>
              <a:t>Content Slide – Smaller, Longer Headline</a:t>
            </a:r>
          </a:p>
        </p:txBody>
      </p:sp>
      <p:sp>
        <p:nvSpPr>
          <p:cNvPr id="6" name="2026 Western Digital Corporation All rights reserved">
            <a:extLst>
              <a:ext uri="{FF2B5EF4-FFF2-40B4-BE49-F238E27FC236}">
                <a16:creationId xmlns:a16="http://schemas.microsoft.com/office/drawing/2014/main" id="{2BE2CD35-6CE7-8F5F-6D39-972D4D561784}"/>
              </a:ext>
            </a:extLst>
          </p:cNvPr>
          <p:cNvSpPr/>
          <p:nvPr/>
        </p:nvSpPr>
        <p:spPr>
          <a:xfrm>
            <a:off x="419100" y="6638989"/>
            <a:ext cx="2794000" cy="92589"/>
          </a:xfrm>
          <a:prstGeom prst="rect">
            <a:avLst/>
          </a:prstGeom>
          <a:noFill/>
          <a:ln/>
        </p:spPr>
        <p:txBody>
          <a:bodyPr wrap="square" lIns="0" tIns="0" rIns="0" bIns="0" rtlCol="0" anchor="t">
            <a:spAutoFit/>
          </a:bodyPr>
          <a:lstStyle/>
          <a:p>
            <a:pPr>
              <a:lnSpc>
                <a:spcPct val="75000"/>
              </a:lnSpc>
            </a:pPr>
            <a:r>
              <a:rPr lang="en-US" sz="800" b="0" i="0" dirty="0">
                <a:solidFill>
                  <a:schemeClr val="tx1"/>
                </a:solidFill>
                <a:latin typeface="Arial" panose="020B0604020202020204" pitchFamily="34" charset="0"/>
                <a:ea typeface="Arial" pitchFamily="34" charset="-122"/>
                <a:cs typeface="Arial" panose="020B0604020202020204" pitchFamily="34" charset="0"/>
              </a:rPr>
              <a:t>©  2026 Western Digital Corporation. All rights reserved.</a:t>
            </a:r>
            <a:endParaRPr lang="en-US" sz="800" b="0" i="0" dirty="0">
              <a:solidFill>
                <a:schemeClr val="tx1"/>
              </a:solidFill>
              <a:latin typeface="Arial" panose="020B0604020202020204" pitchFamily="34" charset="0"/>
              <a:cs typeface="Arial" panose="020B0604020202020204" pitchFamily="34" charset="0"/>
            </a:endParaRPr>
          </a:p>
        </p:txBody>
      </p:sp>
      <p:sp>
        <p:nvSpPr>
          <p:cNvPr id="7" name="Slide Number Placeholder 1">
            <a:extLst>
              <a:ext uri="{FF2B5EF4-FFF2-40B4-BE49-F238E27FC236}">
                <a16:creationId xmlns:a16="http://schemas.microsoft.com/office/drawing/2014/main" id="{06CD89FA-F357-1792-1250-99BC3F2C7862}"/>
              </a:ext>
            </a:extLst>
          </p:cNvPr>
          <p:cNvSpPr>
            <a:spLocks noGrp="1"/>
          </p:cNvSpPr>
          <p:nvPr>
            <p:ph type="sldNum" sz="quarter" idx="4"/>
          </p:nvPr>
        </p:nvSpPr>
        <p:spPr>
          <a:xfrm>
            <a:off x="11215668" y="6562157"/>
            <a:ext cx="658832" cy="215444"/>
          </a:xfrm>
          <a:prstGeom prst="rect">
            <a:avLst/>
          </a:prstGeom>
        </p:spPr>
        <p:txBody>
          <a:bodyPr vert="horz" lIns="91440" tIns="45720" rIns="0" bIns="45720" rtlCol="0" anchor="ctr">
            <a:spAutoFit/>
          </a:bodyPr>
          <a:lstStyle>
            <a:lvl1pPr algn="r">
              <a:defRPr sz="800" b="0" i="0">
                <a:solidFill>
                  <a:schemeClr val="tx1"/>
                </a:solidFill>
                <a:latin typeface="Arial" panose="020B0604020202020204" pitchFamily="34" charset="0"/>
                <a:cs typeface="Arial" panose="020B0604020202020204" pitchFamily="34" charset="0"/>
              </a:defRPr>
            </a:lvl1pPr>
          </a:lstStyle>
          <a:p>
            <a:fld id="{B06B19F4-CF25-446C-B362-D8BB27BE9D9B}" type="slidenum">
              <a:rPr lang="en-US" smtClean="0"/>
              <a:t>‹#›</a:t>
            </a:fld>
            <a:endParaRPr lang="en-US"/>
          </a:p>
        </p:txBody>
      </p:sp>
      <p:sp>
        <p:nvSpPr>
          <p:cNvPr id="8" name="WD Confidential">
            <a:extLst>
              <a:ext uri="{FF2B5EF4-FFF2-40B4-BE49-F238E27FC236}">
                <a16:creationId xmlns:a16="http://schemas.microsoft.com/office/drawing/2014/main" id="{3B1BC62A-5770-272A-7EFA-481370AAF3C8}"/>
              </a:ext>
            </a:extLst>
          </p:cNvPr>
          <p:cNvSpPr/>
          <p:nvPr/>
        </p:nvSpPr>
        <p:spPr>
          <a:xfrm>
            <a:off x="8991600" y="6638990"/>
            <a:ext cx="1244600" cy="92589"/>
          </a:xfrm>
          <a:prstGeom prst="rect">
            <a:avLst/>
          </a:prstGeom>
          <a:noFill/>
          <a:ln/>
        </p:spPr>
        <p:txBody>
          <a:bodyPr wrap="square" lIns="0" tIns="0" rIns="0" bIns="0" rtlCol="0" anchor="t">
            <a:spAutoFit/>
          </a:bodyPr>
          <a:lstStyle/>
          <a:p>
            <a:pPr>
              <a:lnSpc>
                <a:spcPct val="75000"/>
              </a:lnSpc>
            </a:pPr>
            <a:r>
              <a:rPr lang="en-US" sz="800" b="0" i="0" dirty="0">
                <a:solidFill>
                  <a:schemeClr val="tx1"/>
                </a:solidFill>
                <a:latin typeface="Arial" panose="020B0604020202020204" pitchFamily="34" charset="0"/>
                <a:ea typeface="Arial" pitchFamily="34" charset="-122"/>
                <a:cs typeface="Arial" panose="020B0604020202020204" pitchFamily="34" charset="0"/>
              </a:rPr>
              <a:t>WD CONFIDENTIAL</a:t>
            </a:r>
            <a:endParaRPr lang="en-US" sz="800" b="0" i="0" dirty="0">
              <a:solidFill>
                <a:schemeClr val="tx1"/>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021353535"/>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5.xml><?xml version="1.0" encoding="utf-8"?>
<p:sldLayout xmlns:a="http://schemas.openxmlformats.org/drawingml/2006/main" xmlns:r="http://schemas.openxmlformats.org/officeDocument/2006/relationships" xmlns:p="http://schemas.openxmlformats.org/presentationml/2006/main" preserve="1">
  <p:cSld name="1_Title Only (Bottom) White">
    <p:bg>
      <p:bgPr>
        <a:solidFill>
          <a:schemeClr val="bg1"/>
        </a:solidFill>
        <a:effectLst/>
      </p:bgPr>
    </p:bg>
    <p:spTree>
      <p:nvGrpSpPr>
        <p:cNvPr id="1" name=""/>
        <p:cNvGrpSpPr/>
        <p:nvPr/>
      </p:nvGrpSpPr>
      <p:grpSpPr>
        <a:xfrm>
          <a:off x="0" y="0"/>
          <a:ext cx="0" cy="0"/>
          <a:chOff x="0" y="0"/>
          <a:chExt cx="0" cy="0"/>
        </a:xfrm>
      </p:grpSpPr>
      <p:pic>
        <p:nvPicPr>
          <p:cNvPr id="4" name="Logo" descr="preencoded.png">
            <a:extLst>
              <a:ext uri="{FF2B5EF4-FFF2-40B4-BE49-F238E27FC236}">
                <a16:creationId xmlns:a16="http://schemas.microsoft.com/office/drawing/2014/main" id="{3DC0599E-ABE3-1DBC-6207-01260A8C27CD}"/>
              </a:ext>
            </a:extLst>
          </p:cNvPr>
          <p:cNvPicPr>
            <a:picLocks noChangeAspect="1"/>
          </p:cNvPicPr>
          <p:nvPr/>
        </p:nvPicPr>
        <p:blipFill>
          <a:blip>
            <a:extLst>
              <a:ext uri="{96DAC541-7B7A-43D3-8B79-37D633B846F1}">
                <asvg:svgBlip xmlns:asvg="http://schemas.microsoft.com/office/drawing/2016/SVG/main" r:embed="rId2"/>
              </a:ext>
            </a:extLst>
          </a:blip>
          <a:srcRect/>
          <a:stretch/>
        </p:blipFill>
        <p:spPr>
          <a:xfrm>
            <a:off x="10902950" y="419100"/>
            <a:ext cx="869950" cy="222250"/>
          </a:xfrm>
          <a:prstGeom prst="rect">
            <a:avLst/>
          </a:prstGeom>
        </p:spPr>
      </p:pic>
      <p:sp>
        <p:nvSpPr>
          <p:cNvPr id="2" name="Text Placeholder 14">
            <a:extLst>
              <a:ext uri="{FF2B5EF4-FFF2-40B4-BE49-F238E27FC236}">
                <a16:creationId xmlns:a16="http://schemas.microsoft.com/office/drawing/2014/main" id="{3CEFD179-CC6E-7D13-6450-355441A668BE}"/>
              </a:ext>
            </a:extLst>
          </p:cNvPr>
          <p:cNvSpPr>
            <a:spLocks noGrp="1"/>
          </p:cNvSpPr>
          <p:nvPr>
            <p:ph type="body" sz="quarter" idx="14" hasCustomPrompt="1"/>
          </p:nvPr>
        </p:nvSpPr>
        <p:spPr>
          <a:xfrm>
            <a:off x="339725" y="333800"/>
            <a:ext cx="2860675" cy="307777"/>
          </a:xfrm>
          <a:prstGeom prst="rect">
            <a:avLst/>
          </a:prstGeom>
        </p:spPr>
        <p:txBody>
          <a:bodyPr wrap="square" lIns="82296" rIns="0">
            <a:spAutoFit/>
          </a:bodyPr>
          <a:lstStyle>
            <a:lvl1pPr>
              <a:lnSpc>
                <a:spcPct val="100000"/>
              </a:lnSpc>
              <a:buNone/>
              <a:defRPr sz="1400" b="1" i="0" spc="-30">
                <a:solidFill>
                  <a:schemeClr val="tx2"/>
                </a:solidFill>
                <a:latin typeface="Arial" panose="020B0604020202020204" pitchFamily="34" charset="0"/>
                <a:cs typeface="Arial" panose="020B0604020202020204" pitchFamily="34" charset="0"/>
              </a:defRPr>
            </a:lvl1pPr>
          </a:lstStyle>
          <a:p>
            <a:pPr lvl="0"/>
            <a:r>
              <a:rPr lang="en-US" b="1" dirty="0"/>
              <a:t>Section Header</a:t>
            </a:r>
          </a:p>
        </p:txBody>
      </p:sp>
      <p:sp>
        <p:nvSpPr>
          <p:cNvPr id="5" name="Title 2">
            <a:extLst>
              <a:ext uri="{FF2B5EF4-FFF2-40B4-BE49-F238E27FC236}">
                <a16:creationId xmlns:a16="http://schemas.microsoft.com/office/drawing/2014/main" id="{11300218-03BC-B777-07DF-B7C3E3BE69DE}"/>
              </a:ext>
            </a:extLst>
          </p:cNvPr>
          <p:cNvSpPr>
            <a:spLocks noGrp="1"/>
          </p:cNvSpPr>
          <p:nvPr>
            <p:ph type="title" hasCustomPrompt="1"/>
          </p:nvPr>
        </p:nvSpPr>
        <p:spPr>
          <a:xfrm>
            <a:off x="339633" y="4803647"/>
            <a:ext cx="4765767" cy="1215333"/>
          </a:xfrm>
          <a:prstGeom prst="rect">
            <a:avLst/>
          </a:prstGeom>
        </p:spPr>
        <p:txBody>
          <a:bodyPr wrap="square" lIns="45720" rIns="0">
            <a:spAutoFit/>
          </a:bodyPr>
          <a:lstStyle>
            <a:lvl1pPr>
              <a:lnSpc>
                <a:spcPct val="85000"/>
              </a:lnSpc>
              <a:defRPr sz="4200" b="0" i="0" spc="-130">
                <a:solidFill>
                  <a:schemeClr val="tx2"/>
                </a:solidFill>
                <a:latin typeface="Arial" panose="020B0604020202020204" pitchFamily="34" charset="0"/>
                <a:cs typeface="Arial" panose="020B0604020202020204" pitchFamily="34" charset="0"/>
              </a:defRPr>
            </a:lvl1pPr>
          </a:lstStyle>
          <a:p>
            <a:r>
              <a:rPr lang="en-US" dirty="0"/>
              <a:t>Data Slide – Bottom Headline</a:t>
            </a:r>
          </a:p>
        </p:txBody>
      </p:sp>
      <p:sp>
        <p:nvSpPr>
          <p:cNvPr id="6" name="2026 Western Digital Corporation All rights reserved">
            <a:extLst>
              <a:ext uri="{FF2B5EF4-FFF2-40B4-BE49-F238E27FC236}">
                <a16:creationId xmlns:a16="http://schemas.microsoft.com/office/drawing/2014/main" id="{B35C2A1F-FA1A-0E07-7768-85DC5F6C03D3}"/>
              </a:ext>
            </a:extLst>
          </p:cNvPr>
          <p:cNvSpPr/>
          <p:nvPr/>
        </p:nvSpPr>
        <p:spPr>
          <a:xfrm>
            <a:off x="419100" y="6638989"/>
            <a:ext cx="2794000" cy="92589"/>
          </a:xfrm>
          <a:prstGeom prst="rect">
            <a:avLst/>
          </a:prstGeom>
          <a:noFill/>
          <a:ln/>
        </p:spPr>
        <p:txBody>
          <a:bodyPr wrap="square" lIns="0" tIns="0" rIns="0" bIns="0" rtlCol="0" anchor="t">
            <a:spAutoFit/>
          </a:bodyPr>
          <a:lstStyle/>
          <a:p>
            <a:pPr>
              <a:lnSpc>
                <a:spcPct val="75000"/>
              </a:lnSpc>
            </a:pPr>
            <a:r>
              <a:rPr lang="en-US" sz="800" b="0" i="0" dirty="0">
                <a:solidFill>
                  <a:schemeClr val="tx1"/>
                </a:solidFill>
                <a:latin typeface="Arial" panose="020B0604020202020204" pitchFamily="34" charset="0"/>
                <a:ea typeface="Arial" pitchFamily="34" charset="-122"/>
                <a:cs typeface="Arial" panose="020B0604020202020204" pitchFamily="34" charset="0"/>
              </a:rPr>
              <a:t>©  2026 Western Digital Corporation. All rights reserved.</a:t>
            </a:r>
            <a:endParaRPr lang="en-US" sz="800" b="0" i="0" dirty="0">
              <a:solidFill>
                <a:schemeClr val="tx1"/>
              </a:solidFill>
              <a:latin typeface="Arial" panose="020B0604020202020204" pitchFamily="34" charset="0"/>
              <a:cs typeface="Arial" panose="020B0604020202020204" pitchFamily="34" charset="0"/>
            </a:endParaRPr>
          </a:p>
        </p:txBody>
      </p:sp>
      <p:sp>
        <p:nvSpPr>
          <p:cNvPr id="7" name="Slide Number Placeholder 1">
            <a:extLst>
              <a:ext uri="{FF2B5EF4-FFF2-40B4-BE49-F238E27FC236}">
                <a16:creationId xmlns:a16="http://schemas.microsoft.com/office/drawing/2014/main" id="{13CF05D5-C0B3-2723-D54B-FF1C3E782DF4}"/>
              </a:ext>
            </a:extLst>
          </p:cNvPr>
          <p:cNvSpPr>
            <a:spLocks noGrp="1"/>
          </p:cNvSpPr>
          <p:nvPr>
            <p:ph type="sldNum" sz="quarter" idx="4"/>
          </p:nvPr>
        </p:nvSpPr>
        <p:spPr>
          <a:xfrm>
            <a:off x="11215668" y="6562157"/>
            <a:ext cx="658832" cy="215444"/>
          </a:xfrm>
          <a:prstGeom prst="rect">
            <a:avLst/>
          </a:prstGeom>
        </p:spPr>
        <p:txBody>
          <a:bodyPr vert="horz" lIns="91440" tIns="45720" rIns="0" bIns="45720" rtlCol="0" anchor="ctr">
            <a:spAutoFit/>
          </a:bodyPr>
          <a:lstStyle>
            <a:lvl1pPr algn="r">
              <a:defRPr sz="800" b="0" i="0">
                <a:solidFill>
                  <a:schemeClr val="tx1"/>
                </a:solidFill>
                <a:latin typeface="Arial" panose="020B0604020202020204" pitchFamily="34" charset="0"/>
                <a:cs typeface="Arial" panose="020B0604020202020204" pitchFamily="34" charset="0"/>
              </a:defRPr>
            </a:lvl1pPr>
          </a:lstStyle>
          <a:p>
            <a:fld id="{B06B19F4-CF25-446C-B362-D8BB27BE9D9B}" type="slidenum">
              <a:rPr lang="en-US" smtClean="0"/>
              <a:t>‹#›</a:t>
            </a:fld>
            <a:endParaRPr lang="en-US"/>
          </a:p>
        </p:txBody>
      </p:sp>
      <p:sp>
        <p:nvSpPr>
          <p:cNvPr id="8" name="WD Confidential">
            <a:extLst>
              <a:ext uri="{FF2B5EF4-FFF2-40B4-BE49-F238E27FC236}">
                <a16:creationId xmlns:a16="http://schemas.microsoft.com/office/drawing/2014/main" id="{72F0C9EA-888F-73F8-1FAA-2C3938396075}"/>
              </a:ext>
            </a:extLst>
          </p:cNvPr>
          <p:cNvSpPr/>
          <p:nvPr/>
        </p:nvSpPr>
        <p:spPr>
          <a:xfrm>
            <a:off x="8991600" y="6638990"/>
            <a:ext cx="1244600" cy="92589"/>
          </a:xfrm>
          <a:prstGeom prst="rect">
            <a:avLst/>
          </a:prstGeom>
          <a:noFill/>
          <a:ln/>
        </p:spPr>
        <p:txBody>
          <a:bodyPr wrap="square" lIns="0" tIns="0" rIns="0" bIns="0" rtlCol="0" anchor="t">
            <a:spAutoFit/>
          </a:bodyPr>
          <a:lstStyle/>
          <a:p>
            <a:pPr>
              <a:lnSpc>
                <a:spcPct val="75000"/>
              </a:lnSpc>
            </a:pPr>
            <a:r>
              <a:rPr lang="en-US" sz="800" b="0" i="0" dirty="0">
                <a:solidFill>
                  <a:schemeClr val="tx1"/>
                </a:solidFill>
                <a:latin typeface="Arial" panose="020B0604020202020204" pitchFamily="34" charset="0"/>
                <a:ea typeface="Arial" pitchFamily="34" charset="-122"/>
                <a:cs typeface="Arial" panose="020B0604020202020204" pitchFamily="34" charset="0"/>
              </a:rPr>
              <a:t>WD CONFIDENTIAL</a:t>
            </a:r>
            <a:endParaRPr lang="en-US" sz="800" b="0" i="0" dirty="0">
              <a:solidFill>
                <a:schemeClr val="tx1"/>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04249259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6.xml><?xml version="1.0" encoding="utf-8"?>
<p:sldLayout xmlns:a="http://schemas.openxmlformats.org/drawingml/2006/main" xmlns:r="http://schemas.openxmlformats.org/officeDocument/2006/relationships" xmlns:p="http://schemas.openxmlformats.org/presentationml/2006/main" preserve="1">
  <p:cSld name="1_Title Only (Bottom) Vault Navy">
    <p:bg>
      <p:bgRef idx="1001">
        <a:schemeClr val="bg2"/>
      </p:bgRef>
    </p:bg>
    <p:spTree>
      <p:nvGrpSpPr>
        <p:cNvPr id="1" name=""/>
        <p:cNvGrpSpPr/>
        <p:nvPr/>
      </p:nvGrpSpPr>
      <p:grpSpPr>
        <a:xfrm>
          <a:off x="0" y="0"/>
          <a:ext cx="0" cy="0"/>
          <a:chOff x="0" y="0"/>
          <a:chExt cx="0" cy="0"/>
        </a:xfrm>
      </p:grpSpPr>
      <p:pic>
        <p:nvPicPr>
          <p:cNvPr id="4" name="Logo" descr="preencoded.png">
            <a:extLst>
              <a:ext uri="{FF2B5EF4-FFF2-40B4-BE49-F238E27FC236}">
                <a16:creationId xmlns:a16="http://schemas.microsoft.com/office/drawing/2014/main" id="{3DC0599E-ABE3-1DBC-6207-01260A8C27CD}"/>
              </a:ext>
            </a:extLst>
          </p:cNvPr>
          <p:cNvPicPr>
            <a:picLocks noChangeAspect="1"/>
          </p:cNvPicPr>
          <p:nvPr/>
        </p:nvPicPr>
        <p:blipFill>
          <a:blip>
            <a:extLst>
              <a:ext uri="{96DAC541-7B7A-43D3-8B79-37D633B846F1}">
                <asvg:svgBlip xmlns:asvg="http://schemas.microsoft.com/office/drawing/2016/SVG/main" r:embed="rId2"/>
              </a:ext>
            </a:extLst>
          </a:blip>
          <a:srcRect/>
          <a:stretch/>
        </p:blipFill>
        <p:spPr>
          <a:xfrm>
            <a:off x="10902950" y="419100"/>
            <a:ext cx="869950" cy="222250"/>
          </a:xfrm>
          <a:prstGeom prst="rect">
            <a:avLst/>
          </a:prstGeom>
        </p:spPr>
      </p:pic>
      <p:sp>
        <p:nvSpPr>
          <p:cNvPr id="2" name="Text Placeholder 14">
            <a:extLst>
              <a:ext uri="{FF2B5EF4-FFF2-40B4-BE49-F238E27FC236}">
                <a16:creationId xmlns:a16="http://schemas.microsoft.com/office/drawing/2014/main" id="{3CEFD179-CC6E-7D13-6450-355441A668BE}"/>
              </a:ext>
            </a:extLst>
          </p:cNvPr>
          <p:cNvSpPr>
            <a:spLocks noGrp="1"/>
          </p:cNvSpPr>
          <p:nvPr>
            <p:ph type="body" sz="quarter" idx="14" hasCustomPrompt="1"/>
          </p:nvPr>
        </p:nvSpPr>
        <p:spPr>
          <a:xfrm>
            <a:off x="339725" y="333800"/>
            <a:ext cx="2860675" cy="307777"/>
          </a:xfrm>
          <a:prstGeom prst="rect">
            <a:avLst/>
          </a:prstGeom>
        </p:spPr>
        <p:txBody>
          <a:bodyPr wrap="square" lIns="82296" rIns="0">
            <a:spAutoFit/>
          </a:bodyPr>
          <a:lstStyle>
            <a:lvl1pPr>
              <a:lnSpc>
                <a:spcPct val="100000"/>
              </a:lnSpc>
              <a:buNone/>
              <a:defRPr sz="1400" b="1" i="0" spc="-30">
                <a:solidFill>
                  <a:schemeClr val="tx1"/>
                </a:solidFill>
                <a:latin typeface="Arial" panose="020B0604020202020204" pitchFamily="34" charset="0"/>
                <a:cs typeface="Arial" panose="020B0604020202020204" pitchFamily="34" charset="0"/>
              </a:defRPr>
            </a:lvl1pPr>
          </a:lstStyle>
          <a:p>
            <a:pPr lvl="0"/>
            <a:r>
              <a:rPr lang="en-US" b="1" dirty="0"/>
              <a:t>Section Header</a:t>
            </a:r>
          </a:p>
        </p:txBody>
      </p:sp>
      <p:sp>
        <p:nvSpPr>
          <p:cNvPr id="5" name="Title 2">
            <a:extLst>
              <a:ext uri="{FF2B5EF4-FFF2-40B4-BE49-F238E27FC236}">
                <a16:creationId xmlns:a16="http://schemas.microsoft.com/office/drawing/2014/main" id="{11300218-03BC-B777-07DF-B7C3E3BE69DE}"/>
              </a:ext>
            </a:extLst>
          </p:cNvPr>
          <p:cNvSpPr>
            <a:spLocks noGrp="1"/>
          </p:cNvSpPr>
          <p:nvPr>
            <p:ph type="title" hasCustomPrompt="1"/>
          </p:nvPr>
        </p:nvSpPr>
        <p:spPr>
          <a:xfrm>
            <a:off x="339633" y="4803647"/>
            <a:ext cx="4765767" cy="1215333"/>
          </a:xfrm>
          <a:prstGeom prst="rect">
            <a:avLst/>
          </a:prstGeom>
        </p:spPr>
        <p:txBody>
          <a:bodyPr wrap="square" lIns="45720" rIns="0">
            <a:spAutoFit/>
          </a:bodyPr>
          <a:lstStyle>
            <a:lvl1pPr>
              <a:lnSpc>
                <a:spcPct val="85000"/>
              </a:lnSpc>
              <a:defRPr sz="4200" b="0" i="0" spc="-130">
                <a:solidFill>
                  <a:schemeClr val="tx1"/>
                </a:solidFill>
                <a:latin typeface="Arial" panose="020B0604020202020204" pitchFamily="34" charset="0"/>
                <a:cs typeface="Arial" panose="020B0604020202020204" pitchFamily="34" charset="0"/>
              </a:defRPr>
            </a:lvl1pPr>
          </a:lstStyle>
          <a:p>
            <a:r>
              <a:rPr lang="en-US" dirty="0"/>
              <a:t>Data Slide – Bottom Headline</a:t>
            </a:r>
          </a:p>
        </p:txBody>
      </p:sp>
      <p:sp>
        <p:nvSpPr>
          <p:cNvPr id="6" name="2026 Western Digital Corporation All rights reserved">
            <a:extLst>
              <a:ext uri="{FF2B5EF4-FFF2-40B4-BE49-F238E27FC236}">
                <a16:creationId xmlns:a16="http://schemas.microsoft.com/office/drawing/2014/main" id="{89A23E38-65E7-DD56-B4E5-8586783CF4DC}"/>
              </a:ext>
            </a:extLst>
          </p:cNvPr>
          <p:cNvSpPr/>
          <p:nvPr/>
        </p:nvSpPr>
        <p:spPr>
          <a:xfrm>
            <a:off x="419100" y="6638989"/>
            <a:ext cx="2794000" cy="92589"/>
          </a:xfrm>
          <a:prstGeom prst="rect">
            <a:avLst/>
          </a:prstGeom>
          <a:noFill/>
          <a:ln/>
        </p:spPr>
        <p:txBody>
          <a:bodyPr wrap="square" lIns="0" tIns="0" rIns="0" bIns="0" rtlCol="0" anchor="t">
            <a:spAutoFit/>
          </a:bodyPr>
          <a:lstStyle/>
          <a:p>
            <a:pPr>
              <a:lnSpc>
                <a:spcPct val="75000"/>
              </a:lnSpc>
            </a:pPr>
            <a:r>
              <a:rPr lang="en-US" sz="800" b="0" i="0" dirty="0">
                <a:solidFill>
                  <a:schemeClr val="tx1"/>
                </a:solidFill>
                <a:latin typeface="Arial" panose="020B0604020202020204" pitchFamily="34" charset="0"/>
                <a:ea typeface="Arial" pitchFamily="34" charset="-122"/>
                <a:cs typeface="Arial" panose="020B0604020202020204" pitchFamily="34" charset="0"/>
              </a:rPr>
              <a:t>©  2026 Western Digital Corporation. All rights reserved.</a:t>
            </a:r>
            <a:endParaRPr lang="en-US" sz="800" b="0" i="0" dirty="0">
              <a:solidFill>
                <a:schemeClr val="tx1"/>
              </a:solidFill>
              <a:latin typeface="Arial" panose="020B0604020202020204" pitchFamily="34" charset="0"/>
              <a:cs typeface="Arial" panose="020B0604020202020204" pitchFamily="34" charset="0"/>
            </a:endParaRPr>
          </a:p>
        </p:txBody>
      </p:sp>
      <p:sp>
        <p:nvSpPr>
          <p:cNvPr id="7" name="Slide Number Placeholder 1">
            <a:extLst>
              <a:ext uri="{FF2B5EF4-FFF2-40B4-BE49-F238E27FC236}">
                <a16:creationId xmlns:a16="http://schemas.microsoft.com/office/drawing/2014/main" id="{DE448280-606D-19BF-53C0-F94BF2C7068E}"/>
              </a:ext>
            </a:extLst>
          </p:cNvPr>
          <p:cNvSpPr>
            <a:spLocks noGrp="1"/>
          </p:cNvSpPr>
          <p:nvPr>
            <p:ph type="sldNum" sz="quarter" idx="4"/>
          </p:nvPr>
        </p:nvSpPr>
        <p:spPr>
          <a:xfrm>
            <a:off x="11215668" y="6562157"/>
            <a:ext cx="658832" cy="215444"/>
          </a:xfrm>
          <a:prstGeom prst="rect">
            <a:avLst/>
          </a:prstGeom>
        </p:spPr>
        <p:txBody>
          <a:bodyPr vert="horz" lIns="91440" tIns="45720" rIns="0" bIns="45720" rtlCol="0" anchor="ctr">
            <a:spAutoFit/>
          </a:bodyPr>
          <a:lstStyle>
            <a:lvl1pPr algn="r">
              <a:defRPr sz="800" b="0" i="0">
                <a:solidFill>
                  <a:schemeClr val="tx1"/>
                </a:solidFill>
                <a:latin typeface="Arial" panose="020B0604020202020204" pitchFamily="34" charset="0"/>
                <a:cs typeface="Arial" panose="020B0604020202020204" pitchFamily="34" charset="0"/>
              </a:defRPr>
            </a:lvl1pPr>
          </a:lstStyle>
          <a:p>
            <a:fld id="{B06B19F4-CF25-446C-B362-D8BB27BE9D9B}" type="slidenum">
              <a:rPr lang="en-US" smtClean="0"/>
              <a:t>‹#›</a:t>
            </a:fld>
            <a:endParaRPr lang="en-US"/>
          </a:p>
        </p:txBody>
      </p:sp>
      <p:sp>
        <p:nvSpPr>
          <p:cNvPr id="8" name="WD Confidential">
            <a:extLst>
              <a:ext uri="{FF2B5EF4-FFF2-40B4-BE49-F238E27FC236}">
                <a16:creationId xmlns:a16="http://schemas.microsoft.com/office/drawing/2014/main" id="{30B9BA75-8CE2-0C9A-0039-48A3A72D41AE}"/>
              </a:ext>
            </a:extLst>
          </p:cNvPr>
          <p:cNvSpPr/>
          <p:nvPr/>
        </p:nvSpPr>
        <p:spPr>
          <a:xfrm>
            <a:off x="8991600" y="6638990"/>
            <a:ext cx="1244600" cy="92589"/>
          </a:xfrm>
          <a:prstGeom prst="rect">
            <a:avLst/>
          </a:prstGeom>
          <a:noFill/>
          <a:ln/>
        </p:spPr>
        <p:txBody>
          <a:bodyPr wrap="square" lIns="0" tIns="0" rIns="0" bIns="0" rtlCol="0" anchor="t">
            <a:spAutoFit/>
          </a:bodyPr>
          <a:lstStyle/>
          <a:p>
            <a:pPr>
              <a:lnSpc>
                <a:spcPct val="75000"/>
              </a:lnSpc>
            </a:pPr>
            <a:r>
              <a:rPr lang="en-US" sz="800" b="0" i="0" dirty="0">
                <a:solidFill>
                  <a:schemeClr val="tx1"/>
                </a:solidFill>
                <a:latin typeface="Arial" panose="020B0604020202020204" pitchFamily="34" charset="0"/>
                <a:ea typeface="Arial" pitchFamily="34" charset="-122"/>
                <a:cs typeface="Arial" panose="020B0604020202020204" pitchFamily="34" charset="0"/>
              </a:rPr>
              <a:t>WD CONFIDENTIAL</a:t>
            </a:r>
            <a:endParaRPr lang="en-US" sz="800" b="0" i="0" dirty="0">
              <a:solidFill>
                <a:schemeClr val="tx1"/>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721527056"/>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7.xml><?xml version="1.0" encoding="utf-8"?>
<p:sldLayout xmlns:a="http://schemas.openxmlformats.org/drawingml/2006/main" xmlns:r="http://schemas.openxmlformats.org/officeDocument/2006/relationships" xmlns:p="http://schemas.openxmlformats.org/presentationml/2006/main" preserve="1">
  <p:cSld name="1_Title and Key Takeaway White">
    <p:bg>
      <p:bgPr>
        <a:solidFill>
          <a:schemeClr val="bg1"/>
        </a:solidFill>
        <a:effectLst/>
      </p:bgPr>
    </p:bg>
    <p:spTree>
      <p:nvGrpSpPr>
        <p:cNvPr id="1" name=""/>
        <p:cNvGrpSpPr/>
        <p:nvPr/>
      </p:nvGrpSpPr>
      <p:grpSpPr>
        <a:xfrm>
          <a:off x="0" y="0"/>
          <a:ext cx="0" cy="0"/>
          <a:chOff x="0" y="0"/>
          <a:chExt cx="0" cy="0"/>
        </a:xfrm>
      </p:grpSpPr>
      <p:pic>
        <p:nvPicPr>
          <p:cNvPr id="4" name="Logo" descr="preencoded.png">
            <a:extLst>
              <a:ext uri="{FF2B5EF4-FFF2-40B4-BE49-F238E27FC236}">
                <a16:creationId xmlns:a16="http://schemas.microsoft.com/office/drawing/2014/main" id="{3DC0599E-ABE3-1DBC-6207-01260A8C27CD}"/>
              </a:ext>
            </a:extLst>
          </p:cNvPr>
          <p:cNvPicPr>
            <a:picLocks noChangeAspect="1"/>
          </p:cNvPicPr>
          <p:nvPr/>
        </p:nvPicPr>
        <p:blipFill>
          <a:blip>
            <a:extLst>
              <a:ext uri="{96DAC541-7B7A-43D3-8B79-37D633B846F1}">
                <asvg:svgBlip xmlns:asvg="http://schemas.microsoft.com/office/drawing/2016/SVG/main" r:embed="rId2"/>
              </a:ext>
            </a:extLst>
          </a:blip>
          <a:srcRect/>
          <a:stretch/>
        </p:blipFill>
        <p:spPr>
          <a:xfrm>
            <a:off x="10902950" y="419100"/>
            <a:ext cx="869950" cy="222250"/>
          </a:xfrm>
          <a:prstGeom prst="rect">
            <a:avLst/>
          </a:prstGeom>
        </p:spPr>
      </p:pic>
      <p:sp>
        <p:nvSpPr>
          <p:cNvPr id="3" name="Text Placeholder 14">
            <a:extLst>
              <a:ext uri="{FF2B5EF4-FFF2-40B4-BE49-F238E27FC236}">
                <a16:creationId xmlns:a16="http://schemas.microsoft.com/office/drawing/2014/main" id="{5038E714-E163-FC39-1729-F3C74D0D3A71}"/>
              </a:ext>
            </a:extLst>
          </p:cNvPr>
          <p:cNvSpPr>
            <a:spLocks noGrp="1"/>
          </p:cNvSpPr>
          <p:nvPr>
            <p:ph type="body" sz="quarter" idx="13" hasCustomPrompt="1"/>
          </p:nvPr>
        </p:nvSpPr>
        <p:spPr>
          <a:xfrm>
            <a:off x="339725" y="333800"/>
            <a:ext cx="2860675" cy="307777"/>
          </a:xfrm>
          <a:prstGeom prst="rect">
            <a:avLst/>
          </a:prstGeom>
        </p:spPr>
        <p:txBody>
          <a:bodyPr wrap="square" lIns="82296" rIns="0">
            <a:spAutoFit/>
          </a:bodyPr>
          <a:lstStyle>
            <a:lvl1pPr>
              <a:lnSpc>
                <a:spcPct val="100000"/>
              </a:lnSpc>
              <a:buNone/>
              <a:defRPr sz="1400" b="1" i="0" spc="-30">
                <a:solidFill>
                  <a:schemeClr val="tx2"/>
                </a:solidFill>
                <a:latin typeface="Arial" panose="020B0604020202020204" pitchFamily="34" charset="0"/>
                <a:cs typeface="Arial" panose="020B0604020202020204" pitchFamily="34" charset="0"/>
              </a:defRPr>
            </a:lvl1pPr>
          </a:lstStyle>
          <a:p>
            <a:pPr lvl="0"/>
            <a:r>
              <a:rPr lang="en-US" b="1" dirty="0"/>
              <a:t>Section Header</a:t>
            </a:r>
          </a:p>
        </p:txBody>
      </p:sp>
      <p:sp>
        <p:nvSpPr>
          <p:cNvPr id="5" name="Title 2">
            <a:extLst>
              <a:ext uri="{FF2B5EF4-FFF2-40B4-BE49-F238E27FC236}">
                <a16:creationId xmlns:a16="http://schemas.microsoft.com/office/drawing/2014/main" id="{4E85FB4D-4CD5-438C-9DEF-860D73ABB346}"/>
              </a:ext>
            </a:extLst>
          </p:cNvPr>
          <p:cNvSpPr>
            <a:spLocks noGrp="1"/>
          </p:cNvSpPr>
          <p:nvPr>
            <p:ph type="title" hasCustomPrompt="1"/>
          </p:nvPr>
        </p:nvSpPr>
        <p:spPr>
          <a:xfrm>
            <a:off x="339633" y="702407"/>
            <a:ext cx="6670767" cy="1215333"/>
          </a:xfrm>
          <a:prstGeom prst="rect">
            <a:avLst/>
          </a:prstGeom>
        </p:spPr>
        <p:txBody>
          <a:bodyPr wrap="square" lIns="45720" rIns="0">
            <a:spAutoFit/>
          </a:bodyPr>
          <a:lstStyle>
            <a:lvl1pPr>
              <a:lnSpc>
                <a:spcPct val="85000"/>
              </a:lnSpc>
              <a:defRPr sz="4200" b="0" i="0" spc="-130">
                <a:solidFill>
                  <a:schemeClr val="tx2"/>
                </a:solidFill>
                <a:latin typeface="Arial" panose="020B0604020202020204" pitchFamily="34" charset="0"/>
                <a:cs typeface="Arial" panose="020B0604020202020204" pitchFamily="34" charset="0"/>
              </a:defRPr>
            </a:lvl1pPr>
          </a:lstStyle>
          <a:p>
            <a:r>
              <a:rPr lang="en-US" dirty="0"/>
              <a:t>Content or Data </a:t>
            </a:r>
            <a:br>
              <a:rPr lang="en-US" dirty="0"/>
            </a:br>
            <a:r>
              <a:rPr lang="en-US" dirty="0"/>
              <a:t>Slide Headline</a:t>
            </a:r>
          </a:p>
        </p:txBody>
      </p:sp>
      <p:sp>
        <p:nvSpPr>
          <p:cNvPr id="2" name="Text Placeholder 10">
            <a:extLst>
              <a:ext uri="{FF2B5EF4-FFF2-40B4-BE49-F238E27FC236}">
                <a16:creationId xmlns:a16="http://schemas.microsoft.com/office/drawing/2014/main" id="{D7CC45D7-1BAA-BAFE-C00D-0F9E4834A47D}"/>
              </a:ext>
            </a:extLst>
          </p:cNvPr>
          <p:cNvSpPr>
            <a:spLocks noGrp="1"/>
          </p:cNvSpPr>
          <p:nvPr>
            <p:ph type="body" sz="quarter" idx="16" hasCustomPrompt="1"/>
          </p:nvPr>
        </p:nvSpPr>
        <p:spPr>
          <a:xfrm>
            <a:off x="341312" y="2122728"/>
            <a:ext cx="1908175" cy="757130"/>
          </a:xfrm>
          <a:prstGeom prst="rect">
            <a:avLst/>
          </a:prstGeom>
        </p:spPr>
        <p:txBody>
          <a:bodyPr wrap="square" lIns="73152" rIns="0">
            <a:spAutoFit/>
          </a:bodyPr>
          <a:lstStyle>
            <a:lvl1pPr marL="12700" indent="-12700">
              <a:buNone/>
              <a:tabLst/>
              <a:defRPr sz="1600" b="1" i="0" spc="-40">
                <a:solidFill>
                  <a:schemeClr val="tx2"/>
                </a:solidFill>
                <a:latin typeface="Arial" panose="020B0604020202020204" pitchFamily="34" charset="0"/>
                <a:cs typeface="Arial" panose="020B0604020202020204" pitchFamily="34" charset="0"/>
              </a:defRPr>
            </a:lvl1pPr>
          </a:lstStyle>
          <a:p>
            <a:pPr lvl="0"/>
            <a:r>
              <a:rPr lang="en-US" b="1" dirty="0"/>
              <a:t>Optional subtitle or key takeaway goes here</a:t>
            </a:r>
          </a:p>
        </p:txBody>
      </p:sp>
      <p:sp>
        <p:nvSpPr>
          <p:cNvPr id="11" name="Text Placeholder 10">
            <a:extLst>
              <a:ext uri="{FF2B5EF4-FFF2-40B4-BE49-F238E27FC236}">
                <a16:creationId xmlns:a16="http://schemas.microsoft.com/office/drawing/2014/main" id="{F6CF7733-1DE9-9B58-4576-DA0FE39F7DE5}"/>
              </a:ext>
            </a:extLst>
          </p:cNvPr>
          <p:cNvSpPr>
            <a:spLocks noGrp="1"/>
          </p:cNvSpPr>
          <p:nvPr>
            <p:ph type="body" sz="quarter" idx="17" hasCustomPrompt="1"/>
          </p:nvPr>
        </p:nvSpPr>
        <p:spPr>
          <a:xfrm>
            <a:off x="339725" y="5198586"/>
            <a:ext cx="1908175" cy="738664"/>
          </a:xfrm>
          <a:prstGeom prst="rect">
            <a:avLst/>
          </a:prstGeom>
        </p:spPr>
        <p:txBody>
          <a:bodyPr wrap="square" lIns="82296" rIns="0" anchor="b">
            <a:spAutoFit/>
          </a:bodyPr>
          <a:lstStyle>
            <a:lvl1pPr marL="11113" indent="-11113">
              <a:lnSpc>
                <a:spcPct val="100000"/>
              </a:lnSpc>
              <a:buNone/>
              <a:tabLst/>
              <a:defRPr sz="1400" b="0" i="0" spc="-30">
                <a:solidFill>
                  <a:schemeClr val="tx2"/>
                </a:solidFill>
                <a:latin typeface="Arial" panose="020B0604020202020204" pitchFamily="34" charset="0"/>
                <a:cs typeface="Arial" panose="020B0604020202020204" pitchFamily="34" charset="0"/>
              </a:defRPr>
            </a:lvl1pPr>
          </a:lstStyle>
          <a:p>
            <a:pPr lvl="0"/>
            <a:r>
              <a:rPr lang="en-US" b="0" dirty="0"/>
              <a:t>Optional additional (less important) text goes here</a:t>
            </a:r>
          </a:p>
        </p:txBody>
      </p:sp>
      <p:sp>
        <p:nvSpPr>
          <p:cNvPr id="6" name="2026 Western Digital Corporation All rights reserved">
            <a:extLst>
              <a:ext uri="{FF2B5EF4-FFF2-40B4-BE49-F238E27FC236}">
                <a16:creationId xmlns:a16="http://schemas.microsoft.com/office/drawing/2014/main" id="{AABDCA64-0F1C-5EC0-64DA-CD1DEA2EC07B}"/>
              </a:ext>
            </a:extLst>
          </p:cNvPr>
          <p:cNvSpPr/>
          <p:nvPr/>
        </p:nvSpPr>
        <p:spPr>
          <a:xfrm>
            <a:off x="419100" y="6638989"/>
            <a:ext cx="2794000" cy="92589"/>
          </a:xfrm>
          <a:prstGeom prst="rect">
            <a:avLst/>
          </a:prstGeom>
          <a:noFill/>
          <a:ln/>
        </p:spPr>
        <p:txBody>
          <a:bodyPr wrap="square" lIns="0" tIns="0" rIns="0" bIns="0" rtlCol="0" anchor="t">
            <a:spAutoFit/>
          </a:bodyPr>
          <a:lstStyle/>
          <a:p>
            <a:pPr>
              <a:lnSpc>
                <a:spcPct val="75000"/>
              </a:lnSpc>
            </a:pPr>
            <a:r>
              <a:rPr lang="en-US" sz="800" b="0" i="0" dirty="0">
                <a:solidFill>
                  <a:schemeClr val="tx1"/>
                </a:solidFill>
                <a:latin typeface="Arial" panose="020B0604020202020204" pitchFamily="34" charset="0"/>
                <a:ea typeface="Arial" pitchFamily="34" charset="-122"/>
                <a:cs typeface="Arial" panose="020B0604020202020204" pitchFamily="34" charset="0"/>
              </a:rPr>
              <a:t>©  2026 Western Digital Corporation. All rights reserved.</a:t>
            </a:r>
            <a:endParaRPr lang="en-US" sz="800" b="0" i="0" dirty="0">
              <a:solidFill>
                <a:schemeClr val="tx1"/>
              </a:solidFill>
              <a:latin typeface="Arial" panose="020B0604020202020204" pitchFamily="34" charset="0"/>
              <a:cs typeface="Arial" panose="020B0604020202020204" pitchFamily="34" charset="0"/>
            </a:endParaRPr>
          </a:p>
        </p:txBody>
      </p:sp>
      <p:sp>
        <p:nvSpPr>
          <p:cNvPr id="7" name="Slide Number Placeholder 1">
            <a:extLst>
              <a:ext uri="{FF2B5EF4-FFF2-40B4-BE49-F238E27FC236}">
                <a16:creationId xmlns:a16="http://schemas.microsoft.com/office/drawing/2014/main" id="{D038555D-587B-01AE-60D5-C9BEFE14E3DE}"/>
              </a:ext>
            </a:extLst>
          </p:cNvPr>
          <p:cNvSpPr>
            <a:spLocks noGrp="1"/>
          </p:cNvSpPr>
          <p:nvPr>
            <p:ph type="sldNum" sz="quarter" idx="4"/>
          </p:nvPr>
        </p:nvSpPr>
        <p:spPr>
          <a:xfrm>
            <a:off x="11215668" y="6562157"/>
            <a:ext cx="658832" cy="215444"/>
          </a:xfrm>
          <a:prstGeom prst="rect">
            <a:avLst/>
          </a:prstGeom>
        </p:spPr>
        <p:txBody>
          <a:bodyPr vert="horz" lIns="91440" tIns="45720" rIns="0" bIns="45720" rtlCol="0" anchor="ctr">
            <a:spAutoFit/>
          </a:bodyPr>
          <a:lstStyle>
            <a:lvl1pPr algn="r">
              <a:defRPr sz="800" b="0" i="0">
                <a:solidFill>
                  <a:schemeClr val="tx1"/>
                </a:solidFill>
                <a:latin typeface="Arial" panose="020B0604020202020204" pitchFamily="34" charset="0"/>
                <a:cs typeface="Arial" panose="020B0604020202020204" pitchFamily="34" charset="0"/>
              </a:defRPr>
            </a:lvl1pPr>
          </a:lstStyle>
          <a:p>
            <a:fld id="{B06B19F4-CF25-446C-B362-D8BB27BE9D9B}" type="slidenum">
              <a:rPr lang="en-US" smtClean="0"/>
              <a:t>‹#›</a:t>
            </a:fld>
            <a:endParaRPr lang="en-US"/>
          </a:p>
        </p:txBody>
      </p:sp>
      <p:sp>
        <p:nvSpPr>
          <p:cNvPr id="8" name="WD Confidential">
            <a:extLst>
              <a:ext uri="{FF2B5EF4-FFF2-40B4-BE49-F238E27FC236}">
                <a16:creationId xmlns:a16="http://schemas.microsoft.com/office/drawing/2014/main" id="{3AE7A749-92BC-EB07-E27C-08E0B85EDE46}"/>
              </a:ext>
            </a:extLst>
          </p:cNvPr>
          <p:cNvSpPr/>
          <p:nvPr/>
        </p:nvSpPr>
        <p:spPr>
          <a:xfrm>
            <a:off x="8991600" y="6638990"/>
            <a:ext cx="1244600" cy="92589"/>
          </a:xfrm>
          <a:prstGeom prst="rect">
            <a:avLst/>
          </a:prstGeom>
          <a:noFill/>
          <a:ln/>
        </p:spPr>
        <p:txBody>
          <a:bodyPr wrap="square" lIns="0" tIns="0" rIns="0" bIns="0" rtlCol="0" anchor="t">
            <a:spAutoFit/>
          </a:bodyPr>
          <a:lstStyle/>
          <a:p>
            <a:pPr>
              <a:lnSpc>
                <a:spcPct val="75000"/>
              </a:lnSpc>
            </a:pPr>
            <a:r>
              <a:rPr lang="en-US" sz="800" b="0" i="0" dirty="0">
                <a:solidFill>
                  <a:schemeClr val="tx1"/>
                </a:solidFill>
                <a:latin typeface="Arial" panose="020B0604020202020204" pitchFamily="34" charset="0"/>
                <a:ea typeface="Arial" pitchFamily="34" charset="-122"/>
                <a:cs typeface="Arial" panose="020B0604020202020204" pitchFamily="34" charset="0"/>
              </a:rPr>
              <a:t>WD CONFIDENTIAL</a:t>
            </a:r>
            <a:endParaRPr lang="en-US" sz="800" b="0" i="0" dirty="0">
              <a:solidFill>
                <a:schemeClr val="tx1"/>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43239653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8.xml><?xml version="1.0" encoding="utf-8"?>
<p:sldLayout xmlns:a="http://schemas.openxmlformats.org/drawingml/2006/main" xmlns:r="http://schemas.openxmlformats.org/officeDocument/2006/relationships" xmlns:p="http://schemas.openxmlformats.org/presentationml/2006/main" preserve="1">
  <p:cSld name="1_Title and Key Takeaway Vault Navy">
    <p:bg>
      <p:bgPr>
        <a:solidFill>
          <a:schemeClr val="tx2"/>
        </a:solidFill>
        <a:effectLst/>
      </p:bgPr>
    </p:bg>
    <p:spTree>
      <p:nvGrpSpPr>
        <p:cNvPr id="1" name=""/>
        <p:cNvGrpSpPr/>
        <p:nvPr/>
      </p:nvGrpSpPr>
      <p:grpSpPr>
        <a:xfrm>
          <a:off x="0" y="0"/>
          <a:ext cx="0" cy="0"/>
          <a:chOff x="0" y="0"/>
          <a:chExt cx="0" cy="0"/>
        </a:xfrm>
      </p:grpSpPr>
      <p:pic>
        <p:nvPicPr>
          <p:cNvPr id="2" name="Logo" descr="preencoded.png">
            <a:extLst>
              <a:ext uri="{FF2B5EF4-FFF2-40B4-BE49-F238E27FC236}">
                <a16:creationId xmlns:a16="http://schemas.microsoft.com/office/drawing/2014/main" id="{E9939BCF-4926-9BD3-1B08-CD2AABECE26F}"/>
              </a:ext>
            </a:extLst>
          </p:cNvPr>
          <p:cNvPicPr>
            <a:picLocks noChangeAspect="1"/>
          </p:cNvPicPr>
          <p:nvPr/>
        </p:nvPicPr>
        <p:blipFill>
          <a:blip>
            <a:extLst>
              <a:ext uri="{96DAC541-7B7A-43D3-8B79-37D633B846F1}">
                <asvg:svgBlip xmlns:asvg="http://schemas.microsoft.com/office/drawing/2016/SVG/main" r:embed="rId2"/>
              </a:ext>
            </a:extLst>
          </a:blip>
          <a:srcRect/>
          <a:stretch/>
        </p:blipFill>
        <p:spPr>
          <a:xfrm>
            <a:off x="10902950" y="419100"/>
            <a:ext cx="869950" cy="222250"/>
          </a:xfrm>
          <a:prstGeom prst="rect">
            <a:avLst/>
          </a:prstGeom>
        </p:spPr>
      </p:pic>
      <p:sp>
        <p:nvSpPr>
          <p:cNvPr id="3" name="Text Placeholder 14">
            <a:extLst>
              <a:ext uri="{FF2B5EF4-FFF2-40B4-BE49-F238E27FC236}">
                <a16:creationId xmlns:a16="http://schemas.microsoft.com/office/drawing/2014/main" id="{6A794357-5E34-54F0-6CE0-C841EB3D254C}"/>
              </a:ext>
            </a:extLst>
          </p:cNvPr>
          <p:cNvSpPr>
            <a:spLocks noGrp="1"/>
          </p:cNvSpPr>
          <p:nvPr>
            <p:ph type="body" sz="quarter" idx="13" hasCustomPrompt="1"/>
          </p:nvPr>
        </p:nvSpPr>
        <p:spPr>
          <a:xfrm>
            <a:off x="339725" y="333800"/>
            <a:ext cx="2860675" cy="307777"/>
          </a:xfrm>
          <a:prstGeom prst="rect">
            <a:avLst/>
          </a:prstGeom>
        </p:spPr>
        <p:txBody>
          <a:bodyPr wrap="square" lIns="82296" rIns="0">
            <a:spAutoFit/>
          </a:bodyPr>
          <a:lstStyle>
            <a:lvl1pPr>
              <a:lnSpc>
                <a:spcPct val="100000"/>
              </a:lnSpc>
              <a:buNone/>
              <a:defRPr sz="1400" b="1" i="0" spc="-30">
                <a:solidFill>
                  <a:schemeClr val="bg1"/>
                </a:solidFill>
                <a:latin typeface="Arial" panose="020B0604020202020204" pitchFamily="34" charset="0"/>
                <a:cs typeface="Arial" panose="020B0604020202020204" pitchFamily="34" charset="0"/>
              </a:defRPr>
            </a:lvl1pPr>
          </a:lstStyle>
          <a:p>
            <a:pPr lvl="0"/>
            <a:r>
              <a:rPr lang="en-US" b="1" dirty="0"/>
              <a:t>Section Header</a:t>
            </a:r>
          </a:p>
        </p:txBody>
      </p:sp>
      <p:sp>
        <p:nvSpPr>
          <p:cNvPr id="4" name="Title 2">
            <a:extLst>
              <a:ext uri="{FF2B5EF4-FFF2-40B4-BE49-F238E27FC236}">
                <a16:creationId xmlns:a16="http://schemas.microsoft.com/office/drawing/2014/main" id="{BA867570-91F0-1222-CAE7-9867B2C4A931}"/>
              </a:ext>
            </a:extLst>
          </p:cNvPr>
          <p:cNvSpPr>
            <a:spLocks noGrp="1"/>
          </p:cNvSpPr>
          <p:nvPr>
            <p:ph type="title" hasCustomPrompt="1"/>
          </p:nvPr>
        </p:nvSpPr>
        <p:spPr>
          <a:xfrm>
            <a:off x="339633" y="702407"/>
            <a:ext cx="6670768" cy="1215333"/>
          </a:xfrm>
          <a:prstGeom prst="rect">
            <a:avLst/>
          </a:prstGeom>
        </p:spPr>
        <p:txBody>
          <a:bodyPr wrap="square" lIns="45720" rIns="0">
            <a:spAutoFit/>
          </a:bodyPr>
          <a:lstStyle>
            <a:lvl1pPr>
              <a:lnSpc>
                <a:spcPct val="85000"/>
              </a:lnSpc>
              <a:defRPr sz="4200" b="0" i="0" spc="-130">
                <a:solidFill>
                  <a:schemeClr val="bg1"/>
                </a:solidFill>
                <a:latin typeface="Arial" panose="020B0604020202020204" pitchFamily="34" charset="0"/>
                <a:cs typeface="Arial" panose="020B0604020202020204" pitchFamily="34" charset="0"/>
              </a:defRPr>
            </a:lvl1pPr>
          </a:lstStyle>
          <a:p>
            <a:r>
              <a:rPr lang="en-US" dirty="0"/>
              <a:t>Content or Data </a:t>
            </a:r>
            <a:br>
              <a:rPr lang="en-US" dirty="0"/>
            </a:br>
            <a:r>
              <a:rPr lang="en-US" dirty="0"/>
              <a:t>Slide Headline</a:t>
            </a:r>
          </a:p>
        </p:txBody>
      </p:sp>
      <p:sp>
        <p:nvSpPr>
          <p:cNvPr id="5" name="Text Placeholder 10">
            <a:extLst>
              <a:ext uri="{FF2B5EF4-FFF2-40B4-BE49-F238E27FC236}">
                <a16:creationId xmlns:a16="http://schemas.microsoft.com/office/drawing/2014/main" id="{97D04FA1-D395-FF10-E1E5-9F29C071F23F}"/>
              </a:ext>
            </a:extLst>
          </p:cNvPr>
          <p:cNvSpPr>
            <a:spLocks noGrp="1"/>
          </p:cNvSpPr>
          <p:nvPr>
            <p:ph type="body" sz="quarter" idx="16" hasCustomPrompt="1"/>
          </p:nvPr>
        </p:nvSpPr>
        <p:spPr>
          <a:xfrm>
            <a:off x="341312" y="2122728"/>
            <a:ext cx="1908175" cy="757130"/>
          </a:xfrm>
          <a:prstGeom prst="rect">
            <a:avLst/>
          </a:prstGeom>
        </p:spPr>
        <p:txBody>
          <a:bodyPr wrap="square" lIns="73152" rIns="0">
            <a:spAutoFit/>
          </a:bodyPr>
          <a:lstStyle>
            <a:lvl1pPr marL="12700" indent="-12700">
              <a:buNone/>
              <a:tabLst/>
              <a:defRPr sz="1600" b="1" i="0" spc="-40">
                <a:solidFill>
                  <a:schemeClr val="bg1"/>
                </a:solidFill>
                <a:latin typeface="Arial" panose="020B0604020202020204" pitchFamily="34" charset="0"/>
                <a:cs typeface="Arial" panose="020B0604020202020204" pitchFamily="34" charset="0"/>
              </a:defRPr>
            </a:lvl1pPr>
          </a:lstStyle>
          <a:p>
            <a:pPr lvl="0"/>
            <a:r>
              <a:rPr lang="en-US" b="1" dirty="0"/>
              <a:t>Optional subtitle or key takeaway goes here</a:t>
            </a:r>
          </a:p>
        </p:txBody>
      </p:sp>
      <p:sp>
        <p:nvSpPr>
          <p:cNvPr id="6" name="Text Placeholder 10">
            <a:extLst>
              <a:ext uri="{FF2B5EF4-FFF2-40B4-BE49-F238E27FC236}">
                <a16:creationId xmlns:a16="http://schemas.microsoft.com/office/drawing/2014/main" id="{33D57A1A-BE1A-A50F-BA14-528DE7930EDC}"/>
              </a:ext>
            </a:extLst>
          </p:cNvPr>
          <p:cNvSpPr>
            <a:spLocks noGrp="1"/>
          </p:cNvSpPr>
          <p:nvPr>
            <p:ph type="body" sz="quarter" idx="17" hasCustomPrompt="1"/>
          </p:nvPr>
        </p:nvSpPr>
        <p:spPr>
          <a:xfrm>
            <a:off x="339725" y="5198586"/>
            <a:ext cx="1908175" cy="738664"/>
          </a:xfrm>
          <a:prstGeom prst="rect">
            <a:avLst/>
          </a:prstGeom>
        </p:spPr>
        <p:txBody>
          <a:bodyPr wrap="square" lIns="82296" rIns="0" anchor="b">
            <a:spAutoFit/>
          </a:bodyPr>
          <a:lstStyle>
            <a:lvl1pPr marL="11113" indent="-11113">
              <a:lnSpc>
                <a:spcPct val="100000"/>
              </a:lnSpc>
              <a:buNone/>
              <a:tabLst/>
              <a:defRPr sz="1400" b="0" i="0" spc="-30">
                <a:solidFill>
                  <a:schemeClr val="bg1"/>
                </a:solidFill>
                <a:latin typeface="Arial" panose="020B0604020202020204" pitchFamily="34" charset="0"/>
                <a:cs typeface="Arial" panose="020B0604020202020204" pitchFamily="34" charset="0"/>
              </a:defRPr>
            </a:lvl1pPr>
          </a:lstStyle>
          <a:p>
            <a:pPr lvl="0"/>
            <a:r>
              <a:rPr lang="en-US" b="0" dirty="0"/>
              <a:t>Optional additional (less important) text goes here</a:t>
            </a:r>
          </a:p>
        </p:txBody>
      </p:sp>
      <p:sp>
        <p:nvSpPr>
          <p:cNvPr id="7" name="2026 Western Digital Corporation All rights reserved">
            <a:extLst>
              <a:ext uri="{FF2B5EF4-FFF2-40B4-BE49-F238E27FC236}">
                <a16:creationId xmlns:a16="http://schemas.microsoft.com/office/drawing/2014/main" id="{C7EA4804-4B5C-6645-4E21-96164F63FEE8}"/>
              </a:ext>
            </a:extLst>
          </p:cNvPr>
          <p:cNvSpPr/>
          <p:nvPr/>
        </p:nvSpPr>
        <p:spPr>
          <a:xfrm>
            <a:off x="419100" y="6638989"/>
            <a:ext cx="2794000" cy="92589"/>
          </a:xfrm>
          <a:prstGeom prst="rect">
            <a:avLst/>
          </a:prstGeom>
          <a:noFill/>
          <a:ln/>
        </p:spPr>
        <p:txBody>
          <a:bodyPr wrap="square" lIns="0" tIns="0" rIns="0" bIns="0" rtlCol="0" anchor="t">
            <a:spAutoFit/>
          </a:bodyPr>
          <a:lstStyle/>
          <a:p>
            <a:pPr>
              <a:lnSpc>
                <a:spcPct val="75000"/>
              </a:lnSpc>
            </a:pPr>
            <a:r>
              <a:rPr lang="en-US" sz="800" b="0" i="0" dirty="0">
                <a:solidFill>
                  <a:schemeClr val="bg1"/>
                </a:solidFill>
                <a:latin typeface="Arial" panose="020B0604020202020204" pitchFamily="34" charset="0"/>
                <a:ea typeface="Arial" pitchFamily="34" charset="-122"/>
                <a:cs typeface="Arial" panose="020B0604020202020204" pitchFamily="34" charset="0"/>
              </a:rPr>
              <a:t>©  2026 Western Digital Corporation. All rights reserved.</a:t>
            </a:r>
            <a:endParaRPr lang="en-US" sz="800" b="0" i="0" dirty="0">
              <a:solidFill>
                <a:schemeClr val="bg1"/>
              </a:solidFill>
              <a:latin typeface="Arial" panose="020B0604020202020204" pitchFamily="34" charset="0"/>
              <a:cs typeface="Arial" panose="020B0604020202020204" pitchFamily="34" charset="0"/>
            </a:endParaRPr>
          </a:p>
        </p:txBody>
      </p:sp>
      <p:sp>
        <p:nvSpPr>
          <p:cNvPr id="8" name="Slide Number Placeholder 1">
            <a:extLst>
              <a:ext uri="{FF2B5EF4-FFF2-40B4-BE49-F238E27FC236}">
                <a16:creationId xmlns:a16="http://schemas.microsoft.com/office/drawing/2014/main" id="{83EDC67A-ECC2-19CB-21C7-7194007B745D}"/>
              </a:ext>
            </a:extLst>
          </p:cNvPr>
          <p:cNvSpPr>
            <a:spLocks noGrp="1"/>
          </p:cNvSpPr>
          <p:nvPr>
            <p:ph type="sldNum" sz="quarter" idx="4"/>
          </p:nvPr>
        </p:nvSpPr>
        <p:spPr>
          <a:xfrm>
            <a:off x="11215668" y="6562157"/>
            <a:ext cx="658832" cy="215444"/>
          </a:xfrm>
          <a:prstGeom prst="rect">
            <a:avLst/>
          </a:prstGeom>
        </p:spPr>
        <p:txBody>
          <a:bodyPr vert="horz" lIns="91440" tIns="45720" rIns="0" bIns="45720" rtlCol="0" anchor="ctr">
            <a:spAutoFit/>
          </a:bodyPr>
          <a:lstStyle>
            <a:lvl1pPr algn="r">
              <a:defRPr sz="800" b="0" i="0">
                <a:solidFill>
                  <a:schemeClr val="bg1"/>
                </a:solidFill>
                <a:latin typeface="Arial" panose="020B0604020202020204" pitchFamily="34" charset="0"/>
                <a:cs typeface="Arial" panose="020B0604020202020204" pitchFamily="34" charset="0"/>
              </a:defRPr>
            </a:lvl1pPr>
          </a:lstStyle>
          <a:p>
            <a:fld id="{B06B19F4-CF25-446C-B362-D8BB27BE9D9B}" type="slidenum">
              <a:rPr lang="en-US" smtClean="0"/>
              <a:t>‹#›</a:t>
            </a:fld>
            <a:endParaRPr lang="en-US"/>
          </a:p>
        </p:txBody>
      </p:sp>
      <p:sp>
        <p:nvSpPr>
          <p:cNvPr id="12" name="WD Confidential">
            <a:extLst>
              <a:ext uri="{FF2B5EF4-FFF2-40B4-BE49-F238E27FC236}">
                <a16:creationId xmlns:a16="http://schemas.microsoft.com/office/drawing/2014/main" id="{F339B6A8-73CC-E170-2B36-716394B6E1E7}"/>
              </a:ext>
            </a:extLst>
          </p:cNvPr>
          <p:cNvSpPr/>
          <p:nvPr/>
        </p:nvSpPr>
        <p:spPr>
          <a:xfrm>
            <a:off x="8991600" y="6638990"/>
            <a:ext cx="1244600" cy="92589"/>
          </a:xfrm>
          <a:prstGeom prst="rect">
            <a:avLst/>
          </a:prstGeom>
          <a:noFill/>
          <a:ln/>
        </p:spPr>
        <p:txBody>
          <a:bodyPr wrap="square" lIns="0" tIns="0" rIns="0" bIns="0" rtlCol="0" anchor="t">
            <a:spAutoFit/>
          </a:bodyPr>
          <a:lstStyle/>
          <a:p>
            <a:pPr>
              <a:lnSpc>
                <a:spcPct val="75000"/>
              </a:lnSpc>
            </a:pPr>
            <a:r>
              <a:rPr lang="en-US" sz="800" b="0" i="0" dirty="0">
                <a:solidFill>
                  <a:schemeClr val="bg1"/>
                </a:solidFill>
                <a:latin typeface="Arial" panose="020B0604020202020204" pitchFamily="34" charset="0"/>
                <a:ea typeface="Arial" pitchFamily="34" charset="-122"/>
                <a:cs typeface="Arial" panose="020B0604020202020204" pitchFamily="34" charset="0"/>
              </a:rPr>
              <a:t>WD CONFIDENTIAL</a:t>
            </a:r>
            <a:endParaRPr lang="en-US" sz="800" b="0" i="0" dirty="0">
              <a:solidFill>
                <a:schemeClr val="bg1"/>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60244459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9.xml><?xml version="1.0" encoding="utf-8"?>
<p:sldLayout xmlns:a="http://schemas.openxmlformats.org/drawingml/2006/main" xmlns:r="http://schemas.openxmlformats.org/officeDocument/2006/relationships" xmlns:p="http://schemas.openxmlformats.org/presentationml/2006/main" preserve="1">
  <p:cSld name="1_Title and Image (Right) White">
    <p:spTree>
      <p:nvGrpSpPr>
        <p:cNvPr id="1" name=""/>
        <p:cNvGrpSpPr/>
        <p:nvPr/>
      </p:nvGrpSpPr>
      <p:grpSpPr>
        <a:xfrm>
          <a:off x="0" y="0"/>
          <a:ext cx="0" cy="0"/>
          <a:chOff x="0" y="0"/>
          <a:chExt cx="0" cy="0"/>
        </a:xfrm>
      </p:grpSpPr>
      <p:sp>
        <p:nvSpPr>
          <p:cNvPr id="9" name="Picture Placeholder 8">
            <a:extLst>
              <a:ext uri="{FF2B5EF4-FFF2-40B4-BE49-F238E27FC236}">
                <a16:creationId xmlns:a16="http://schemas.microsoft.com/office/drawing/2014/main" id="{9E974B86-CC47-E3A9-09B8-71351345FD3F}"/>
              </a:ext>
            </a:extLst>
          </p:cNvPr>
          <p:cNvSpPr>
            <a:spLocks noGrp="1"/>
          </p:cNvSpPr>
          <p:nvPr>
            <p:ph type="pic" sz="quarter" idx="15"/>
          </p:nvPr>
        </p:nvSpPr>
        <p:spPr>
          <a:xfrm>
            <a:off x="8039100" y="0"/>
            <a:ext cx="4152900" cy="6858000"/>
          </a:xfrm>
          <a:prstGeom prst="rect">
            <a:avLst/>
          </a:prstGeom>
        </p:spPr>
        <p:txBody>
          <a:bodyPr rIns="0"/>
          <a:lstStyle>
            <a:lvl1pPr>
              <a:defRPr b="0" i="0">
                <a:latin typeface="Arial" panose="020B0604020202020204" pitchFamily="34" charset="0"/>
                <a:cs typeface="Arial" panose="020B0604020202020204" pitchFamily="34" charset="0"/>
              </a:defRPr>
            </a:lvl1pPr>
          </a:lstStyle>
          <a:p>
            <a:r>
              <a:rPr lang="en-US"/>
              <a:t>Click icon to add picture</a:t>
            </a:r>
            <a:endParaRPr lang="en-US" dirty="0"/>
          </a:p>
        </p:txBody>
      </p:sp>
      <p:pic>
        <p:nvPicPr>
          <p:cNvPr id="7" name="Logo" descr="preencoded.png">
            <a:extLst>
              <a:ext uri="{FF2B5EF4-FFF2-40B4-BE49-F238E27FC236}">
                <a16:creationId xmlns:a16="http://schemas.microsoft.com/office/drawing/2014/main" id="{2B5D790D-84F2-9DA7-31E1-91ADDEF35EA1}"/>
              </a:ext>
            </a:extLst>
          </p:cNvPr>
          <p:cNvPicPr>
            <a:picLocks noChangeAspect="1"/>
          </p:cNvPicPr>
          <p:nvPr/>
        </p:nvPicPr>
        <p:blipFill>
          <a:blip>
            <a:extLst>
              <a:ext uri="{96DAC541-7B7A-43D3-8B79-37D633B846F1}">
                <asvg:svgBlip xmlns:asvg="http://schemas.microsoft.com/office/drawing/2016/SVG/main" r:embed="rId2"/>
              </a:ext>
            </a:extLst>
          </a:blip>
          <a:srcRect/>
          <a:stretch/>
        </p:blipFill>
        <p:spPr>
          <a:xfrm>
            <a:off x="10902950" y="419100"/>
            <a:ext cx="869950" cy="222250"/>
          </a:xfrm>
          <a:prstGeom prst="rect">
            <a:avLst/>
          </a:prstGeom>
        </p:spPr>
      </p:pic>
      <p:sp>
        <p:nvSpPr>
          <p:cNvPr id="2" name="Text Placeholder 14">
            <a:extLst>
              <a:ext uri="{FF2B5EF4-FFF2-40B4-BE49-F238E27FC236}">
                <a16:creationId xmlns:a16="http://schemas.microsoft.com/office/drawing/2014/main" id="{623C2038-0FB4-8A7A-D4C6-98B3F6896450}"/>
              </a:ext>
            </a:extLst>
          </p:cNvPr>
          <p:cNvSpPr>
            <a:spLocks noGrp="1"/>
          </p:cNvSpPr>
          <p:nvPr>
            <p:ph type="body" sz="quarter" idx="13" hasCustomPrompt="1"/>
          </p:nvPr>
        </p:nvSpPr>
        <p:spPr>
          <a:xfrm>
            <a:off x="339725" y="333800"/>
            <a:ext cx="2860675" cy="307777"/>
          </a:xfrm>
          <a:prstGeom prst="rect">
            <a:avLst/>
          </a:prstGeom>
        </p:spPr>
        <p:txBody>
          <a:bodyPr wrap="square" lIns="82296" rIns="0">
            <a:spAutoFit/>
          </a:bodyPr>
          <a:lstStyle>
            <a:lvl1pPr>
              <a:lnSpc>
                <a:spcPct val="100000"/>
              </a:lnSpc>
              <a:buNone/>
              <a:defRPr sz="1400" b="1" i="0" spc="-30">
                <a:solidFill>
                  <a:schemeClr val="tx2"/>
                </a:solidFill>
                <a:latin typeface="Arial" panose="020B0604020202020204" pitchFamily="34" charset="0"/>
                <a:cs typeface="Arial" panose="020B0604020202020204" pitchFamily="34" charset="0"/>
              </a:defRPr>
            </a:lvl1pPr>
          </a:lstStyle>
          <a:p>
            <a:pPr lvl="0"/>
            <a:r>
              <a:rPr lang="en-US" b="1" dirty="0"/>
              <a:t>Section Header</a:t>
            </a:r>
          </a:p>
        </p:txBody>
      </p:sp>
      <p:sp>
        <p:nvSpPr>
          <p:cNvPr id="4" name="Title 2">
            <a:extLst>
              <a:ext uri="{FF2B5EF4-FFF2-40B4-BE49-F238E27FC236}">
                <a16:creationId xmlns:a16="http://schemas.microsoft.com/office/drawing/2014/main" id="{05D2334D-E13A-AC3B-2B22-2888BA051689}"/>
              </a:ext>
            </a:extLst>
          </p:cNvPr>
          <p:cNvSpPr>
            <a:spLocks noGrp="1"/>
          </p:cNvSpPr>
          <p:nvPr>
            <p:ph type="title" hasCustomPrompt="1"/>
          </p:nvPr>
        </p:nvSpPr>
        <p:spPr>
          <a:xfrm>
            <a:off x="339633" y="702407"/>
            <a:ext cx="6670768" cy="1215333"/>
          </a:xfrm>
          <a:prstGeom prst="rect">
            <a:avLst/>
          </a:prstGeom>
        </p:spPr>
        <p:txBody>
          <a:bodyPr wrap="square" lIns="45720" rIns="0">
            <a:spAutoFit/>
          </a:bodyPr>
          <a:lstStyle>
            <a:lvl1pPr>
              <a:lnSpc>
                <a:spcPct val="85000"/>
              </a:lnSpc>
              <a:defRPr sz="4200" b="0" i="0" spc="-130">
                <a:solidFill>
                  <a:schemeClr val="tx2"/>
                </a:solidFill>
                <a:latin typeface="Arial" panose="020B0604020202020204" pitchFamily="34" charset="0"/>
                <a:cs typeface="Arial" panose="020B0604020202020204" pitchFamily="34" charset="0"/>
              </a:defRPr>
            </a:lvl1pPr>
          </a:lstStyle>
          <a:p>
            <a:r>
              <a:rPr lang="en-US" dirty="0"/>
              <a:t>Content Slide – Smaller, Longer Headline</a:t>
            </a:r>
          </a:p>
        </p:txBody>
      </p:sp>
      <p:sp>
        <p:nvSpPr>
          <p:cNvPr id="6" name="2026 Western Digital Corporation All rights reserved">
            <a:extLst>
              <a:ext uri="{FF2B5EF4-FFF2-40B4-BE49-F238E27FC236}">
                <a16:creationId xmlns:a16="http://schemas.microsoft.com/office/drawing/2014/main" id="{D0B3BE4E-DD1F-327D-F922-BCCAD7403663}"/>
              </a:ext>
            </a:extLst>
          </p:cNvPr>
          <p:cNvSpPr/>
          <p:nvPr/>
        </p:nvSpPr>
        <p:spPr>
          <a:xfrm>
            <a:off x="419100" y="6638989"/>
            <a:ext cx="2794000" cy="92589"/>
          </a:xfrm>
          <a:prstGeom prst="rect">
            <a:avLst/>
          </a:prstGeom>
          <a:noFill/>
          <a:ln/>
        </p:spPr>
        <p:txBody>
          <a:bodyPr wrap="square" lIns="0" tIns="0" rIns="0" bIns="0" rtlCol="0" anchor="t">
            <a:spAutoFit/>
          </a:bodyPr>
          <a:lstStyle/>
          <a:p>
            <a:pPr>
              <a:lnSpc>
                <a:spcPct val="75000"/>
              </a:lnSpc>
            </a:pPr>
            <a:r>
              <a:rPr lang="en-US" sz="800" b="0" i="0" dirty="0">
                <a:solidFill>
                  <a:schemeClr val="tx1"/>
                </a:solidFill>
                <a:latin typeface="Arial" panose="020B0604020202020204" pitchFamily="34" charset="0"/>
                <a:ea typeface="Arial" pitchFamily="34" charset="-122"/>
                <a:cs typeface="Arial" panose="020B0604020202020204" pitchFamily="34" charset="0"/>
              </a:rPr>
              <a:t>©  2026 Western Digital Corporation. All rights reserved.</a:t>
            </a:r>
            <a:endParaRPr lang="en-US" sz="800" b="0" i="0" dirty="0">
              <a:solidFill>
                <a:schemeClr val="tx1"/>
              </a:solidFill>
              <a:latin typeface="Arial" panose="020B0604020202020204" pitchFamily="34" charset="0"/>
              <a:cs typeface="Arial" panose="020B0604020202020204" pitchFamily="34" charset="0"/>
            </a:endParaRPr>
          </a:p>
        </p:txBody>
      </p:sp>
      <p:sp>
        <p:nvSpPr>
          <p:cNvPr id="8" name="Slide Number Placeholder 1">
            <a:extLst>
              <a:ext uri="{FF2B5EF4-FFF2-40B4-BE49-F238E27FC236}">
                <a16:creationId xmlns:a16="http://schemas.microsoft.com/office/drawing/2014/main" id="{FF9AF1F3-A435-4D15-F610-AFA97C4D5F86}"/>
              </a:ext>
            </a:extLst>
          </p:cNvPr>
          <p:cNvSpPr>
            <a:spLocks noGrp="1"/>
          </p:cNvSpPr>
          <p:nvPr>
            <p:ph type="sldNum" sz="quarter" idx="4"/>
          </p:nvPr>
        </p:nvSpPr>
        <p:spPr>
          <a:xfrm>
            <a:off x="11215668" y="6562157"/>
            <a:ext cx="658832" cy="215444"/>
          </a:xfrm>
          <a:prstGeom prst="rect">
            <a:avLst/>
          </a:prstGeom>
        </p:spPr>
        <p:txBody>
          <a:bodyPr vert="horz" lIns="91440" tIns="45720" rIns="0" bIns="45720" rtlCol="0" anchor="ctr">
            <a:spAutoFit/>
          </a:bodyPr>
          <a:lstStyle>
            <a:lvl1pPr algn="r">
              <a:defRPr sz="800" b="0" i="0">
                <a:solidFill>
                  <a:schemeClr val="tx1"/>
                </a:solidFill>
                <a:latin typeface="Arial" panose="020B0604020202020204" pitchFamily="34" charset="0"/>
                <a:cs typeface="Arial" panose="020B0604020202020204" pitchFamily="34" charset="0"/>
              </a:defRPr>
            </a:lvl1pPr>
          </a:lstStyle>
          <a:p>
            <a:fld id="{B06B19F4-CF25-446C-B362-D8BB27BE9D9B}" type="slidenum">
              <a:rPr lang="en-US" smtClean="0"/>
              <a:t>‹#›</a:t>
            </a:fld>
            <a:endParaRPr lang="en-US"/>
          </a:p>
        </p:txBody>
      </p:sp>
      <p:sp>
        <p:nvSpPr>
          <p:cNvPr id="10" name="WD Confidential">
            <a:extLst>
              <a:ext uri="{FF2B5EF4-FFF2-40B4-BE49-F238E27FC236}">
                <a16:creationId xmlns:a16="http://schemas.microsoft.com/office/drawing/2014/main" id="{2ABEF0FC-8C0A-945E-EBCF-0BC5FBC7F035}"/>
              </a:ext>
            </a:extLst>
          </p:cNvPr>
          <p:cNvSpPr/>
          <p:nvPr/>
        </p:nvSpPr>
        <p:spPr>
          <a:xfrm>
            <a:off x="8991600" y="6638990"/>
            <a:ext cx="1244600" cy="92589"/>
          </a:xfrm>
          <a:prstGeom prst="rect">
            <a:avLst/>
          </a:prstGeom>
          <a:noFill/>
          <a:ln/>
        </p:spPr>
        <p:txBody>
          <a:bodyPr wrap="square" lIns="0" tIns="0" rIns="0" bIns="0" rtlCol="0" anchor="t">
            <a:spAutoFit/>
          </a:bodyPr>
          <a:lstStyle/>
          <a:p>
            <a:pPr>
              <a:lnSpc>
                <a:spcPct val="75000"/>
              </a:lnSpc>
            </a:pPr>
            <a:r>
              <a:rPr lang="en-US" sz="800" b="0" i="0" dirty="0">
                <a:solidFill>
                  <a:schemeClr val="tx1"/>
                </a:solidFill>
                <a:latin typeface="Arial" panose="020B0604020202020204" pitchFamily="34" charset="0"/>
                <a:ea typeface="Arial" pitchFamily="34" charset="-122"/>
                <a:cs typeface="Arial" panose="020B0604020202020204" pitchFamily="34" charset="0"/>
              </a:rPr>
              <a:t>WD CONFIDENTIAL</a:t>
            </a:r>
            <a:endParaRPr lang="en-US" sz="800" b="0" i="0" dirty="0">
              <a:solidFill>
                <a:schemeClr val="tx1"/>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97569420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90.xml><?xml version="1.0" encoding="utf-8"?>
<p:sldLayout xmlns:a="http://schemas.openxmlformats.org/drawingml/2006/main" xmlns:r="http://schemas.openxmlformats.org/officeDocument/2006/relationships" xmlns:p="http://schemas.openxmlformats.org/presentationml/2006/main" preserve="1">
  <p:cSld name="1_Title and Image (Right) Vault Navy">
    <p:bg>
      <p:bgRef idx="1001">
        <a:schemeClr val="bg2"/>
      </p:bgRef>
    </p:bg>
    <p:spTree>
      <p:nvGrpSpPr>
        <p:cNvPr id="1" name=""/>
        <p:cNvGrpSpPr/>
        <p:nvPr/>
      </p:nvGrpSpPr>
      <p:grpSpPr>
        <a:xfrm>
          <a:off x="0" y="0"/>
          <a:ext cx="0" cy="0"/>
          <a:chOff x="0" y="0"/>
          <a:chExt cx="0" cy="0"/>
        </a:xfrm>
      </p:grpSpPr>
      <p:sp>
        <p:nvSpPr>
          <p:cNvPr id="9" name="Picture Placeholder 8">
            <a:extLst>
              <a:ext uri="{FF2B5EF4-FFF2-40B4-BE49-F238E27FC236}">
                <a16:creationId xmlns:a16="http://schemas.microsoft.com/office/drawing/2014/main" id="{9E974B86-CC47-E3A9-09B8-71351345FD3F}"/>
              </a:ext>
            </a:extLst>
          </p:cNvPr>
          <p:cNvSpPr>
            <a:spLocks noGrp="1"/>
          </p:cNvSpPr>
          <p:nvPr>
            <p:ph type="pic" sz="quarter" idx="15"/>
          </p:nvPr>
        </p:nvSpPr>
        <p:spPr>
          <a:xfrm>
            <a:off x="8039100" y="0"/>
            <a:ext cx="4152900" cy="6858000"/>
          </a:xfrm>
          <a:prstGeom prst="rect">
            <a:avLst/>
          </a:prstGeom>
        </p:spPr>
        <p:txBody>
          <a:bodyPr rIns="0"/>
          <a:lstStyle>
            <a:lvl1pPr>
              <a:defRPr b="0" i="0">
                <a:solidFill>
                  <a:schemeClr val="tx1"/>
                </a:solidFill>
                <a:latin typeface="Arial" panose="020B0604020202020204" pitchFamily="34" charset="0"/>
                <a:cs typeface="Arial" panose="020B0604020202020204" pitchFamily="34" charset="0"/>
              </a:defRPr>
            </a:lvl1pPr>
          </a:lstStyle>
          <a:p>
            <a:r>
              <a:rPr lang="en-US"/>
              <a:t>Click icon to add picture</a:t>
            </a:r>
            <a:endParaRPr lang="en-US" dirty="0"/>
          </a:p>
        </p:txBody>
      </p:sp>
      <p:pic>
        <p:nvPicPr>
          <p:cNvPr id="7" name="Logo" descr="preencoded.png">
            <a:extLst>
              <a:ext uri="{FF2B5EF4-FFF2-40B4-BE49-F238E27FC236}">
                <a16:creationId xmlns:a16="http://schemas.microsoft.com/office/drawing/2014/main" id="{2B5D790D-84F2-9DA7-31E1-91ADDEF35EA1}"/>
              </a:ext>
            </a:extLst>
          </p:cNvPr>
          <p:cNvPicPr>
            <a:picLocks noChangeAspect="1"/>
          </p:cNvPicPr>
          <p:nvPr/>
        </p:nvPicPr>
        <p:blipFill>
          <a:blip>
            <a:extLst>
              <a:ext uri="{96DAC541-7B7A-43D3-8B79-37D633B846F1}">
                <asvg:svgBlip xmlns:asvg="http://schemas.microsoft.com/office/drawing/2016/SVG/main" r:embed="rId2"/>
              </a:ext>
            </a:extLst>
          </a:blip>
          <a:srcRect/>
          <a:stretch/>
        </p:blipFill>
        <p:spPr>
          <a:xfrm>
            <a:off x="10902950" y="419100"/>
            <a:ext cx="869950" cy="222250"/>
          </a:xfrm>
          <a:prstGeom prst="rect">
            <a:avLst/>
          </a:prstGeom>
        </p:spPr>
      </p:pic>
      <p:sp>
        <p:nvSpPr>
          <p:cNvPr id="2" name="Text Placeholder 14">
            <a:extLst>
              <a:ext uri="{FF2B5EF4-FFF2-40B4-BE49-F238E27FC236}">
                <a16:creationId xmlns:a16="http://schemas.microsoft.com/office/drawing/2014/main" id="{623C2038-0FB4-8A7A-D4C6-98B3F6896450}"/>
              </a:ext>
            </a:extLst>
          </p:cNvPr>
          <p:cNvSpPr>
            <a:spLocks noGrp="1"/>
          </p:cNvSpPr>
          <p:nvPr>
            <p:ph type="body" sz="quarter" idx="13" hasCustomPrompt="1"/>
          </p:nvPr>
        </p:nvSpPr>
        <p:spPr>
          <a:xfrm>
            <a:off x="339725" y="333800"/>
            <a:ext cx="2860675" cy="307777"/>
          </a:xfrm>
          <a:prstGeom prst="rect">
            <a:avLst/>
          </a:prstGeom>
        </p:spPr>
        <p:txBody>
          <a:bodyPr wrap="square" lIns="82296" rIns="0">
            <a:spAutoFit/>
          </a:bodyPr>
          <a:lstStyle>
            <a:lvl1pPr>
              <a:lnSpc>
                <a:spcPct val="100000"/>
              </a:lnSpc>
              <a:buNone/>
              <a:defRPr sz="1400" b="1" i="0" spc="-30">
                <a:solidFill>
                  <a:schemeClr val="tx1"/>
                </a:solidFill>
                <a:latin typeface="Arial" panose="020B0604020202020204" pitchFamily="34" charset="0"/>
                <a:cs typeface="Arial" panose="020B0604020202020204" pitchFamily="34" charset="0"/>
              </a:defRPr>
            </a:lvl1pPr>
          </a:lstStyle>
          <a:p>
            <a:pPr lvl="0"/>
            <a:r>
              <a:rPr lang="en-US" b="1" dirty="0"/>
              <a:t>Section Header</a:t>
            </a:r>
          </a:p>
        </p:txBody>
      </p:sp>
      <p:sp>
        <p:nvSpPr>
          <p:cNvPr id="4" name="Title 2">
            <a:extLst>
              <a:ext uri="{FF2B5EF4-FFF2-40B4-BE49-F238E27FC236}">
                <a16:creationId xmlns:a16="http://schemas.microsoft.com/office/drawing/2014/main" id="{05D2334D-E13A-AC3B-2B22-2888BA051689}"/>
              </a:ext>
            </a:extLst>
          </p:cNvPr>
          <p:cNvSpPr>
            <a:spLocks noGrp="1"/>
          </p:cNvSpPr>
          <p:nvPr>
            <p:ph type="title" hasCustomPrompt="1"/>
          </p:nvPr>
        </p:nvSpPr>
        <p:spPr>
          <a:xfrm>
            <a:off x="339633" y="702407"/>
            <a:ext cx="6670768" cy="1215333"/>
          </a:xfrm>
          <a:prstGeom prst="rect">
            <a:avLst/>
          </a:prstGeom>
        </p:spPr>
        <p:txBody>
          <a:bodyPr wrap="square" lIns="45720" rIns="0">
            <a:spAutoFit/>
          </a:bodyPr>
          <a:lstStyle>
            <a:lvl1pPr>
              <a:lnSpc>
                <a:spcPct val="85000"/>
              </a:lnSpc>
              <a:defRPr sz="4200" b="0" i="0" spc="-130">
                <a:solidFill>
                  <a:schemeClr val="tx1"/>
                </a:solidFill>
                <a:latin typeface="Arial" panose="020B0604020202020204" pitchFamily="34" charset="0"/>
                <a:cs typeface="Arial" panose="020B0604020202020204" pitchFamily="34" charset="0"/>
              </a:defRPr>
            </a:lvl1pPr>
          </a:lstStyle>
          <a:p>
            <a:r>
              <a:rPr lang="en-US" dirty="0"/>
              <a:t>Content Slide – Smaller, Longer Headline</a:t>
            </a:r>
          </a:p>
        </p:txBody>
      </p:sp>
      <p:sp>
        <p:nvSpPr>
          <p:cNvPr id="6" name="2026 Western Digital Corporation All rights reserved">
            <a:extLst>
              <a:ext uri="{FF2B5EF4-FFF2-40B4-BE49-F238E27FC236}">
                <a16:creationId xmlns:a16="http://schemas.microsoft.com/office/drawing/2014/main" id="{D3F04C5A-5742-1A1E-CA60-840BC18D6CCD}"/>
              </a:ext>
            </a:extLst>
          </p:cNvPr>
          <p:cNvSpPr/>
          <p:nvPr/>
        </p:nvSpPr>
        <p:spPr>
          <a:xfrm>
            <a:off x="419100" y="6638989"/>
            <a:ext cx="2794000" cy="92589"/>
          </a:xfrm>
          <a:prstGeom prst="rect">
            <a:avLst/>
          </a:prstGeom>
          <a:noFill/>
          <a:ln/>
        </p:spPr>
        <p:txBody>
          <a:bodyPr wrap="square" lIns="0" tIns="0" rIns="0" bIns="0" rtlCol="0" anchor="t">
            <a:spAutoFit/>
          </a:bodyPr>
          <a:lstStyle/>
          <a:p>
            <a:pPr>
              <a:lnSpc>
                <a:spcPct val="75000"/>
              </a:lnSpc>
            </a:pPr>
            <a:r>
              <a:rPr lang="en-US" sz="800" b="0" i="0" dirty="0">
                <a:solidFill>
                  <a:schemeClr val="tx1"/>
                </a:solidFill>
                <a:latin typeface="Arial" panose="020B0604020202020204" pitchFamily="34" charset="0"/>
                <a:ea typeface="Arial" pitchFamily="34" charset="-122"/>
                <a:cs typeface="Arial" panose="020B0604020202020204" pitchFamily="34" charset="0"/>
              </a:rPr>
              <a:t>©  2026 Western Digital Corporation. All rights reserved.</a:t>
            </a:r>
            <a:endParaRPr lang="en-US" sz="800" b="0" i="0" dirty="0">
              <a:solidFill>
                <a:schemeClr val="tx1"/>
              </a:solidFill>
              <a:latin typeface="Arial" panose="020B0604020202020204" pitchFamily="34" charset="0"/>
              <a:cs typeface="Arial" panose="020B0604020202020204" pitchFamily="34" charset="0"/>
            </a:endParaRPr>
          </a:p>
        </p:txBody>
      </p:sp>
      <p:sp>
        <p:nvSpPr>
          <p:cNvPr id="8" name="Slide Number Placeholder 1">
            <a:extLst>
              <a:ext uri="{FF2B5EF4-FFF2-40B4-BE49-F238E27FC236}">
                <a16:creationId xmlns:a16="http://schemas.microsoft.com/office/drawing/2014/main" id="{F1EF7B17-BD9C-D0B8-E419-FE329B1E1770}"/>
              </a:ext>
            </a:extLst>
          </p:cNvPr>
          <p:cNvSpPr>
            <a:spLocks noGrp="1"/>
          </p:cNvSpPr>
          <p:nvPr>
            <p:ph type="sldNum" sz="quarter" idx="4"/>
          </p:nvPr>
        </p:nvSpPr>
        <p:spPr>
          <a:xfrm>
            <a:off x="11215668" y="6562157"/>
            <a:ext cx="658832" cy="215444"/>
          </a:xfrm>
          <a:prstGeom prst="rect">
            <a:avLst/>
          </a:prstGeom>
        </p:spPr>
        <p:txBody>
          <a:bodyPr vert="horz" lIns="91440" tIns="45720" rIns="0" bIns="45720" rtlCol="0" anchor="ctr">
            <a:spAutoFit/>
          </a:bodyPr>
          <a:lstStyle>
            <a:lvl1pPr algn="r">
              <a:defRPr sz="800" b="0" i="0">
                <a:solidFill>
                  <a:schemeClr val="tx1"/>
                </a:solidFill>
                <a:latin typeface="Arial" panose="020B0604020202020204" pitchFamily="34" charset="0"/>
                <a:cs typeface="Arial" panose="020B0604020202020204" pitchFamily="34" charset="0"/>
              </a:defRPr>
            </a:lvl1pPr>
          </a:lstStyle>
          <a:p>
            <a:fld id="{B06B19F4-CF25-446C-B362-D8BB27BE9D9B}" type="slidenum">
              <a:rPr lang="en-US" smtClean="0"/>
              <a:t>‹#›</a:t>
            </a:fld>
            <a:endParaRPr lang="en-US"/>
          </a:p>
        </p:txBody>
      </p:sp>
      <p:sp>
        <p:nvSpPr>
          <p:cNvPr id="10" name="WD Confidential">
            <a:extLst>
              <a:ext uri="{FF2B5EF4-FFF2-40B4-BE49-F238E27FC236}">
                <a16:creationId xmlns:a16="http://schemas.microsoft.com/office/drawing/2014/main" id="{E9C19F5F-3594-E4B9-2B41-9F70617EB292}"/>
              </a:ext>
            </a:extLst>
          </p:cNvPr>
          <p:cNvSpPr/>
          <p:nvPr/>
        </p:nvSpPr>
        <p:spPr>
          <a:xfrm>
            <a:off x="8991600" y="6638990"/>
            <a:ext cx="1244600" cy="92589"/>
          </a:xfrm>
          <a:prstGeom prst="rect">
            <a:avLst/>
          </a:prstGeom>
          <a:noFill/>
          <a:ln/>
        </p:spPr>
        <p:txBody>
          <a:bodyPr wrap="square" lIns="0" tIns="0" rIns="0" bIns="0" rtlCol="0" anchor="t">
            <a:spAutoFit/>
          </a:bodyPr>
          <a:lstStyle/>
          <a:p>
            <a:pPr>
              <a:lnSpc>
                <a:spcPct val="75000"/>
              </a:lnSpc>
            </a:pPr>
            <a:r>
              <a:rPr lang="en-US" sz="800" b="0" i="0" dirty="0">
                <a:solidFill>
                  <a:schemeClr val="tx1"/>
                </a:solidFill>
                <a:latin typeface="Arial" panose="020B0604020202020204" pitchFamily="34" charset="0"/>
                <a:ea typeface="Arial" pitchFamily="34" charset="-122"/>
                <a:cs typeface="Arial" panose="020B0604020202020204" pitchFamily="34" charset="0"/>
              </a:rPr>
              <a:t>WD CONFIDENTIAL</a:t>
            </a:r>
            <a:endParaRPr lang="en-US" sz="800" b="0" i="0" dirty="0">
              <a:solidFill>
                <a:schemeClr val="tx1"/>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606006951"/>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91.xml><?xml version="1.0" encoding="utf-8"?>
<p:sldLayout xmlns:a="http://schemas.openxmlformats.org/drawingml/2006/main" xmlns:r="http://schemas.openxmlformats.org/officeDocument/2006/relationships" xmlns:p="http://schemas.openxmlformats.org/presentationml/2006/main" preserve="1">
  <p:cSld name="2_Title, Content and Image (Right) White">
    <p:bg>
      <p:bgPr>
        <a:solidFill>
          <a:schemeClr val="bg1"/>
        </a:solidFill>
        <a:effectLst/>
      </p:bgPr>
    </p:bg>
    <p:spTree>
      <p:nvGrpSpPr>
        <p:cNvPr id="1" name=""/>
        <p:cNvGrpSpPr/>
        <p:nvPr/>
      </p:nvGrpSpPr>
      <p:grpSpPr>
        <a:xfrm>
          <a:off x="0" y="0"/>
          <a:ext cx="0" cy="0"/>
          <a:chOff x="0" y="0"/>
          <a:chExt cx="0" cy="0"/>
        </a:xfrm>
      </p:grpSpPr>
      <p:sp>
        <p:nvSpPr>
          <p:cNvPr id="11" name="Picture Placeholder 8">
            <a:extLst>
              <a:ext uri="{FF2B5EF4-FFF2-40B4-BE49-F238E27FC236}">
                <a16:creationId xmlns:a16="http://schemas.microsoft.com/office/drawing/2014/main" id="{DBB5D091-BEAD-9C35-8773-E2D117D7C416}"/>
              </a:ext>
            </a:extLst>
          </p:cNvPr>
          <p:cNvSpPr>
            <a:spLocks noGrp="1"/>
          </p:cNvSpPr>
          <p:nvPr>
            <p:ph type="pic" sz="quarter" idx="15"/>
          </p:nvPr>
        </p:nvSpPr>
        <p:spPr>
          <a:xfrm>
            <a:off x="8039100" y="0"/>
            <a:ext cx="4152900" cy="6858000"/>
          </a:xfrm>
          <a:prstGeom prst="rect">
            <a:avLst/>
          </a:prstGeom>
        </p:spPr>
        <p:txBody>
          <a:bodyPr rIns="0"/>
          <a:lstStyle>
            <a:lvl1pPr>
              <a:defRPr b="0" i="0">
                <a:latin typeface="Arial" panose="020B0604020202020204" pitchFamily="34" charset="0"/>
                <a:cs typeface="Arial" panose="020B0604020202020204" pitchFamily="34" charset="0"/>
              </a:defRPr>
            </a:lvl1pPr>
          </a:lstStyle>
          <a:p>
            <a:r>
              <a:rPr lang="en-US"/>
              <a:t>Click icon to add picture</a:t>
            </a:r>
            <a:endParaRPr lang="en-US" dirty="0"/>
          </a:p>
        </p:txBody>
      </p:sp>
      <p:pic>
        <p:nvPicPr>
          <p:cNvPr id="4" name="Logo" descr="preencoded.png">
            <a:extLst>
              <a:ext uri="{FF2B5EF4-FFF2-40B4-BE49-F238E27FC236}">
                <a16:creationId xmlns:a16="http://schemas.microsoft.com/office/drawing/2014/main" id="{3DC0599E-ABE3-1DBC-6207-01260A8C27CD}"/>
              </a:ext>
            </a:extLst>
          </p:cNvPr>
          <p:cNvPicPr>
            <a:picLocks noChangeAspect="1"/>
          </p:cNvPicPr>
          <p:nvPr/>
        </p:nvPicPr>
        <p:blipFill>
          <a:blip>
            <a:extLst>
              <a:ext uri="{96DAC541-7B7A-43D3-8B79-37D633B846F1}">
                <asvg:svgBlip xmlns:asvg="http://schemas.microsoft.com/office/drawing/2016/SVG/main" r:embed="rId2"/>
              </a:ext>
            </a:extLst>
          </a:blip>
          <a:srcRect/>
          <a:stretch/>
        </p:blipFill>
        <p:spPr>
          <a:xfrm>
            <a:off x="10902950" y="419100"/>
            <a:ext cx="869950" cy="222250"/>
          </a:xfrm>
          <a:prstGeom prst="rect">
            <a:avLst/>
          </a:prstGeom>
        </p:spPr>
      </p:pic>
      <p:sp>
        <p:nvSpPr>
          <p:cNvPr id="2" name="Text Placeholder 14">
            <a:extLst>
              <a:ext uri="{FF2B5EF4-FFF2-40B4-BE49-F238E27FC236}">
                <a16:creationId xmlns:a16="http://schemas.microsoft.com/office/drawing/2014/main" id="{A9512FB9-F98A-8E5C-951C-4A2FCA238B55}"/>
              </a:ext>
            </a:extLst>
          </p:cNvPr>
          <p:cNvSpPr>
            <a:spLocks noGrp="1"/>
          </p:cNvSpPr>
          <p:nvPr>
            <p:ph type="body" sz="quarter" idx="13" hasCustomPrompt="1"/>
          </p:nvPr>
        </p:nvSpPr>
        <p:spPr>
          <a:xfrm>
            <a:off x="339725" y="333800"/>
            <a:ext cx="2860675" cy="307777"/>
          </a:xfrm>
          <a:prstGeom prst="rect">
            <a:avLst/>
          </a:prstGeom>
        </p:spPr>
        <p:txBody>
          <a:bodyPr wrap="square" lIns="82296" rIns="0">
            <a:spAutoFit/>
          </a:bodyPr>
          <a:lstStyle>
            <a:lvl1pPr>
              <a:lnSpc>
                <a:spcPct val="100000"/>
              </a:lnSpc>
              <a:buNone/>
              <a:defRPr sz="1400" b="1" i="0" spc="-30">
                <a:solidFill>
                  <a:schemeClr val="tx2"/>
                </a:solidFill>
                <a:latin typeface="Arial" panose="020B0604020202020204" pitchFamily="34" charset="0"/>
                <a:cs typeface="Arial" panose="020B0604020202020204" pitchFamily="34" charset="0"/>
              </a:defRPr>
            </a:lvl1pPr>
          </a:lstStyle>
          <a:p>
            <a:pPr lvl="0"/>
            <a:r>
              <a:rPr lang="en-US" b="1" dirty="0"/>
              <a:t>Section Header</a:t>
            </a:r>
          </a:p>
        </p:txBody>
      </p:sp>
      <p:sp>
        <p:nvSpPr>
          <p:cNvPr id="9" name="Title 2">
            <a:extLst>
              <a:ext uri="{FF2B5EF4-FFF2-40B4-BE49-F238E27FC236}">
                <a16:creationId xmlns:a16="http://schemas.microsoft.com/office/drawing/2014/main" id="{8B8EFC7E-41B7-8AFB-607B-3C302BBCDEFF}"/>
              </a:ext>
            </a:extLst>
          </p:cNvPr>
          <p:cNvSpPr>
            <a:spLocks noGrp="1"/>
          </p:cNvSpPr>
          <p:nvPr>
            <p:ph type="title" hasCustomPrompt="1"/>
          </p:nvPr>
        </p:nvSpPr>
        <p:spPr>
          <a:xfrm>
            <a:off x="339633" y="702407"/>
            <a:ext cx="6670768" cy="1215333"/>
          </a:xfrm>
          <a:prstGeom prst="rect">
            <a:avLst/>
          </a:prstGeom>
        </p:spPr>
        <p:txBody>
          <a:bodyPr wrap="square" lIns="45720" rIns="0">
            <a:spAutoFit/>
          </a:bodyPr>
          <a:lstStyle>
            <a:lvl1pPr>
              <a:lnSpc>
                <a:spcPct val="85000"/>
              </a:lnSpc>
              <a:defRPr sz="4200" b="0" i="0" spc="-130">
                <a:solidFill>
                  <a:schemeClr val="tx2"/>
                </a:solidFill>
                <a:latin typeface="Arial" panose="020B0604020202020204" pitchFamily="34" charset="0"/>
                <a:cs typeface="Arial" panose="020B0604020202020204" pitchFamily="34" charset="0"/>
              </a:defRPr>
            </a:lvl1pPr>
          </a:lstStyle>
          <a:p>
            <a:r>
              <a:rPr lang="en-US" dirty="0"/>
              <a:t>Content Slide – Smaller, Longer Headline</a:t>
            </a:r>
          </a:p>
        </p:txBody>
      </p:sp>
      <p:sp>
        <p:nvSpPr>
          <p:cNvPr id="13" name="Text Placeholder 9">
            <a:extLst>
              <a:ext uri="{FF2B5EF4-FFF2-40B4-BE49-F238E27FC236}">
                <a16:creationId xmlns:a16="http://schemas.microsoft.com/office/drawing/2014/main" id="{2C4CDB26-05C0-90D4-FB52-F7EFA3B2BEA8}"/>
              </a:ext>
            </a:extLst>
          </p:cNvPr>
          <p:cNvSpPr>
            <a:spLocks noGrp="1"/>
          </p:cNvSpPr>
          <p:nvPr>
            <p:ph type="body" sz="quarter" idx="16"/>
          </p:nvPr>
        </p:nvSpPr>
        <p:spPr>
          <a:xfrm>
            <a:off x="339632" y="2156037"/>
            <a:ext cx="6670768" cy="1426031"/>
          </a:xfrm>
          <a:prstGeom prst="rect">
            <a:avLst/>
          </a:prstGeom>
        </p:spPr>
        <p:txBody>
          <a:bodyPr wrap="square" lIns="82296" rIns="0">
            <a:spAutoFit/>
          </a:bodyPr>
          <a:lstStyle>
            <a:lvl1pPr>
              <a:lnSpc>
                <a:spcPct val="100000"/>
              </a:lnSpc>
              <a:defRPr sz="1400" b="0" i="0" spc="-30">
                <a:solidFill>
                  <a:schemeClr val="tx2"/>
                </a:solidFill>
                <a:latin typeface="Arial" panose="020B0604020202020204" pitchFamily="34" charset="0"/>
                <a:cs typeface="Arial" panose="020B0604020202020204" pitchFamily="34" charset="0"/>
              </a:defRPr>
            </a:lvl1pPr>
            <a:lvl2pPr>
              <a:lnSpc>
                <a:spcPct val="100000"/>
              </a:lnSpc>
              <a:defRPr sz="1400" b="0" i="0" spc="-30">
                <a:solidFill>
                  <a:schemeClr val="tx2"/>
                </a:solidFill>
                <a:latin typeface="Arial" panose="020B0604020202020204" pitchFamily="34" charset="0"/>
                <a:cs typeface="Arial" panose="020B0604020202020204" pitchFamily="34" charset="0"/>
              </a:defRPr>
            </a:lvl2pPr>
            <a:lvl3pPr>
              <a:lnSpc>
                <a:spcPct val="100000"/>
              </a:lnSpc>
              <a:defRPr sz="1400" b="0" i="0" spc="-30">
                <a:solidFill>
                  <a:schemeClr val="tx2"/>
                </a:solidFill>
                <a:latin typeface="Arial" panose="020B0604020202020204" pitchFamily="34" charset="0"/>
                <a:cs typeface="Arial" panose="020B0604020202020204" pitchFamily="34" charset="0"/>
              </a:defRPr>
            </a:lvl3pPr>
            <a:lvl4pPr>
              <a:lnSpc>
                <a:spcPct val="100000"/>
              </a:lnSpc>
              <a:defRPr sz="1400" b="0" i="0" spc="-30">
                <a:solidFill>
                  <a:schemeClr val="tx2"/>
                </a:solidFill>
                <a:latin typeface="Arial" panose="020B0604020202020204" pitchFamily="34" charset="0"/>
                <a:cs typeface="Arial" panose="020B0604020202020204" pitchFamily="34" charset="0"/>
              </a:defRPr>
            </a:lvl4pPr>
            <a:lvl5pPr>
              <a:lnSpc>
                <a:spcPct val="100000"/>
              </a:lnSpc>
              <a:defRPr sz="1400" b="0" i="0" spc="-30">
                <a:solidFill>
                  <a:schemeClr val="tx2"/>
                </a:solidFill>
                <a:latin typeface="Arial" panose="020B0604020202020204" pitchFamily="34" charset="0"/>
                <a:cs typeface="Arial" panose="020B0604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 name="2026 Western Digital Corporation All rights reserved">
            <a:extLst>
              <a:ext uri="{FF2B5EF4-FFF2-40B4-BE49-F238E27FC236}">
                <a16:creationId xmlns:a16="http://schemas.microsoft.com/office/drawing/2014/main" id="{E2373215-143C-72E4-DB18-24A52224C547}"/>
              </a:ext>
            </a:extLst>
          </p:cNvPr>
          <p:cNvSpPr/>
          <p:nvPr/>
        </p:nvSpPr>
        <p:spPr>
          <a:xfrm>
            <a:off x="419100" y="6638989"/>
            <a:ext cx="2794000" cy="92589"/>
          </a:xfrm>
          <a:prstGeom prst="rect">
            <a:avLst/>
          </a:prstGeom>
          <a:noFill/>
          <a:ln/>
        </p:spPr>
        <p:txBody>
          <a:bodyPr wrap="square" lIns="0" tIns="0" rIns="0" bIns="0" rtlCol="0" anchor="t">
            <a:spAutoFit/>
          </a:bodyPr>
          <a:lstStyle/>
          <a:p>
            <a:pPr>
              <a:lnSpc>
                <a:spcPct val="75000"/>
              </a:lnSpc>
            </a:pPr>
            <a:r>
              <a:rPr lang="en-US" sz="800" b="0" i="0" dirty="0">
                <a:solidFill>
                  <a:schemeClr val="tx1"/>
                </a:solidFill>
                <a:latin typeface="Arial" panose="020B0604020202020204" pitchFamily="34" charset="0"/>
                <a:ea typeface="Arial" pitchFamily="34" charset="-122"/>
                <a:cs typeface="Arial" panose="020B0604020202020204" pitchFamily="34" charset="0"/>
              </a:rPr>
              <a:t>©  2026 Western Digital Corporation. All rights reserved.</a:t>
            </a:r>
            <a:endParaRPr lang="en-US" sz="800" b="0" i="0" dirty="0">
              <a:solidFill>
                <a:schemeClr val="tx1"/>
              </a:solidFill>
              <a:latin typeface="Arial" panose="020B0604020202020204" pitchFamily="34" charset="0"/>
              <a:cs typeface="Arial" panose="020B0604020202020204" pitchFamily="34" charset="0"/>
            </a:endParaRPr>
          </a:p>
        </p:txBody>
      </p:sp>
      <p:sp>
        <p:nvSpPr>
          <p:cNvPr id="5" name="Slide Number Placeholder 1">
            <a:extLst>
              <a:ext uri="{FF2B5EF4-FFF2-40B4-BE49-F238E27FC236}">
                <a16:creationId xmlns:a16="http://schemas.microsoft.com/office/drawing/2014/main" id="{B45CE4DF-8334-6E2C-DEBB-F484F0FCEEC5}"/>
              </a:ext>
            </a:extLst>
          </p:cNvPr>
          <p:cNvSpPr>
            <a:spLocks noGrp="1"/>
          </p:cNvSpPr>
          <p:nvPr>
            <p:ph type="sldNum" sz="quarter" idx="4"/>
          </p:nvPr>
        </p:nvSpPr>
        <p:spPr>
          <a:xfrm>
            <a:off x="11215668" y="6562157"/>
            <a:ext cx="658832" cy="215444"/>
          </a:xfrm>
          <a:prstGeom prst="rect">
            <a:avLst/>
          </a:prstGeom>
        </p:spPr>
        <p:txBody>
          <a:bodyPr vert="horz" lIns="91440" tIns="45720" rIns="0" bIns="45720" rtlCol="0" anchor="ctr">
            <a:spAutoFit/>
          </a:bodyPr>
          <a:lstStyle>
            <a:lvl1pPr algn="r">
              <a:defRPr sz="800" b="0" i="0">
                <a:solidFill>
                  <a:schemeClr val="tx1"/>
                </a:solidFill>
                <a:latin typeface="Arial" panose="020B0604020202020204" pitchFamily="34" charset="0"/>
                <a:cs typeface="Arial" panose="020B0604020202020204" pitchFamily="34" charset="0"/>
              </a:defRPr>
            </a:lvl1pPr>
          </a:lstStyle>
          <a:p>
            <a:fld id="{B06B19F4-CF25-446C-B362-D8BB27BE9D9B}" type="slidenum">
              <a:rPr lang="en-US" smtClean="0"/>
              <a:t>‹#›</a:t>
            </a:fld>
            <a:endParaRPr lang="en-US"/>
          </a:p>
        </p:txBody>
      </p:sp>
      <p:sp>
        <p:nvSpPr>
          <p:cNvPr id="6" name="WD Confidential">
            <a:extLst>
              <a:ext uri="{FF2B5EF4-FFF2-40B4-BE49-F238E27FC236}">
                <a16:creationId xmlns:a16="http://schemas.microsoft.com/office/drawing/2014/main" id="{F3FD56E7-5137-4D27-17D4-1DAAC934A156}"/>
              </a:ext>
            </a:extLst>
          </p:cNvPr>
          <p:cNvSpPr/>
          <p:nvPr/>
        </p:nvSpPr>
        <p:spPr>
          <a:xfrm>
            <a:off x="8991600" y="6638990"/>
            <a:ext cx="1244600" cy="92589"/>
          </a:xfrm>
          <a:prstGeom prst="rect">
            <a:avLst/>
          </a:prstGeom>
          <a:noFill/>
          <a:ln/>
        </p:spPr>
        <p:txBody>
          <a:bodyPr wrap="square" lIns="0" tIns="0" rIns="0" bIns="0" rtlCol="0" anchor="t">
            <a:spAutoFit/>
          </a:bodyPr>
          <a:lstStyle/>
          <a:p>
            <a:pPr>
              <a:lnSpc>
                <a:spcPct val="75000"/>
              </a:lnSpc>
            </a:pPr>
            <a:r>
              <a:rPr lang="en-US" sz="800" b="0" i="0" dirty="0">
                <a:solidFill>
                  <a:schemeClr val="tx1"/>
                </a:solidFill>
                <a:latin typeface="Arial" panose="020B0604020202020204" pitchFamily="34" charset="0"/>
                <a:ea typeface="Arial" pitchFamily="34" charset="-122"/>
                <a:cs typeface="Arial" panose="020B0604020202020204" pitchFamily="34" charset="0"/>
              </a:rPr>
              <a:t>WD CONFIDENTIAL</a:t>
            </a:r>
            <a:endParaRPr lang="en-US" sz="800" b="0" i="0" dirty="0">
              <a:solidFill>
                <a:schemeClr val="tx1"/>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55600854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92.xml><?xml version="1.0" encoding="utf-8"?>
<p:sldLayout xmlns:a="http://schemas.openxmlformats.org/drawingml/2006/main" xmlns:r="http://schemas.openxmlformats.org/officeDocument/2006/relationships" xmlns:p="http://schemas.openxmlformats.org/presentationml/2006/main" preserve="1">
  <p:cSld name="3_Title, Content and Image (Right) White">
    <p:bg>
      <p:bgRef idx="1001">
        <a:schemeClr val="bg2"/>
      </p:bgRef>
    </p:bg>
    <p:spTree>
      <p:nvGrpSpPr>
        <p:cNvPr id="1" name=""/>
        <p:cNvGrpSpPr/>
        <p:nvPr/>
      </p:nvGrpSpPr>
      <p:grpSpPr>
        <a:xfrm>
          <a:off x="0" y="0"/>
          <a:ext cx="0" cy="0"/>
          <a:chOff x="0" y="0"/>
          <a:chExt cx="0" cy="0"/>
        </a:xfrm>
      </p:grpSpPr>
      <p:sp>
        <p:nvSpPr>
          <p:cNvPr id="11" name="Picture Placeholder 8">
            <a:extLst>
              <a:ext uri="{FF2B5EF4-FFF2-40B4-BE49-F238E27FC236}">
                <a16:creationId xmlns:a16="http://schemas.microsoft.com/office/drawing/2014/main" id="{DBB5D091-BEAD-9C35-8773-E2D117D7C416}"/>
              </a:ext>
            </a:extLst>
          </p:cNvPr>
          <p:cNvSpPr>
            <a:spLocks noGrp="1"/>
          </p:cNvSpPr>
          <p:nvPr>
            <p:ph type="pic" sz="quarter" idx="15"/>
          </p:nvPr>
        </p:nvSpPr>
        <p:spPr>
          <a:xfrm>
            <a:off x="8039100" y="0"/>
            <a:ext cx="4152900" cy="6858000"/>
          </a:xfrm>
          <a:prstGeom prst="rect">
            <a:avLst/>
          </a:prstGeom>
        </p:spPr>
        <p:txBody>
          <a:bodyPr rIns="0"/>
          <a:lstStyle>
            <a:lvl1pPr>
              <a:defRPr b="0" i="0">
                <a:solidFill>
                  <a:schemeClr val="tx1"/>
                </a:solidFill>
                <a:latin typeface="Arial" panose="020B0604020202020204" pitchFamily="34" charset="0"/>
                <a:cs typeface="Arial" panose="020B0604020202020204" pitchFamily="34" charset="0"/>
              </a:defRPr>
            </a:lvl1pPr>
          </a:lstStyle>
          <a:p>
            <a:r>
              <a:rPr lang="en-US"/>
              <a:t>Click icon to add picture</a:t>
            </a:r>
            <a:endParaRPr lang="en-US" dirty="0"/>
          </a:p>
        </p:txBody>
      </p:sp>
      <p:sp>
        <p:nvSpPr>
          <p:cNvPr id="2" name="Text Placeholder 14">
            <a:extLst>
              <a:ext uri="{FF2B5EF4-FFF2-40B4-BE49-F238E27FC236}">
                <a16:creationId xmlns:a16="http://schemas.microsoft.com/office/drawing/2014/main" id="{A9512FB9-F98A-8E5C-951C-4A2FCA238B55}"/>
              </a:ext>
            </a:extLst>
          </p:cNvPr>
          <p:cNvSpPr>
            <a:spLocks noGrp="1"/>
          </p:cNvSpPr>
          <p:nvPr>
            <p:ph type="body" sz="quarter" idx="13" hasCustomPrompt="1"/>
          </p:nvPr>
        </p:nvSpPr>
        <p:spPr>
          <a:xfrm>
            <a:off x="339725" y="333800"/>
            <a:ext cx="2860675" cy="307777"/>
          </a:xfrm>
          <a:prstGeom prst="rect">
            <a:avLst/>
          </a:prstGeom>
        </p:spPr>
        <p:txBody>
          <a:bodyPr wrap="square" lIns="82296" rIns="0">
            <a:spAutoFit/>
          </a:bodyPr>
          <a:lstStyle>
            <a:lvl1pPr>
              <a:lnSpc>
                <a:spcPct val="100000"/>
              </a:lnSpc>
              <a:buNone/>
              <a:defRPr sz="1400" b="1" i="0" spc="-30">
                <a:solidFill>
                  <a:schemeClr val="tx1"/>
                </a:solidFill>
                <a:latin typeface="Arial" panose="020B0604020202020204" pitchFamily="34" charset="0"/>
                <a:cs typeface="Arial" panose="020B0604020202020204" pitchFamily="34" charset="0"/>
              </a:defRPr>
            </a:lvl1pPr>
          </a:lstStyle>
          <a:p>
            <a:pPr lvl="0"/>
            <a:r>
              <a:rPr lang="en-US" b="1" dirty="0"/>
              <a:t>Section Header</a:t>
            </a:r>
          </a:p>
        </p:txBody>
      </p:sp>
      <p:sp>
        <p:nvSpPr>
          <p:cNvPr id="9" name="Title 2">
            <a:extLst>
              <a:ext uri="{FF2B5EF4-FFF2-40B4-BE49-F238E27FC236}">
                <a16:creationId xmlns:a16="http://schemas.microsoft.com/office/drawing/2014/main" id="{8B8EFC7E-41B7-8AFB-607B-3C302BBCDEFF}"/>
              </a:ext>
            </a:extLst>
          </p:cNvPr>
          <p:cNvSpPr>
            <a:spLocks noGrp="1"/>
          </p:cNvSpPr>
          <p:nvPr>
            <p:ph type="title" hasCustomPrompt="1"/>
          </p:nvPr>
        </p:nvSpPr>
        <p:spPr>
          <a:xfrm>
            <a:off x="339633" y="702407"/>
            <a:ext cx="6670768" cy="1215333"/>
          </a:xfrm>
          <a:prstGeom prst="rect">
            <a:avLst/>
          </a:prstGeom>
        </p:spPr>
        <p:txBody>
          <a:bodyPr wrap="square" lIns="45720" rIns="0">
            <a:spAutoFit/>
          </a:bodyPr>
          <a:lstStyle>
            <a:lvl1pPr>
              <a:lnSpc>
                <a:spcPct val="85000"/>
              </a:lnSpc>
              <a:defRPr sz="4200" b="0" i="0" spc="-130">
                <a:solidFill>
                  <a:schemeClr val="tx1"/>
                </a:solidFill>
                <a:latin typeface="Arial" panose="020B0604020202020204" pitchFamily="34" charset="0"/>
                <a:cs typeface="Arial" panose="020B0604020202020204" pitchFamily="34" charset="0"/>
              </a:defRPr>
            </a:lvl1pPr>
          </a:lstStyle>
          <a:p>
            <a:r>
              <a:rPr lang="en-US" dirty="0"/>
              <a:t>Content Slide – Lorem Ipsum Headline</a:t>
            </a:r>
          </a:p>
        </p:txBody>
      </p:sp>
      <p:sp>
        <p:nvSpPr>
          <p:cNvPr id="13" name="Text Placeholder 9">
            <a:extLst>
              <a:ext uri="{FF2B5EF4-FFF2-40B4-BE49-F238E27FC236}">
                <a16:creationId xmlns:a16="http://schemas.microsoft.com/office/drawing/2014/main" id="{2C4CDB26-05C0-90D4-FB52-F7EFA3B2BEA8}"/>
              </a:ext>
            </a:extLst>
          </p:cNvPr>
          <p:cNvSpPr>
            <a:spLocks noGrp="1"/>
          </p:cNvSpPr>
          <p:nvPr>
            <p:ph type="body" sz="quarter" idx="16"/>
          </p:nvPr>
        </p:nvSpPr>
        <p:spPr>
          <a:xfrm>
            <a:off x="339632" y="2156037"/>
            <a:ext cx="6670768" cy="1426031"/>
          </a:xfrm>
          <a:prstGeom prst="rect">
            <a:avLst/>
          </a:prstGeom>
        </p:spPr>
        <p:txBody>
          <a:bodyPr wrap="square" lIns="82296" rIns="0">
            <a:spAutoFit/>
          </a:bodyPr>
          <a:lstStyle>
            <a:lvl1pPr>
              <a:lnSpc>
                <a:spcPct val="100000"/>
              </a:lnSpc>
              <a:defRPr sz="1400" b="0" i="0" spc="-30">
                <a:solidFill>
                  <a:schemeClr val="tx1"/>
                </a:solidFill>
                <a:latin typeface="Arial" panose="020B0604020202020204" pitchFamily="34" charset="0"/>
                <a:cs typeface="Arial" panose="020B0604020202020204" pitchFamily="34" charset="0"/>
              </a:defRPr>
            </a:lvl1pPr>
            <a:lvl2pPr>
              <a:lnSpc>
                <a:spcPct val="100000"/>
              </a:lnSpc>
              <a:defRPr sz="1400" b="0" i="0" spc="-30">
                <a:solidFill>
                  <a:schemeClr val="tx1"/>
                </a:solidFill>
                <a:latin typeface="Arial" panose="020B0604020202020204" pitchFamily="34" charset="0"/>
                <a:cs typeface="Arial" panose="020B0604020202020204" pitchFamily="34" charset="0"/>
              </a:defRPr>
            </a:lvl2pPr>
            <a:lvl3pPr>
              <a:lnSpc>
                <a:spcPct val="100000"/>
              </a:lnSpc>
              <a:defRPr sz="1400" b="0" i="0" spc="-30">
                <a:solidFill>
                  <a:schemeClr val="tx1"/>
                </a:solidFill>
                <a:latin typeface="Arial" panose="020B0604020202020204" pitchFamily="34" charset="0"/>
                <a:cs typeface="Arial" panose="020B0604020202020204" pitchFamily="34" charset="0"/>
              </a:defRPr>
            </a:lvl3pPr>
            <a:lvl4pPr>
              <a:lnSpc>
                <a:spcPct val="100000"/>
              </a:lnSpc>
              <a:defRPr sz="1400" b="0" i="0" spc="-30">
                <a:solidFill>
                  <a:schemeClr val="tx1"/>
                </a:solidFill>
                <a:latin typeface="Arial" panose="020B0604020202020204" pitchFamily="34" charset="0"/>
                <a:cs typeface="Arial" panose="020B0604020202020204" pitchFamily="34" charset="0"/>
              </a:defRPr>
            </a:lvl4pPr>
            <a:lvl5pPr>
              <a:lnSpc>
                <a:spcPct val="100000"/>
              </a:lnSpc>
              <a:defRPr sz="1400" b="0" i="0" spc="-30">
                <a:solidFill>
                  <a:schemeClr val="tx1"/>
                </a:solidFill>
                <a:latin typeface="Arial" panose="020B0604020202020204" pitchFamily="34" charset="0"/>
                <a:cs typeface="Arial" panose="020B0604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pic>
        <p:nvPicPr>
          <p:cNvPr id="4" name="Logo" descr="preencoded.png">
            <a:extLst>
              <a:ext uri="{FF2B5EF4-FFF2-40B4-BE49-F238E27FC236}">
                <a16:creationId xmlns:a16="http://schemas.microsoft.com/office/drawing/2014/main" id="{3DC0599E-ABE3-1DBC-6207-01260A8C27CD}"/>
              </a:ext>
            </a:extLst>
          </p:cNvPr>
          <p:cNvPicPr>
            <a:picLocks noChangeAspect="1"/>
          </p:cNvPicPr>
          <p:nvPr/>
        </p:nvPicPr>
        <p:blipFill>
          <a:blip>
            <a:extLst>
              <a:ext uri="{96DAC541-7B7A-43D3-8B79-37D633B846F1}">
                <asvg:svgBlip xmlns:asvg="http://schemas.microsoft.com/office/drawing/2016/SVG/main" r:embed="rId2"/>
              </a:ext>
            </a:extLst>
          </a:blip>
          <a:srcRect/>
          <a:stretch/>
        </p:blipFill>
        <p:spPr>
          <a:xfrm>
            <a:off x="10902950" y="419100"/>
            <a:ext cx="869950" cy="222250"/>
          </a:xfrm>
          <a:prstGeom prst="rect">
            <a:avLst/>
          </a:prstGeom>
        </p:spPr>
      </p:pic>
      <p:sp>
        <p:nvSpPr>
          <p:cNvPr id="3" name="2026 Western Digital Corporation All rights reserved">
            <a:extLst>
              <a:ext uri="{FF2B5EF4-FFF2-40B4-BE49-F238E27FC236}">
                <a16:creationId xmlns:a16="http://schemas.microsoft.com/office/drawing/2014/main" id="{A1754800-D91A-6F1E-1B60-80E239C599E3}"/>
              </a:ext>
            </a:extLst>
          </p:cNvPr>
          <p:cNvSpPr/>
          <p:nvPr/>
        </p:nvSpPr>
        <p:spPr>
          <a:xfrm>
            <a:off x="419100" y="6638989"/>
            <a:ext cx="2794000" cy="92589"/>
          </a:xfrm>
          <a:prstGeom prst="rect">
            <a:avLst/>
          </a:prstGeom>
          <a:noFill/>
          <a:ln/>
        </p:spPr>
        <p:txBody>
          <a:bodyPr wrap="square" lIns="0" tIns="0" rIns="0" bIns="0" rtlCol="0" anchor="t">
            <a:spAutoFit/>
          </a:bodyPr>
          <a:lstStyle/>
          <a:p>
            <a:pPr>
              <a:lnSpc>
                <a:spcPct val="75000"/>
              </a:lnSpc>
            </a:pPr>
            <a:r>
              <a:rPr lang="en-US" sz="800" b="0" i="0" dirty="0">
                <a:solidFill>
                  <a:schemeClr val="tx1"/>
                </a:solidFill>
                <a:latin typeface="Arial" panose="020B0604020202020204" pitchFamily="34" charset="0"/>
                <a:ea typeface="Arial" pitchFamily="34" charset="-122"/>
                <a:cs typeface="Arial" panose="020B0604020202020204" pitchFamily="34" charset="0"/>
              </a:rPr>
              <a:t>©  2026 Western Digital Corporation. All rights reserved.</a:t>
            </a:r>
            <a:endParaRPr lang="en-US" sz="800" b="0" i="0" dirty="0">
              <a:solidFill>
                <a:schemeClr val="tx1"/>
              </a:solidFill>
              <a:latin typeface="Arial" panose="020B0604020202020204" pitchFamily="34" charset="0"/>
              <a:cs typeface="Arial" panose="020B0604020202020204" pitchFamily="34" charset="0"/>
            </a:endParaRPr>
          </a:p>
        </p:txBody>
      </p:sp>
      <p:sp>
        <p:nvSpPr>
          <p:cNvPr id="5" name="Slide Number Placeholder 1">
            <a:extLst>
              <a:ext uri="{FF2B5EF4-FFF2-40B4-BE49-F238E27FC236}">
                <a16:creationId xmlns:a16="http://schemas.microsoft.com/office/drawing/2014/main" id="{9A38803D-431A-9E7E-63D7-F4FDCD9CA1F8}"/>
              </a:ext>
            </a:extLst>
          </p:cNvPr>
          <p:cNvSpPr>
            <a:spLocks noGrp="1"/>
          </p:cNvSpPr>
          <p:nvPr>
            <p:ph type="sldNum" sz="quarter" idx="4"/>
          </p:nvPr>
        </p:nvSpPr>
        <p:spPr>
          <a:xfrm>
            <a:off x="11215668" y="6562157"/>
            <a:ext cx="658832" cy="215444"/>
          </a:xfrm>
          <a:prstGeom prst="rect">
            <a:avLst/>
          </a:prstGeom>
        </p:spPr>
        <p:txBody>
          <a:bodyPr vert="horz" lIns="91440" tIns="45720" rIns="0" bIns="45720" rtlCol="0" anchor="ctr">
            <a:spAutoFit/>
          </a:bodyPr>
          <a:lstStyle>
            <a:lvl1pPr algn="r">
              <a:defRPr sz="800" b="0" i="0">
                <a:solidFill>
                  <a:schemeClr val="tx1"/>
                </a:solidFill>
                <a:latin typeface="Arial" panose="020B0604020202020204" pitchFamily="34" charset="0"/>
                <a:cs typeface="Arial" panose="020B0604020202020204" pitchFamily="34" charset="0"/>
              </a:defRPr>
            </a:lvl1pPr>
          </a:lstStyle>
          <a:p>
            <a:fld id="{B06B19F4-CF25-446C-B362-D8BB27BE9D9B}" type="slidenum">
              <a:rPr lang="en-US" smtClean="0"/>
              <a:t>‹#›</a:t>
            </a:fld>
            <a:endParaRPr lang="en-US"/>
          </a:p>
        </p:txBody>
      </p:sp>
      <p:sp>
        <p:nvSpPr>
          <p:cNvPr id="6" name="WD Confidential">
            <a:extLst>
              <a:ext uri="{FF2B5EF4-FFF2-40B4-BE49-F238E27FC236}">
                <a16:creationId xmlns:a16="http://schemas.microsoft.com/office/drawing/2014/main" id="{E171678C-25FB-CE95-0F9A-9410318FDB1C}"/>
              </a:ext>
            </a:extLst>
          </p:cNvPr>
          <p:cNvSpPr/>
          <p:nvPr/>
        </p:nvSpPr>
        <p:spPr>
          <a:xfrm>
            <a:off x="8991600" y="6638990"/>
            <a:ext cx="1244600" cy="92589"/>
          </a:xfrm>
          <a:prstGeom prst="rect">
            <a:avLst/>
          </a:prstGeom>
          <a:noFill/>
          <a:ln/>
        </p:spPr>
        <p:txBody>
          <a:bodyPr wrap="square" lIns="0" tIns="0" rIns="0" bIns="0" rtlCol="0" anchor="t">
            <a:spAutoFit/>
          </a:bodyPr>
          <a:lstStyle/>
          <a:p>
            <a:pPr>
              <a:lnSpc>
                <a:spcPct val="75000"/>
              </a:lnSpc>
            </a:pPr>
            <a:r>
              <a:rPr lang="en-US" sz="800" b="0" i="0" dirty="0">
                <a:solidFill>
                  <a:schemeClr val="tx1"/>
                </a:solidFill>
                <a:latin typeface="Arial" panose="020B0604020202020204" pitchFamily="34" charset="0"/>
                <a:ea typeface="Arial" pitchFamily="34" charset="-122"/>
                <a:cs typeface="Arial" panose="020B0604020202020204" pitchFamily="34" charset="0"/>
              </a:rPr>
              <a:t>WD CONFIDENTIAL</a:t>
            </a:r>
            <a:endParaRPr lang="en-US" sz="800" b="0" i="0" dirty="0">
              <a:solidFill>
                <a:schemeClr val="tx1"/>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765657110"/>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93.xml><?xml version="1.0" encoding="utf-8"?>
<p:sldLayout xmlns:a="http://schemas.openxmlformats.org/drawingml/2006/main" xmlns:r="http://schemas.openxmlformats.org/officeDocument/2006/relationships" xmlns:p="http://schemas.openxmlformats.org/presentationml/2006/main" preserve="1">
  <p:cSld name="1_Title (Reversed) and Image (Left) White">
    <p:spTree>
      <p:nvGrpSpPr>
        <p:cNvPr id="1" name=""/>
        <p:cNvGrpSpPr/>
        <p:nvPr/>
      </p:nvGrpSpPr>
      <p:grpSpPr>
        <a:xfrm>
          <a:off x="0" y="0"/>
          <a:ext cx="0" cy="0"/>
          <a:chOff x="0" y="0"/>
          <a:chExt cx="0" cy="0"/>
        </a:xfrm>
      </p:grpSpPr>
      <p:sp>
        <p:nvSpPr>
          <p:cNvPr id="9" name="Picture Placeholder 8">
            <a:extLst>
              <a:ext uri="{FF2B5EF4-FFF2-40B4-BE49-F238E27FC236}">
                <a16:creationId xmlns:a16="http://schemas.microsoft.com/office/drawing/2014/main" id="{9E974B86-CC47-E3A9-09B8-71351345FD3F}"/>
              </a:ext>
            </a:extLst>
          </p:cNvPr>
          <p:cNvSpPr>
            <a:spLocks noGrp="1"/>
          </p:cNvSpPr>
          <p:nvPr>
            <p:ph type="pic" sz="quarter" idx="15"/>
          </p:nvPr>
        </p:nvSpPr>
        <p:spPr>
          <a:xfrm>
            <a:off x="0" y="0"/>
            <a:ext cx="5105400" cy="6858000"/>
          </a:xfrm>
          <a:prstGeom prst="rect">
            <a:avLst/>
          </a:prstGeom>
        </p:spPr>
        <p:txBody>
          <a:bodyPr rIns="0"/>
          <a:lstStyle>
            <a:lvl1pPr>
              <a:defRPr b="0" i="0">
                <a:latin typeface="Arial" panose="020B0604020202020204" pitchFamily="34" charset="0"/>
                <a:cs typeface="Arial" panose="020B0604020202020204" pitchFamily="34" charset="0"/>
              </a:defRPr>
            </a:lvl1pPr>
          </a:lstStyle>
          <a:p>
            <a:r>
              <a:rPr lang="en-US"/>
              <a:t>Click icon to add picture</a:t>
            </a:r>
            <a:endParaRPr lang="en-US" dirty="0"/>
          </a:p>
        </p:txBody>
      </p:sp>
      <p:sp>
        <p:nvSpPr>
          <p:cNvPr id="12" name="Rectangle 11">
            <a:extLst>
              <a:ext uri="{FF2B5EF4-FFF2-40B4-BE49-F238E27FC236}">
                <a16:creationId xmlns:a16="http://schemas.microsoft.com/office/drawing/2014/main" id="{AE5CBFB3-5C63-E76A-81F6-352AF6A96AC7}"/>
              </a:ext>
            </a:extLst>
          </p:cNvPr>
          <p:cNvSpPr/>
          <p:nvPr/>
        </p:nvSpPr>
        <p:spPr>
          <a:xfrm>
            <a:off x="0" y="0"/>
            <a:ext cx="5105400" cy="6858000"/>
          </a:xfrm>
          <a:prstGeom prst="rect">
            <a:avLst/>
          </a:prstGeom>
          <a:gradFill flip="none" rotWithShape="1">
            <a:gsLst>
              <a:gs pos="50000">
                <a:schemeClr val="tx1">
                  <a:alpha val="0"/>
                </a:schemeClr>
              </a:gs>
              <a:gs pos="0">
                <a:schemeClr val="tx1"/>
              </a:gs>
              <a:gs pos="99000">
                <a:schemeClr val="tx1">
                  <a:alpha val="0"/>
                </a:schemeClr>
              </a:gs>
            </a:gsLst>
            <a:lin ang="54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b="0" i="0" dirty="0">
              <a:latin typeface="Arial" panose="020B0604020202020204" pitchFamily="34" charset="0"/>
              <a:cs typeface="Arial" panose="020B0604020202020204" pitchFamily="34" charset="0"/>
            </a:endParaRPr>
          </a:p>
        </p:txBody>
      </p:sp>
      <p:pic>
        <p:nvPicPr>
          <p:cNvPr id="6" name="Logo" descr="preencoded.png">
            <a:extLst>
              <a:ext uri="{FF2B5EF4-FFF2-40B4-BE49-F238E27FC236}">
                <a16:creationId xmlns:a16="http://schemas.microsoft.com/office/drawing/2014/main" id="{6F697425-33B5-9D49-D509-9E59F4BC326C}"/>
              </a:ext>
            </a:extLst>
          </p:cNvPr>
          <p:cNvPicPr>
            <a:picLocks noChangeAspect="1"/>
          </p:cNvPicPr>
          <p:nvPr/>
        </p:nvPicPr>
        <p:blipFill>
          <a:blip>
            <a:extLst>
              <a:ext uri="{96DAC541-7B7A-43D3-8B79-37D633B846F1}">
                <asvg:svgBlip xmlns:asvg="http://schemas.microsoft.com/office/drawing/2016/SVG/main" r:embed="rId2"/>
              </a:ext>
            </a:extLst>
          </a:blip>
          <a:srcRect/>
          <a:stretch/>
        </p:blipFill>
        <p:spPr>
          <a:xfrm>
            <a:off x="10902950" y="419100"/>
            <a:ext cx="869950" cy="222250"/>
          </a:xfrm>
          <a:prstGeom prst="rect">
            <a:avLst/>
          </a:prstGeom>
        </p:spPr>
      </p:pic>
      <p:sp>
        <p:nvSpPr>
          <p:cNvPr id="3" name="Text Placeholder 14">
            <a:extLst>
              <a:ext uri="{FF2B5EF4-FFF2-40B4-BE49-F238E27FC236}">
                <a16:creationId xmlns:a16="http://schemas.microsoft.com/office/drawing/2014/main" id="{D739DB5F-A9FD-67F2-C5EA-D8FA35DDD455}"/>
              </a:ext>
            </a:extLst>
          </p:cNvPr>
          <p:cNvSpPr>
            <a:spLocks noGrp="1"/>
          </p:cNvSpPr>
          <p:nvPr>
            <p:ph type="body" sz="quarter" idx="13" hasCustomPrompt="1"/>
          </p:nvPr>
        </p:nvSpPr>
        <p:spPr>
          <a:xfrm>
            <a:off x="339725" y="333800"/>
            <a:ext cx="2860675" cy="307777"/>
          </a:xfrm>
          <a:prstGeom prst="rect">
            <a:avLst/>
          </a:prstGeom>
        </p:spPr>
        <p:txBody>
          <a:bodyPr wrap="square" lIns="82296" rIns="0">
            <a:spAutoFit/>
          </a:bodyPr>
          <a:lstStyle>
            <a:lvl1pPr>
              <a:lnSpc>
                <a:spcPct val="100000"/>
              </a:lnSpc>
              <a:buNone/>
              <a:defRPr sz="1400" b="1" i="0" spc="-30">
                <a:solidFill>
                  <a:schemeClr val="bg1"/>
                </a:solidFill>
                <a:latin typeface="Arial" panose="020B0604020202020204" pitchFamily="34" charset="0"/>
                <a:cs typeface="Arial" panose="020B0604020202020204" pitchFamily="34" charset="0"/>
              </a:defRPr>
            </a:lvl1pPr>
          </a:lstStyle>
          <a:p>
            <a:pPr lvl="0"/>
            <a:r>
              <a:rPr lang="en-US" b="1" dirty="0"/>
              <a:t>Section Header</a:t>
            </a:r>
          </a:p>
        </p:txBody>
      </p:sp>
      <p:sp>
        <p:nvSpPr>
          <p:cNvPr id="4" name="Title 2">
            <a:extLst>
              <a:ext uri="{FF2B5EF4-FFF2-40B4-BE49-F238E27FC236}">
                <a16:creationId xmlns:a16="http://schemas.microsoft.com/office/drawing/2014/main" id="{D72B7712-95DC-7639-85F6-0FB935384190}"/>
              </a:ext>
            </a:extLst>
          </p:cNvPr>
          <p:cNvSpPr>
            <a:spLocks noGrp="1"/>
          </p:cNvSpPr>
          <p:nvPr>
            <p:ph type="title" hasCustomPrompt="1"/>
          </p:nvPr>
        </p:nvSpPr>
        <p:spPr>
          <a:xfrm>
            <a:off x="339633" y="702407"/>
            <a:ext cx="4765767" cy="1215333"/>
          </a:xfrm>
          <a:prstGeom prst="rect">
            <a:avLst/>
          </a:prstGeom>
        </p:spPr>
        <p:txBody>
          <a:bodyPr wrap="square" lIns="45720" rIns="0">
            <a:spAutoFit/>
          </a:bodyPr>
          <a:lstStyle>
            <a:lvl1pPr>
              <a:lnSpc>
                <a:spcPct val="85000"/>
              </a:lnSpc>
              <a:defRPr sz="4200" b="0" i="0" spc="-130">
                <a:solidFill>
                  <a:schemeClr val="bg1"/>
                </a:solidFill>
                <a:latin typeface="Arial" panose="020B0604020202020204" pitchFamily="34" charset="0"/>
                <a:cs typeface="Arial" panose="020B0604020202020204" pitchFamily="34" charset="0"/>
              </a:defRPr>
            </a:lvl1pPr>
          </a:lstStyle>
          <a:p>
            <a:r>
              <a:rPr lang="en-US" dirty="0"/>
              <a:t>Content Slide – </a:t>
            </a:r>
            <a:br>
              <a:rPr lang="en-US" dirty="0"/>
            </a:br>
            <a:r>
              <a:rPr lang="en-US" dirty="0"/>
              <a:t>Title Reversed</a:t>
            </a:r>
          </a:p>
        </p:txBody>
      </p:sp>
      <p:sp>
        <p:nvSpPr>
          <p:cNvPr id="8" name="2026 Western Digital Corporation All rights reserved">
            <a:extLst>
              <a:ext uri="{FF2B5EF4-FFF2-40B4-BE49-F238E27FC236}">
                <a16:creationId xmlns:a16="http://schemas.microsoft.com/office/drawing/2014/main" id="{FE7513F5-F1D9-336A-FCDC-4025CC657F1A}"/>
              </a:ext>
            </a:extLst>
          </p:cNvPr>
          <p:cNvSpPr/>
          <p:nvPr/>
        </p:nvSpPr>
        <p:spPr>
          <a:xfrm>
            <a:off x="419100" y="6638989"/>
            <a:ext cx="2794000" cy="92589"/>
          </a:xfrm>
          <a:prstGeom prst="rect">
            <a:avLst/>
          </a:prstGeom>
          <a:noFill/>
          <a:ln/>
        </p:spPr>
        <p:txBody>
          <a:bodyPr wrap="square" lIns="0" tIns="0" rIns="0" bIns="0" rtlCol="0" anchor="t">
            <a:spAutoFit/>
          </a:bodyPr>
          <a:lstStyle/>
          <a:p>
            <a:pPr>
              <a:lnSpc>
                <a:spcPct val="75000"/>
              </a:lnSpc>
            </a:pPr>
            <a:r>
              <a:rPr lang="en-US" sz="800" b="0" i="0" dirty="0">
                <a:solidFill>
                  <a:schemeClr val="tx1"/>
                </a:solidFill>
                <a:latin typeface="Arial" panose="020B0604020202020204" pitchFamily="34" charset="0"/>
                <a:ea typeface="Arial" pitchFamily="34" charset="-122"/>
                <a:cs typeface="Arial" panose="020B0604020202020204" pitchFamily="34" charset="0"/>
              </a:rPr>
              <a:t>©  2026 Western Digital Corporation. All rights reserved.</a:t>
            </a:r>
            <a:endParaRPr lang="en-US" sz="800" b="0" i="0" dirty="0">
              <a:solidFill>
                <a:schemeClr val="tx1"/>
              </a:solidFill>
              <a:latin typeface="Arial" panose="020B0604020202020204" pitchFamily="34" charset="0"/>
              <a:cs typeface="Arial" panose="020B0604020202020204" pitchFamily="34" charset="0"/>
            </a:endParaRPr>
          </a:p>
        </p:txBody>
      </p:sp>
      <p:sp>
        <p:nvSpPr>
          <p:cNvPr id="10" name="Slide Number Placeholder 1">
            <a:extLst>
              <a:ext uri="{FF2B5EF4-FFF2-40B4-BE49-F238E27FC236}">
                <a16:creationId xmlns:a16="http://schemas.microsoft.com/office/drawing/2014/main" id="{5467E32F-C75B-80DF-09E8-A08F7B09E10F}"/>
              </a:ext>
            </a:extLst>
          </p:cNvPr>
          <p:cNvSpPr>
            <a:spLocks noGrp="1"/>
          </p:cNvSpPr>
          <p:nvPr>
            <p:ph type="sldNum" sz="quarter" idx="4"/>
          </p:nvPr>
        </p:nvSpPr>
        <p:spPr>
          <a:xfrm>
            <a:off x="11215668" y="6562157"/>
            <a:ext cx="658832" cy="215444"/>
          </a:xfrm>
          <a:prstGeom prst="rect">
            <a:avLst/>
          </a:prstGeom>
        </p:spPr>
        <p:txBody>
          <a:bodyPr vert="horz" lIns="91440" tIns="45720" rIns="0" bIns="45720" rtlCol="0" anchor="ctr">
            <a:spAutoFit/>
          </a:bodyPr>
          <a:lstStyle>
            <a:lvl1pPr algn="r">
              <a:defRPr sz="800" b="0" i="0">
                <a:solidFill>
                  <a:schemeClr val="tx1"/>
                </a:solidFill>
                <a:latin typeface="Arial" panose="020B0604020202020204" pitchFamily="34" charset="0"/>
                <a:cs typeface="Arial" panose="020B0604020202020204" pitchFamily="34" charset="0"/>
              </a:defRPr>
            </a:lvl1pPr>
          </a:lstStyle>
          <a:p>
            <a:fld id="{B06B19F4-CF25-446C-B362-D8BB27BE9D9B}" type="slidenum">
              <a:rPr lang="en-US" smtClean="0"/>
              <a:t>‹#›</a:t>
            </a:fld>
            <a:endParaRPr lang="en-US"/>
          </a:p>
        </p:txBody>
      </p:sp>
      <p:sp>
        <p:nvSpPr>
          <p:cNvPr id="11" name="WD Confidential">
            <a:extLst>
              <a:ext uri="{FF2B5EF4-FFF2-40B4-BE49-F238E27FC236}">
                <a16:creationId xmlns:a16="http://schemas.microsoft.com/office/drawing/2014/main" id="{D6F95B93-2502-5684-FD9E-A3D22721EA1A}"/>
              </a:ext>
            </a:extLst>
          </p:cNvPr>
          <p:cNvSpPr/>
          <p:nvPr/>
        </p:nvSpPr>
        <p:spPr>
          <a:xfrm>
            <a:off x="8991600" y="6638990"/>
            <a:ext cx="1244600" cy="92589"/>
          </a:xfrm>
          <a:prstGeom prst="rect">
            <a:avLst/>
          </a:prstGeom>
          <a:noFill/>
          <a:ln/>
        </p:spPr>
        <p:txBody>
          <a:bodyPr wrap="square" lIns="0" tIns="0" rIns="0" bIns="0" rtlCol="0" anchor="t">
            <a:spAutoFit/>
          </a:bodyPr>
          <a:lstStyle/>
          <a:p>
            <a:pPr>
              <a:lnSpc>
                <a:spcPct val="75000"/>
              </a:lnSpc>
            </a:pPr>
            <a:r>
              <a:rPr lang="en-US" sz="800" b="0" i="0" dirty="0">
                <a:solidFill>
                  <a:schemeClr val="tx1"/>
                </a:solidFill>
                <a:latin typeface="Arial" panose="020B0604020202020204" pitchFamily="34" charset="0"/>
                <a:ea typeface="Arial" pitchFamily="34" charset="-122"/>
                <a:cs typeface="Arial" panose="020B0604020202020204" pitchFamily="34" charset="0"/>
              </a:rPr>
              <a:t>WD CONFIDENTIAL</a:t>
            </a:r>
            <a:endParaRPr lang="en-US" sz="800" b="0" i="0" dirty="0">
              <a:solidFill>
                <a:schemeClr val="tx1"/>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42067063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94.xml><?xml version="1.0" encoding="utf-8"?>
<p:sldLayout xmlns:a="http://schemas.openxmlformats.org/drawingml/2006/main" xmlns:r="http://schemas.openxmlformats.org/officeDocument/2006/relationships" xmlns:p="http://schemas.openxmlformats.org/presentationml/2006/main" preserve="1">
  <p:cSld name="1_Title (Reversed) and Image (Left) Vault Navy">
    <p:bg>
      <p:bgRef idx="1001">
        <a:schemeClr val="bg2"/>
      </p:bgRef>
    </p:bg>
    <p:spTree>
      <p:nvGrpSpPr>
        <p:cNvPr id="1" name=""/>
        <p:cNvGrpSpPr/>
        <p:nvPr/>
      </p:nvGrpSpPr>
      <p:grpSpPr>
        <a:xfrm>
          <a:off x="0" y="0"/>
          <a:ext cx="0" cy="0"/>
          <a:chOff x="0" y="0"/>
          <a:chExt cx="0" cy="0"/>
        </a:xfrm>
      </p:grpSpPr>
      <p:sp>
        <p:nvSpPr>
          <p:cNvPr id="9" name="Picture Placeholder 8">
            <a:extLst>
              <a:ext uri="{FF2B5EF4-FFF2-40B4-BE49-F238E27FC236}">
                <a16:creationId xmlns:a16="http://schemas.microsoft.com/office/drawing/2014/main" id="{9E974B86-CC47-E3A9-09B8-71351345FD3F}"/>
              </a:ext>
            </a:extLst>
          </p:cNvPr>
          <p:cNvSpPr>
            <a:spLocks noGrp="1"/>
          </p:cNvSpPr>
          <p:nvPr>
            <p:ph type="pic" sz="quarter" idx="15"/>
          </p:nvPr>
        </p:nvSpPr>
        <p:spPr>
          <a:xfrm>
            <a:off x="0" y="0"/>
            <a:ext cx="5105400" cy="6858000"/>
          </a:xfrm>
          <a:prstGeom prst="rect">
            <a:avLst/>
          </a:prstGeom>
        </p:spPr>
        <p:txBody>
          <a:bodyPr rIns="0"/>
          <a:lstStyle>
            <a:lvl1pPr>
              <a:defRPr b="0" i="0">
                <a:solidFill>
                  <a:schemeClr val="tx1"/>
                </a:solidFill>
                <a:latin typeface="Arial" panose="020B0604020202020204" pitchFamily="34" charset="0"/>
                <a:cs typeface="Arial" panose="020B0604020202020204" pitchFamily="34" charset="0"/>
              </a:defRPr>
            </a:lvl1pPr>
          </a:lstStyle>
          <a:p>
            <a:r>
              <a:rPr lang="en-US"/>
              <a:t>Click icon to add picture</a:t>
            </a:r>
            <a:endParaRPr lang="en-US" dirty="0"/>
          </a:p>
        </p:txBody>
      </p:sp>
      <p:sp>
        <p:nvSpPr>
          <p:cNvPr id="12" name="Rectangle 11">
            <a:extLst>
              <a:ext uri="{FF2B5EF4-FFF2-40B4-BE49-F238E27FC236}">
                <a16:creationId xmlns:a16="http://schemas.microsoft.com/office/drawing/2014/main" id="{AE5CBFB3-5C63-E76A-81F6-352AF6A96AC7}"/>
              </a:ext>
            </a:extLst>
          </p:cNvPr>
          <p:cNvSpPr/>
          <p:nvPr/>
        </p:nvSpPr>
        <p:spPr>
          <a:xfrm>
            <a:off x="0" y="0"/>
            <a:ext cx="5105400" cy="6858000"/>
          </a:xfrm>
          <a:prstGeom prst="rect">
            <a:avLst/>
          </a:prstGeom>
          <a:gradFill flip="none" rotWithShape="1">
            <a:gsLst>
              <a:gs pos="50000">
                <a:schemeClr val="tx1">
                  <a:alpha val="0"/>
                </a:schemeClr>
              </a:gs>
              <a:gs pos="0">
                <a:schemeClr val="bg1"/>
              </a:gs>
              <a:gs pos="99000">
                <a:schemeClr val="tx1">
                  <a:alpha val="0"/>
                </a:schemeClr>
              </a:gs>
            </a:gsLst>
            <a:lin ang="54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b="0" i="0" dirty="0">
              <a:solidFill>
                <a:schemeClr val="tx1"/>
              </a:solidFill>
              <a:latin typeface="Arial" panose="020B0604020202020204" pitchFamily="34" charset="0"/>
              <a:cs typeface="Arial" panose="020B0604020202020204" pitchFamily="34" charset="0"/>
            </a:endParaRPr>
          </a:p>
        </p:txBody>
      </p:sp>
      <p:pic>
        <p:nvPicPr>
          <p:cNvPr id="6" name="Logo" descr="preencoded.png">
            <a:extLst>
              <a:ext uri="{FF2B5EF4-FFF2-40B4-BE49-F238E27FC236}">
                <a16:creationId xmlns:a16="http://schemas.microsoft.com/office/drawing/2014/main" id="{6F697425-33B5-9D49-D509-9E59F4BC326C}"/>
              </a:ext>
            </a:extLst>
          </p:cNvPr>
          <p:cNvPicPr>
            <a:picLocks noChangeAspect="1"/>
          </p:cNvPicPr>
          <p:nvPr/>
        </p:nvPicPr>
        <p:blipFill>
          <a:blip>
            <a:extLst>
              <a:ext uri="{96DAC541-7B7A-43D3-8B79-37D633B846F1}">
                <asvg:svgBlip xmlns:asvg="http://schemas.microsoft.com/office/drawing/2016/SVG/main" r:embed="rId2"/>
              </a:ext>
            </a:extLst>
          </a:blip>
          <a:srcRect/>
          <a:stretch/>
        </p:blipFill>
        <p:spPr>
          <a:xfrm>
            <a:off x="10902950" y="419100"/>
            <a:ext cx="869950" cy="222250"/>
          </a:xfrm>
          <a:prstGeom prst="rect">
            <a:avLst/>
          </a:prstGeom>
        </p:spPr>
      </p:pic>
      <p:sp>
        <p:nvSpPr>
          <p:cNvPr id="3" name="Text Placeholder 14">
            <a:extLst>
              <a:ext uri="{FF2B5EF4-FFF2-40B4-BE49-F238E27FC236}">
                <a16:creationId xmlns:a16="http://schemas.microsoft.com/office/drawing/2014/main" id="{D739DB5F-A9FD-67F2-C5EA-D8FA35DDD455}"/>
              </a:ext>
            </a:extLst>
          </p:cNvPr>
          <p:cNvSpPr>
            <a:spLocks noGrp="1"/>
          </p:cNvSpPr>
          <p:nvPr>
            <p:ph type="body" sz="quarter" idx="13" hasCustomPrompt="1"/>
          </p:nvPr>
        </p:nvSpPr>
        <p:spPr>
          <a:xfrm>
            <a:off x="339725" y="333800"/>
            <a:ext cx="2860675" cy="307777"/>
          </a:xfrm>
          <a:prstGeom prst="rect">
            <a:avLst/>
          </a:prstGeom>
        </p:spPr>
        <p:txBody>
          <a:bodyPr wrap="square" lIns="82296" rIns="0">
            <a:spAutoFit/>
          </a:bodyPr>
          <a:lstStyle>
            <a:lvl1pPr>
              <a:lnSpc>
                <a:spcPct val="100000"/>
              </a:lnSpc>
              <a:buNone/>
              <a:defRPr sz="1400" b="1" i="0" spc="-30">
                <a:solidFill>
                  <a:schemeClr val="tx1"/>
                </a:solidFill>
                <a:latin typeface="Arial" panose="020B0604020202020204" pitchFamily="34" charset="0"/>
                <a:cs typeface="Arial" panose="020B0604020202020204" pitchFamily="34" charset="0"/>
              </a:defRPr>
            </a:lvl1pPr>
          </a:lstStyle>
          <a:p>
            <a:pPr lvl="0"/>
            <a:r>
              <a:rPr lang="en-US" b="1" dirty="0"/>
              <a:t>Section Header</a:t>
            </a:r>
          </a:p>
        </p:txBody>
      </p:sp>
      <p:sp>
        <p:nvSpPr>
          <p:cNvPr id="4" name="Title 2">
            <a:extLst>
              <a:ext uri="{FF2B5EF4-FFF2-40B4-BE49-F238E27FC236}">
                <a16:creationId xmlns:a16="http://schemas.microsoft.com/office/drawing/2014/main" id="{D72B7712-95DC-7639-85F6-0FB935384190}"/>
              </a:ext>
            </a:extLst>
          </p:cNvPr>
          <p:cNvSpPr>
            <a:spLocks noGrp="1"/>
          </p:cNvSpPr>
          <p:nvPr>
            <p:ph type="title" hasCustomPrompt="1"/>
          </p:nvPr>
        </p:nvSpPr>
        <p:spPr>
          <a:xfrm>
            <a:off x="339633" y="702407"/>
            <a:ext cx="4765767" cy="1215333"/>
          </a:xfrm>
          <a:prstGeom prst="rect">
            <a:avLst/>
          </a:prstGeom>
        </p:spPr>
        <p:txBody>
          <a:bodyPr wrap="square" lIns="45720" rIns="0">
            <a:spAutoFit/>
          </a:bodyPr>
          <a:lstStyle>
            <a:lvl1pPr>
              <a:lnSpc>
                <a:spcPct val="85000"/>
              </a:lnSpc>
              <a:defRPr sz="4200" b="0" i="0" spc="-130">
                <a:solidFill>
                  <a:schemeClr val="tx1"/>
                </a:solidFill>
                <a:latin typeface="Arial" panose="020B0604020202020204" pitchFamily="34" charset="0"/>
                <a:cs typeface="Arial" panose="020B0604020202020204" pitchFamily="34" charset="0"/>
              </a:defRPr>
            </a:lvl1pPr>
          </a:lstStyle>
          <a:p>
            <a:r>
              <a:rPr lang="en-US" dirty="0"/>
              <a:t>Content Slide – </a:t>
            </a:r>
            <a:br>
              <a:rPr lang="en-US" dirty="0"/>
            </a:br>
            <a:r>
              <a:rPr lang="en-US" dirty="0"/>
              <a:t>Title Reversed</a:t>
            </a:r>
          </a:p>
        </p:txBody>
      </p:sp>
      <p:sp>
        <p:nvSpPr>
          <p:cNvPr id="8" name="2026 Western Digital Corporation All rights reserved">
            <a:extLst>
              <a:ext uri="{FF2B5EF4-FFF2-40B4-BE49-F238E27FC236}">
                <a16:creationId xmlns:a16="http://schemas.microsoft.com/office/drawing/2014/main" id="{D4CE2AA7-6F6A-715E-2844-FD817473448C}"/>
              </a:ext>
            </a:extLst>
          </p:cNvPr>
          <p:cNvSpPr/>
          <p:nvPr/>
        </p:nvSpPr>
        <p:spPr>
          <a:xfrm>
            <a:off x="419100" y="6638989"/>
            <a:ext cx="2794000" cy="92589"/>
          </a:xfrm>
          <a:prstGeom prst="rect">
            <a:avLst/>
          </a:prstGeom>
          <a:noFill/>
          <a:ln/>
        </p:spPr>
        <p:txBody>
          <a:bodyPr wrap="square" lIns="0" tIns="0" rIns="0" bIns="0" rtlCol="0" anchor="t">
            <a:spAutoFit/>
          </a:bodyPr>
          <a:lstStyle/>
          <a:p>
            <a:pPr>
              <a:lnSpc>
                <a:spcPct val="75000"/>
              </a:lnSpc>
            </a:pPr>
            <a:r>
              <a:rPr lang="en-US" sz="800" b="0" i="0" dirty="0">
                <a:solidFill>
                  <a:schemeClr val="tx1"/>
                </a:solidFill>
                <a:latin typeface="Arial" panose="020B0604020202020204" pitchFamily="34" charset="0"/>
                <a:ea typeface="Arial" pitchFamily="34" charset="-122"/>
                <a:cs typeface="Arial" panose="020B0604020202020204" pitchFamily="34" charset="0"/>
              </a:rPr>
              <a:t>©  2026 Western Digital Corporation. All rights reserved.</a:t>
            </a:r>
            <a:endParaRPr lang="en-US" sz="800" b="0" i="0" dirty="0">
              <a:solidFill>
                <a:schemeClr val="tx1"/>
              </a:solidFill>
              <a:latin typeface="Arial" panose="020B0604020202020204" pitchFamily="34" charset="0"/>
              <a:cs typeface="Arial" panose="020B0604020202020204" pitchFamily="34" charset="0"/>
            </a:endParaRPr>
          </a:p>
        </p:txBody>
      </p:sp>
      <p:sp>
        <p:nvSpPr>
          <p:cNvPr id="10" name="Slide Number Placeholder 1">
            <a:extLst>
              <a:ext uri="{FF2B5EF4-FFF2-40B4-BE49-F238E27FC236}">
                <a16:creationId xmlns:a16="http://schemas.microsoft.com/office/drawing/2014/main" id="{4E925586-E1A3-2711-4260-20ACB17F52F8}"/>
              </a:ext>
            </a:extLst>
          </p:cNvPr>
          <p:cNvSpPr>
            <a:spLocks noGrp="1"/>
          </p:cNvSpPr>
          <p:nvPr>
            <p:ph type="sldNum" sz="quarter" idx="4"/>
          </p:nvPr>
        </p:nvSpPr>
        <p:spPr>
          <a:xfrm>
            <a:off x="11215668" y="6562157"/>
            <a:ext cx="658832" cy="215444"/>
          </a:xfrm>
          <a:prstGeom prst="rect">
            <a:avLst/>
          </a:prstGeom>
        </p:spPr>
        <p:txBody>
          <a:bodyPr vert="horz" lIns="91440" tIns="45720" rIns="0" bIns="45720" rtlCol="0" anchor="ctr">
            <a:spAutoFit/>
          </a:bodyPr>
          <a:lstStyle>
            <a:lvl1pPr algn="r">
              <a:defRPr sz="800" b="0" i="0">
                <a:solidFill>
                  <a:schemeClr val="tx1"/>
                </a:solidFill>
                <a:latin typeface="Arial" panose="020B0604020202020204" pitchFamily="34" charset="0"/>
                <a:cs typeface="Arial" panose="020B0604020202020204" pitchFamily="34" charset="0"/>
              </a:defRPr>
            </a:lvl1pPr>
          </a:lstStyle>
          <a:p>
            <a:fld id="{B06B19F4-CF25-446C-B362-D8BB27BE9D9B}" type="slidenum">
              <a:rPr lang="en-US" smtClean="0"/>
              <a:t>‹#›</a:t>
            </a:fld>
            <a:endParaRPr lang="en-US"/>
          </a:p>
        </p:txBody>
      </p:sp>
      <p:sp>
        <p:nvSpPr>
          <p:cNvPr id="11" name="WD Confidential">
            <a:extLst>
              <a:ext uri="{FF2B5EF4-FFF2-40B4-BE49-F238E27FC236}">
                <a16:creationId xmlns:a16="http://schemas.microsoft.com/office/drawing/2014/main" id="{F1726C1D-A19D-40D2-D37D-1F82A06C2F31}"/>
              </a:ext>
            </a:extLst>
          </p:cNvPr>
          <p:cNvSpPr/>
          <p:nvPr/>
        </p:nvSpPr>
        <p:spPr>
          <a:xfrm>
            <a:off x="8991600" y="6638990"/>
            <a:ext cx="1244600" cy="92589"/>
          </a:xfrm>
          <a:prstGeom prst="rect">
            <a:avLst/>
          </a:prstGeom>
          <a:noFill/>
          <a:ln/>
        </p:spPr>
        <p:txBody>
          <a:bodyPr wrap="square" lIns="0" tIns="0" rIns="0" bIns="0" rtlCol="0" anchor="t">
            <a:spAutoFit/>
          </a:bodyPr>
          <a:lstStyle/>
          <a:p>
            <a:pPr>
              <a:lnSpc>
                <a:spcPct val="75000"/>
              </a:lnSpc>
            </a:pPr>
            <a:r>
              <a:rPr lang="en-US" sz="800" b="0" i="0" dirty="0">
                <a:solidFill>
                  <a:schemeClr val="tx1"/>
                </a:solidFill>
                <a:latin typeface="Arial" panose="020B0604020202020204" pitchFamily="34" charset="0"/>
                <a:ea typeface="Arial" pitchFamily="34" charset="-122"/>
                <a:cs typeface="Arial" panose="020B0604020202020204" pitchFamily="34" charset="0"/>
              </a:rPr>
              <a:t>WD CONFIDENTIAL</a:t>
            </a:r>
            <a:endParaRPr lang="en-US" sz="800" b="0" i="0" dirty="0">
              <a:solidFill>
                <a:schemeClr val="tx1"/>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940253369"/>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95.xml><?xml version="1.0" encoding="utf-8"?>
<p:sldLayout xmlns:a="http://schemas.openxmlformats.org/drawingml/2006/main" xmlns:r="http://schemas.openxmlformats.org/officeDocument/2006/relationships" xmlns:p="http://schemas.openxmlformats.org/presentationml/2006/main" preserve="1">
  <p:cSld name="1_Title and 4-Image Grid White">
    <p:bg>
      <p:bgPr>
        <a:solidFill>
          <a:schemeClr val="bg1"/>
        </a:solidFill>
        <a:effectLst/>
      </p:bgPr>
    </p:bg>
    <p:spTree>
      <p:nvGrpSpPr>
        <p:cNvPr id="1" name=""/>
        <p:cNvGrpSpPr/>
        <p:nvPr/>
      </p:nvGrpSpPr>
      <p:grpSpPr>
        <a:xfrm>
          <a:off x="0" y="0"/>
          <a:ext cx="0" cy="0"/>
          <a:chOff x="0" y="0"/>
          <a:chExt cx="0" cy="0"/>
        </a:xfrm>
      </p:grpSpPr>
      <p:sp>
        <p:nvSpPr>
          <p:cNvPr id="11" name="Picture Placeholder 4">
            <a:extLst>
              <a:ext uri="{FF2B5EF4-FFF2-40B4-BE49-F238E27FC236}">
                <a16:creationId xmlns:a16="http://schemas.microsoft.com/office/drawing/2014/main" id="{83F5FE23-B62A-7209-F6C5-B67C514CECDA}"/>
              </a:ext>
            </a:extLst>
          </p:cNvPr>
          <p:cNvSpPr>
            <a:spLocks noGrp="1"/>
          </p:cNvSpPr>
          <p:nvPr>
            <p:ph type="pic" sz="quarter" idx="17"/>
          </p:nvPr>
        </p:nvSpPr>
        <p:spPr>
          <a:xfrm>
            <a:off x="8039100" y="4565652"/>
            <a:ext cx="2074302" cy="2299272"/>
          </a:xfrm>
          <a:prstGeom prst="rect">
            <a:avLst/>
          </a:prstGeom>
        </p:spPr>
        <p:txBody>
          <a:bodyPr rIns="0"/>
          <a:lstStyle>
            <a:lvl1pPr>
              <a:defRPr b="0" i="0">
                <a:latin typeface="Arial" panose="020B0604020202020204" pitchFamily="34" charset="0"/>
                <a:cs typeface="Arial" panose="020B0604020202020204" pitchFamily="34" charset="0"/>
              </a:defRPr>
            </a:lvl1pPr>
          </a:lstStyle>
          <a:p>
            <a:r>
              <a:rPr lang="en-US"/>
              <a:t>Click icon to add picture</a:t>
            </a:r>
            <a:endParaRPr lang="en-US" dirty="0"/>
          </a:p>
        </p:txBody>
      </p:sp>
      <p:sp>
        <p:nvSpPr>
          <p:cNvPr id="12" name="Picture Placeholder 4">
            <a:extLst>
              <a:ext uri="{FF2B5EF4-FFF2-40B4-BE49-F238E27FC236}">
                <a16:creationId xmlns:a16="http://schemas.microsoft.com/office/drawing/2014/main" id="{C6F941C6-2081-0AB0-9116-86BCA188C57B}"/>
              </a:ext>
            </a:extLst>
          </p:cNvPr>
          <p:cNvSpPr>
            <a:spLocks noGrp="1"/>
          </p:cNvSpPr>
          <p:nvPr>
            <p:ph type="pic" sz="quarter" idx="18"/>
          </p:nvPr>
        </p:nvSpPr>
        <p:spPr>
          <a:xfrm>
            <a:off x="10113402" y="4565652"/>
            <a:ext cx="2078598" cy="2299272"/>
          </a:xfrm>
          <a:prstGeom prst="rect">
            <a:avLst/>
          </a:prstGeom>
        </p:spPr>
        <p:txBody>
          <a:bodyPr rIns="0"/>
          <a:lstStyle>
            <a:lvl1pPr>
              <a:defRPr b="0" i="0">
                <a:latin typeface="Arial" panose="020B0604020202020204" pitchFamily="34" charset="0"/>
                <a:cs typeface="Arial" panose="020B0604020202020204" pitchFamily="34" charset="0"/>
              </a:defRPr>
            </a:lvl1pPr>
          </a:lstStyle>
          <a:p>
            <a:r>
              <a:rPr lang="en-US"/>
              <a:t>Click icon to add picture</a:t>
            </a:r>
            <a:endParaRPr lang="en-US" dirty="0"/>
          </a:p>
        </p:txBody>
      </p:sp>
      <p:sp>
        <p:nvSpPr>
          <p:cNvPr id="5" name="Picture Placeholder 4">
            <a:extLst>
              <a:ext uri="{FF2B5EF4-FFF2-40B4-BE49-F238E27FC236}">
                <a16:creationId xmlns:a16="http://schemas.microsoft.com/office/drawing/2014/main" id="{64FA33BF-F5F6-FB1D-EAC2-F5D76DAC5187}"/>
              </a:ext>
            </a:extLst>
          </p:cNvPr>
          <p:cNvSpPr>
            <a:spLocks noGrp="1"/>
          </p:cNvSpPr>
          <p:nvPr>
            <p:ph type="pic" sz="quarter" idx="15"/>
          </p:nvPr>
        </p:nvSpPr>
        <p:spPr>
          <a:xfrm>
            <a:off x="8039100" y="2292350"/>
            <a:ext cx="2074302" cy="2279650"/>
          </a:xfrm>
          <a:prstGeom prst="rect">
            <a:avLst/>
          </a:prstGeom>
        </p:spPr>
        <p:txBody>
          <a:bodyPr rIns="0"/>
          <a:lstStyle>
            <a:lvl1pPr>
              <a:defRPr b="0" i="0">
                <a:latin typeface="Arial" panose="020B0604020202020204" pitchFamily="34" charset="0"/>
                <a:cs typeface="Arial" panose="020B0604020202020204" pitchFamily="34" charset="0"/>
              </a:defRPr>
            </a:lvl1pPr>
          </a:lstStyle>
          <a:p>
            <a:r>
              <a:rPr lang="en-US"/>
              <a:t>Click icon to add picture</a:t>
            </a:r>
            <a:endParaRPr lang="en-US" dirty="0"/>
          </a:p>
        </p:txBody>
      </p:sp>
      <p:sp>
        <p:nvSpPr>
          <p:cNvPr id="10" name="Picture Placeholder 4">
            <a:extLst>
              <a:ext uri="{FF2B5EF4-FFF2-40B4-BE49-F238E27FC236}">
                <a16:creationId xmlns:a16="http://schemas.microsoft.com/office/drawing/2014/main" id="{ECC1E6C9-8423-12CB-5772-49593569DF34}"/>
              </a:ext>
            </a:extLst>
          </p:cNvPr>
          <p:cNvSpPr>
            <a:spLocks noGrp="1"/>
          </p:cNvSpPr>
          <p:nvPr>
            <p:ph type="pic" sz="quarter" idx="16"/>
          </p:nvPr>
        </p:nvSpPr>
        <p:spPr>
          <a:xfrm>
            <a:off x="10113402" y="2292350"/>
            <a:ext cx="2078598" cy="2279650"/>
          </a:xfrm>
          <a:prstGeom prst="rect">
            <a:avLst/>
          </a:prstGeom>
        </p:spPr>
        <p:txBody>
          <a:bodyPr rIns="0"/>
          <a:lstStyle>
            <a:lvl1pPr>
              <a:defRPr b="0" i="0">
                <a:latin typeface="Arial" panose="020B0604020202020204" pitchFamily="34" charset="0"/>
                <a:cs typeface="Arial" panose="020B0604020202020204" pitchFamily="34" charset="0"/>
              </a:defRPr>
            </a:lvl1pPr>
          </a:lstStyle>
          <a:p>
            <a:r>
              <a:rPr lang="en-US"/>
              <a:t>Click icon to add picture</a:t>
            </a:r>
            <a:endParaRPr lang="en-US" dirty="0"/>
          </a:p>
        </p:txBody>
      </p:sp>
      <p:sp>
        <p:nvSpPr>
          <p:cNvPr id="2" name="Rectangle 2826824">
            <a:extLst>
              <a:ext uri="{FF2B5EF4-FFF2-40B4-BE49-F238E27FC236}">
                <a16:creationId xmlns:a16="http://schemas.microsoft.com/office/drawing/2014/main" id="{5EC1BC48-341B-CB94-03C8-5902DE0FAD6B}"/>
              </a:ext>
            </a:extLst>
          </p:cNvPr>
          <p:cNvSpPr/>
          <p:nvPr/>
        </p:nvSpPr>
        <p:spPr>
          <a:xfrm>
            <a:off x="8039100" y="0"/>
            <a:ext cx="4152900" cy="2292350"/>
          </a:xfrm>
          <a:prstGeom prst="rect">
            <a:avLst/>
          </a:prstGeom>
          <a:solidFill>
            <a:schemeClr val="accent4"/>
          </a:solidFill>
          <a:ln/>
        </p:spPr>
        <p:txBody>
          <a:bodyPr/>
          <a:lstStyle/>
          <a:p>
            <a:endParaRPr lang="en-US" sz="1200" b="0" i="0" spc="-10" dirty="0">
              <a:latin typeface="Arial" panose="020B0604020202020204" pitchFamily="34" charset="0"/>
              <a:cs typeface="Arial" panose="020B0604020202020204" pitchFamily="34" charset="0"/>
            </a:endParaRPr>
          </a:p>
        </p:txBody>
      </p:sp>
      <p:pic>
        <p:nvPicPr>
          <p:cNvPr id="4" name="Logo" descr="preencoded.png">
            <a:extLst>
              <a:ext uri="{FF2B5EF4-FFF2-40B4-BE49-F238E27FC236}">
                <a16:creationId xmlns:a16="http://schemas.microsoft.com/office/drawing/2014/main" id="{3DC0599E-ABE3-1DBC-6207-01260A8C27CD}"/>
              </a:ext>
            </a:extLst>
          </p:cNvPr>
          <p:cNvPicPr>
            <a:picLocks noChangeAspect="1"/>
          </p:cNvPicPr>
          <p:nvPr/>
        </p:nvPicPr>
        <p:blipFill>
          <a:blip>
            <a:extLst>
              <a:ext uri="{96DAC541-7B7A-43D3-8B79-37D633B846F1}">
                <asvg:svgBlip xmlns:asvg="http://schemas.microsoft.com/office/drawing/2016/SVG/main" r:embed="rId2"/>
              </a:ext>
            </a:extLst>
          </a:blip>
          <a:srcRect/>
          <a:stretch/>
        </p:blipFill>
        <p:spPr>
          <a:xfrm>
            <a:off x="10902950" y="419100"/>
            <a:ext cx="869950" cy="222250"/>
          </a:xfrm>
          <a:prstGeom prst="rect">
            <a:avLst/>
          </a:prstGeom>
        </p:spPr>
      </p:pic>
      <p:sp>
        <p:nvSpPr>
          <p:cNvPr id="13" name="Text Placeholder 14">
            <a:extLst>
              <a:ext uri="{FF2B5EF4-FFF2-40B4-BE49-F238E27FC236}">
                <a16:creationId xmlns:a16="http://schemas.microsoft.com/office/drawing/2014/main" id="{1F431622-C5BC-CC47-C470-C077A00D61C3}"/>
              </a:ext>
            </a:extLst>
          </p:cNvPr>
          <p:cNvSpPr>
            <a:spLocks noGrp="1"/>
          </p:cNvSpPr>
          <p:nvPr>
            <p:ph type="body" sz="quarter" idx="19"/>
          </p:nvPr>
        </p:nvSpPr>
        <p:spPr>
          <a:xfrm>
            <a:off x="8915400" y="1112229"/>
            <a:ext cx="1905001" cy="584775"/>
          </a:xfrm>
          <a:prstGeom prst="rect">
            <a:avLst/>
          </a:prstGeom>
        </p:spPr>
        <p:txBody>
          <a:bodyPr wrap="square" lIns="73152" rIns="0">
            <a:spAutoFit/>
          </a:bodyPr>
          <a:lstStyle>
            <a:lvl1pPr marL="11113" indent="-11113">
              <a:lnSpc>
                <a:spcPct val="100000"/>
              </a:lnSpc>
              <a:buNone/>
              <a:tabLst/>
              <a:defRPr sz="1600" b="1" i="0" spc="-40">
                <a:solidFill>
                  <a:schemeClr val="tx2"/>
                </a:solidFill>
                <a:latin typeface="Arial" panose="020B0604020202020204" pitchFamily="34" charset="0"/>
                <a:cs typeface="Arial" panose="020B0604020202020204" pitchFamily="34" charset="0"/>
              </a:defRPr>
            </a:lvl1pPr>
          </a:lstStyle>
          <a:p>
            <a:pPr lvl="0"/>
            <a:r>
              <a:rPr lang="en-US"/>
              <a:t>Click to edit Master text styles</a:t>
            </a:r>
          </a:p>
        </p:txBody>
      </p:sp>
      <p:sp>
        <p:nvSpPr>
          <p:cNvPr id="3" name="Text Placeholder 14">
            <a:extLst>
              <a:ext uri="{FF2B5EF4-FFF2-40B4-BE49-F238E27FC236}">
                <a16:creationId xmlns:a16="http://schemas.microsoft.com/office/drawing/2014/main" id="{14CDBCCB-6E01-8EA8-A691-D8E84C8E908F}"/>
              </a:ext>
            </a:extLst>
          </p:cNvPr>
          <p:cNvSpPr>
            <a:spLocks noGrp="1"/>
          </p:cNvSpPr>
          <p:nvPr>
            <p:ph type="body" sz="quarter" idx="13" hasCustomPrompt="1"/>
          </p:nvPr>
        </p:nvSpPr>
        <p:spPr>
          <a:xfrm>
            <a:off x="339725" y="333800"/>
            <a:ext cx="2860675" cy="307777"/>
          </a:xfrm>
          <a:prstGeom prst="rect">
            <a:avLst/>
          </a:prstGeom>
        </p:spPr>
        <p:txBody>
          <a:bodyPr wrap="square" lIns="82296" rIns="0">
            <a:spAutoFit/>
          </a:bodyPr>
          <a:lstStyle>
            <a:lvl1pPr>
              <a:lnSpc>
                <a:spcPct val="100000"/>
              </a:lnSpc>
              <a:buNone/>
              <a:defRPr sz="1400" b="1" i="0" spc="-30">
                <a:solidFill>
                  <a:schemeClr val="tx2"/>
                </a:solidFill>
                <a:latin typeface="Arial" panose="020B0604020202020204" pitchFamily="34" charset="0"/>
                <a:cs typeface="Arial" panose="020B0604020202020204" pitchFamily="34" charset="0"/>
              </a:defRPr>
            </a:lvl1pPr>
          </a:lstStyle>
          <a:p>
            <a:pPr lvl="0"/>
            <a:r>
              <a:rPr lang="en-US" b="1" dirty="0"/>
              <a:t>Section Header</a:t>
            </a:r>
          </a:p>
        </p:txBody>
      </p:sp>
      <p:sp>
        <p:nvSpPr>
          <p:cNvPr id="9" name="Title 2">
            <a:extLst>
              <a:ext uri="{FF2B5EF4-FFF2-40B4-BE49-F238E27FC236}">
                <a16:creationId xmlns:a16="http://schemas.microsoft.com/office/drawing/2014/main" id="{0B979888-354B-53BF-C7CE-C7976C7F8E73}"/>
              </a:ext>
            </a:extLst>
          </p:cNvPr>
          <p:cNvSpPr>
            <a:spLocks noGrp="1"/>
          </p:cNvSpPr>
          <p:nvPr>
            <p:ph type="title" hasCustomPrompt="1"/>
          </p:nvPr>
        </p:nvSpPr>
        <p:spPr>
          <a:xfrm>
            <a:off x="339633" y="702407"/>
            <a:ext cx="3859070" cy="1215333"/>
          </a:xfrm>
          <a:prstGeom prst="rect">
            <a:avLst/>
          </a:prstGeom>
        </p:spPr>
        <p:txBody>
          <a:bodyPr wrap="square" lIns="45720" rIns="0">
            <a:spAutoFit/>
          </a:bodyPr>
          <a:lstStyle>
            <a:lvl1pPr>
              <a:lnSpc>
                <a:spcPct val="85000"/>
              </a:lnSpc>
              <a:defRPr sz="4200" b="0" i="0" spc="-130">
                <a:solidFill>
                  <a:schemeClr val="tx2"/>
                </a:solidFill>
                <a:latin typeface="Arial" panose="020B0604020202020204" pitchFamily="34" charset="0"/>
                <a:cs typeface="Arial" panose="020B0604020202020204" pitchFamily="34" charset="0"/>
              </a:defRPr>
            </a:lvl1pPr>
          </a:lstStyle>
          <a:p>
            <a:r>
              <a:rPr lang="en-US" dirty="0"/>
              <a:t>Content Slide – </a:t>
            </a:r>
            <a:br>
              <a:rPr lang="en-US" dirty="0"/>
            </a:br>
            <a:r>
              <a:rPr lang="en-US" dirty="0"/>
              <a:t>4-Image Grid</a:t>
            </a:r>
          </a:p>
        </p:txBody>
      </p:sp>
      <p:sp>
        <p:nvSpPr>
          <p:cNvPr id="6" name="2026 Western Digital Corporation All rights reserved">
            <a:extLst>
              <a:ext uri="{FF2B5EF4-FFF2-40B4-BE49-F238E27FC236}">
                <a16:creationId xmlns:a16="http://schemas.microsoft.com/office/drawing/2014/main" id="{C0753B19-0E94-5E37-B9BD-A749DDE08A37}"/>
              </a:ext>
            </a:extLst>
          </p:cNvPr>
          <p:cNvSpPr/>
          <p:nvPr/>
        </p:nvSpPr>
        <p:spPr>
          <a:xfrm>
            <a:off x="419100" y="6638989"/>
            <a:ext cx="2794000" cy="92589"/>
          </a:xfrm>
          <a:prstGeom prst="rect">
            <a:avLst/>
          </a:prstGeom>
          <a:noFill/>
          <a:ln/>
        </p:spPr>
        <p:txBody>
          <a:bodyPr wrap="square" lIns="0" tIns="0" rIns="0" bIns="0" rtlCol="0" anchor="t">
            <a:spAutoFit/>
          </a:bodyPr>
          <a:lstStyle/>
          <a:p>
            <a:pPr>
              <a:lnSpc>
                <a:spcPct val="75000"/>
              </a:lnSpc>
            </a:pPr>
            <a:r>
              <a:rPr lang="en-US" sz="800" b="0" i="0" dirty="0">
                <a:solidFill>
                  <a:schemeClr val="tx1"/>
                </a:solidFill>
                <a:latin typeface="Arial" panose="020B0604020202020204" pitchFamily="34" charset="0"/>
                <a:ea typeface="Arial" pitchFamily="34" charset="-122"/>
                <a:cs typeface="Arial" panose="020B0604020202020204" pitchFamily="34" charset="0"/>
              </a:rPr>
              <a:t>©  2026 Western Digital Corporation. All rights reserved.</a:t>
            </a:r>
            <a:endParaRPr lang="en-US" sz="800" b="0" i="0" dirty="0">
              <a:solidFill>
                <a:schemeClr val="tx1"/>
              </a:solidFill>
              <a:latin typeface="Arial" panose="020B0604020202020204" pitchFamily="34" charset="0"/>
              <a:cs typeface="Arial" panose="020B0604020202020204" pitchFamily="34" charset="0"/>
            </a:endParaRPr>
          </a:p>
        </p:txBody>
      </p:sp>
      <p:sp>
        <p:nvSpPr>
          <p:cNvPr id="7" name="Slide Number Placeholder 1">
            <a:extLst>
              <a:ext uri="{FF2B5EF4-FFF2-40B4-BE49-F238E27FC236}">
                <a16:creationId xmlns:a16="http://schemas.microsoft.com/office/drawing/2014/main" id="{DA4129A0-2945-A3BA-951C-76C38405773C}"/>
              </a:ext>
            </a:extLst>
          </p:cNvPr>
          <p:cNvSpPr>
            <a:spLocks noGrp="1"/>
          </p:cNvSpPr>
          <p:nvPr>
            <p:ph type="sldNum" sz="quarter" idx="4"/>
          </p:nvPr>
        </p:nvSpPr>
        <p:spPr>
          <a:xfrm>
            <a:off x="11215668" y="6562157"/>
            <a:ext cx="658832" cy="215444"/>
          </a:xfrm>
          <a:prstGeom prst="rect">
            <a:avLst/>
          </a:prstGeom>
        </p:spPr>
        <p:txBody>
          <a:bodyPr vert="horz" lIns="91440" tIns="45720" rIns="0" bIns="45720" rtlCol="0" anchor="ctr">
            <a:spAutoFit/>
          </a:bodyPr>
          <a:lstStyle>
            <a:lvl1pPr algn="r">
              <a:defRPr sz="800" b="0" i="0">
                <a:solidFill>
                  <a:schemeClr val="tx1"/>
                </a:solidFill>
                <a:latin typeface="Arial" panose="020B0604020202020204" pitchFamily="34" charset="0"/>
                <a:cs typeface="Arial" panose="020B0604020202020204" pitchFamily="34" charset="0"/>
              </a:defRPr>
            </a:lvl1pPr>
          </a:lstStyle>
          <a:p>
            <a:fld id="{B06B19F4-CF25-446C-B362-D8BB27BE9D9B}" type="slidenum">
              <a:rPr lang="en-US" smtClean="0"/>
              <a:t>‹#›</a:t>
            </a:fld>
            <a:endParaRPr lang="en-US"/>
          </a:p>
        </p:txBody>
      </p:sp>
      <p:sp>
        <p:nvSpPr>
          <p:cNvPr id="8" name="WD Confidential">
            <a:extLst>
              <a:ext uri="{FF2B5EF4-FFF2-40B4-BE49-F238E27FC236}">
                <a16:creationId xmlns:a16="http://schemas.microsoft.com/office/drawing/2014/main" id="{B3471E69-DD52-0CA8-9CE0-38411AD35A3B}"/>
              </a:ext>
            </a:extLst>
          </p:cNvPr>
          <p:cNvSpPr/>
          <p:nvPr/>
        </p:nvSpPr>
        <p:spPr>
          <a:xfrm>
            <a:off x="8991600" y="6638990"/>
            <a:ext cx="1244600" cy="92589"/>
          </a:xfrm>
          <a:prstGeom prst="rect">
            <a:avLst/>
          </a:prstGeom>
          <a:noFill/>
          <a:ln/>
        </p:spPr>
        <p:txBody>
          <a:bodyPr wrap="square" lIns="0" tIns="0" rIns="0" bIns="0" rtlCol="0" anchor="t">
            <a:spAutoFit/>
          </a:bodyPr>
          <a:lstStyle/>
          <a:p>
            <a:pPr>
              <a:lnSpc>
                <a:spcPct val="75000"/>
              </a:lnSpc>
            </a:pPr>
            <a:r>
              <a:rPr lang="en-US" sz="800" b="0" i="0" dirty="0">
                <a:solidFill>
                  <a:schemeClr val="tx1"/>
                </a:solidFill>
                <a:latin typeface="Arial" panose="020B0604020202020204" pitchFamily="34" charset="0"/>
                <a:ea typeface="Arial" pitchFamily="34" charset="-122"/>
                <a:cs typeface="Arial" panose="020B0604020202020204" pitchFamily="34" charset="0"/>
              </a:rPr>
              <a:t>WD CONFIDENTIAL</a:t>
            </a:r>
            <a:endParaRPr lang="en-US" sz="800" b="0" i="0" dirty="0">
              <a:solidFill>
                <a:schemeClr val="tx1"/>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72757004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96.xml><?xml version="1.0" encoding="utf-8"?>
<p:sldLayout xmlns:a="http://schemas.openxmlformats.org/drawingml/2006/main" xmlns:r="http://schemas.openxmlformats.org/officeDocument/2006/relationships" xmlns:p="http://schemas.openxmlformats.org/presentationml/2006/main" preserve="1">
  <p:cSld name="1_Title and 4-Image Grid Vault Navy">
    <p:bg>
      <p:bgRef idx="1001">
        <a:schemeClr val="bg2"/>
      </p:bgRef>
    </p:bg>
    <p:spTree>
      <p:nvGrpSpPr>
        <p:cNvPr id="1" name=""/>
        <p:cNvGrpSpPr/>
        <p:nvPr/>
      </p:nvGrpSpPr>
      <p:grpSpPr>
        <a:xfrm>
          <a:off x="0" y="0"/>
          <a:ext cx="0" cy="0"/>
          <a:chOff x="0" y="0"/>
          <a:chExt cx="0" cy="0"/>
        </a:xfrm>
      </p:grpSpPr>
      <p:sp>
        <p:nvSpPr>
          <p:cNvPr id="11" name="Picture Placeholder 4">
            <a:extLst>
              <a:ext uri="{FF2B5EF4-FFF2-40B4-BE49-F238E27FC236}">
                <a16:creationId xmlns:a16="http://schemas.microsoft.com/office/drawing/2014/main" id="{83F5FE23-B62A-7209-F6C5-B67C514CECDA}"/>
              </a:ext>
            </a:extLst>
          </p:cNvPr>
          <p:cNvSpPr>
            <a:spLocks noGrp="1"/>
          </p:cNvSpPr>
          <p:nvPr>
            <p:ph type="pic" sz="quarter" idx="17"/>
          </p:nvPr>
        </p:nvSpPr>
        <p:spPr>
          <a:xfrm>
            <a:off x="8039100" y="4565652"/>
            <a:ext cx="2074302" cy="2299272"/>
          </a:xfrm>
          <a:prstGeom prst="rect">
            <a:avLst/>
          </a:prstGeom>
        </p:spPr>
        <p:txBody>
          <a:bodyPr rIns="0"/>
          <a:lstStyle>
            <a:lvl1pPr>
              <a:defRPr b="0" i="0">
                <a:solidFill>
                  <a:schemeClr val="tx1"/>
                </a:solidFill>
                <a:latin typeface="Arial" panose="020B0604020202020204" pitchFamily="34" charset="0"/>
                <a:cs typeface="Arial" panose="020B0604020202020204" pitchFamily="34" charset="0"/>
              </a:defRPr>
            </a:lvl1pPr>
          </a:lstStyle>
          <a:p>
            <a:r>
              <a:rPr lang="en-US"/>
              <a:t>Click icon to add picture</a:t>
            </a:r>
            <a:endParaRPr lang="en-US" dirty="0"/>
          </a:p>
        </p:txBody>
      </p:sp>
      <p:sp>
        <p:nvSpPr>
          <p:cNvPr id="12" name="Picture Placeholder 4">
            <a:extLst>
              <a:ext uri="{FF2B5EF4-FFF2-40B4-BE49-F238E27FC236}">
                <a16:creationId xmlns:a16="http://schemas.microsoft.com/office/drawing/2014/main" id="{C6F941C6-2081-0AB0-9116-86BCA188C57B}"/>
              </a:ext>
            </a:extLst>
          </p:cNvPr>
          <p:cNvSpPr>
            <a:spLocks noGrp="1"/>
          </p:cNvSpPr>
          <p:nvPr>
            <p:ph type="pic" sz="quarter" idx="18"/>
          </p:nvPr>
        </p:nvSpPr>
        <p:spPr>
          <a:xfrm>
            <a:off x="10113402" y="4565652"/>
            <a:ext cx="2078598" cy="2299272"/>
          </a:xfrm>
          <a:prstGeom prst="rect">
            <a:avLst/>
          </a:prstGeom>
        </p:spPr>
        <p:txBody>
          <a:bodyPr rIns="0"/>
          <a:lstStyle>
            <a:lvl1pPr>
              <a:defRPr b="0" i="0">
                <a:solidFill>
                  <a:schemeClr val="tx1"/>
                </a:solidFill>
                <a:latin typeface="Arial" panose="020B0604020202020204" pitchFamily="34" charset="0"/>
                <a:cs typeface="Arial" panose="020B0604020202020204" pitchFamily="34" charset="0"/>
              </a:defRPr>
            </a:lvl1pPr>
          </a:lstStyle>
          <a:p>
            <a:r>
              <a:rPr lang="en-US"/>
              <a:t>Click icon to add picture</a:t>
            </a:r>
            <a:endParaRPr lang="en-US" dirty="0"/>
          </a:p>
        </p:txBody>
      </p:sp>
      <p:sp>
        <p:nvSpPr>
          <p:cNvPr id="5" name="Picture Placeholder 4">
            <a:extLst>
              <a:ext uri="{FF2B5EF4-FFF2-40B4-BE49-F238E27FC236}">
                <a16:creationId xmlns:a16="http://schemas.microsoft.com/office/drawing/2014/main" id="{64FA33BF-F5F6-FB1D-EAC2-F5D76DAC5187}"/>
              </a:ext>
            </a:extLst>
          </p:cNvPr>
          <p:cNvSpPr>
            <a:spLocks noGrp="1"/>
          </p:cNvSpPr>
          <p:nvPr>
            <p:ph type="pic" sz="quarter" idx="15"/>
          </p:nvPr>
        </p:nvSpPr>
        <p:spPr>
          <a:xfrm>
            <a:off x="8039100" y="2292350"/>
            <a:ext cx="2074302" cy="2279650"/>
          </a:xfrm>
          <a:prstGeom prst="rect">
            <a:avLst/>
          </a:prstGeom>
        </p:spPr>
        <p:txBody>
          <a:bodyPr rIns="0"/>
          <a:lstStyle>
            <a:lvl1pPr>
              <a:defRPr b="0" i="0">
                <a:solidFill>
                  <a:schemeClr val="tx1"/>
                </a:solidFill>
                <a:latin typeface="Arial" panose="020B0604020202020204" pitchFamily="34" charset="0"/>
                <a:cs typeface="Arial" panose="020B0604020202020204" pitchFamily="34" charset="0"/>
              </a:defRPr>
            </a:lvl1pPr>
          </a:lstStyle>
          <a:p>
            <a:r>
              <a:rPr lang="en-US"/>
              <a:t>Click icon to add picture</a:t>
            </a:r>
            <a:endParaRPr lang="en-US" dirty="0"/>
          </a:p>
        </p:txBody>
      </p:sp>
      <p:sp>
        <p:nvSpPr>
          <p:cNvPr id="10" name="Picture Placeholder 4">
            <a:extLst>
              <a:ext uri="{FF2B5EF4-FFF2-40B4-BE49-F238E27FC236}">
                <a16:creationId xmlns:a16="http://schemas.microsoft.com/office/drawing/2014/main" id="{ECC1E6C9-8423-12CB-5772-49593569DF34}"/>
              </a:ext>
            </a:extLst>
          </p:cNvPr>
          <p:cNvSpPr>
            <a:spLocks noGrp="1"/>
          </p:cNvSpPr>
          <p:nvPr>
            <p:ph type="pic" sz="quarter" idx="16"/>
          </p:nvPr>
        </p:nvSpPr>
        <p:spPr>
          <a:xfrm>
            <a:off x="10113402" y="2292350"/>
            <a:ext cx="2078598" cy="2279650"/>
          </a:xfrm>
          <a:prstGeom prst="rect">
            <a:avLst/>
          </a:prstGeom>
        </p:spPr>
        <p:txBody>
          <a:bodyPr rIns="0"/>
          <a:lstStyle>
            <a:lvl1pPr>
              <a:defRPr b="0" i="0">
                <a:solidFill>
                  <a:schemeClr val="tx1"/>
                </a:solidFill>
                <a:latin typeface="Arial" panose="020B0604020202020204" pitchFamily="34" charset="0"/>
                <a:cs typeface="Arial" panose="020B0604020202020204" pitchFamily="34" charset="0"/>
              </a:defRPr>
            </a:lvl1pPr>
          </a:lstStyle>
          <a:p>
            <a:r>
              <a:rPr lang="en-US"/>
              <a:t>Click icon to add picture</a:t>
            </a:r>
            <a:endParaRPr lang="en-US" dirty="0"/>
          </a:p>
        </p:txBody>
      </p:sp>
      <p:sp>
        <p:nvSpPr>
          <p:cNvPr id="2" name="Rectangle 2826824">
            <a:extLst>
              <a:ext uri="{FF2B5EF4-FFF2-40B4-BE49-F238E27FC236}">
                <a16:creationId xmlns:a16="http://schemas.microsoft.com/office/drawing/2014/main" id="{5EC1BC48-341B-CB94-03C8-5902DE0FAD6B}"/>
              </a:ext>
            </a:extLst>
          </p:cNvPr>
          <p:cNvSpPr/>
          <p:nvPr/>
        </p:nvSpPr>
        <p:spPr>
          <a:xfrm>
            <a:off x="8039100" y="0"/>
            <a:ext cx="4152900" cy="2292350"/>
          </a:xfrm>
          <a:prstGeom prst="rect">
            <a:avLst/>
          </a:prstGeom>
          <a:solidFill>
            <a:schemeClr val="accent4"/>
          </a:solidFill>
          <a:ln/>
        </p:spPr>
        <p:txBody>
          <a:bodyPr/>
          <a:lstStyle/>
          <a:p>
            <a:endParaRPr lang="en-US" sz="1200" b="0" i="0" spc="-10" dirty="0">
              <a:latin typeface="Arial" panose="020B0604020202020204" pitchFamily="34" charset="0"/>
              <a:cs typeface="Arial" panose="020B0604020202020204" pitchFamily="34" charset="0"/>
            </a:endParaRPr>
          </a:p>
        </p:txBody>
      </p:sp>
      <p:pic>
        <p:nvPicPr>
          <p:cNvPr id="4" name="Logo" descr="preencoded.png">
            <a:extLst>
              <a:ext uri="{FF2B5EF4-FFF2-40B4-BE49-F238E27FC236}">
                <a16:creationId xmlns:a16="http://schemas.microsoft.com/office/drawing/2014/main" id="{3DC0599E-ABE3-1DBC-6207-01260A8C27CD}"/>
              </a:ext>
            </a:extLst>
          </p:cNvPr>
          <p:cNvPicPr>
            <a:picLocks noChangeAspect="1"/>
          </p:cNvPicPr>
          <p:nvPr/>
        </p:nvPicPr>
        <p:blipFill>
          <a:blip>
            <a:extLst>
              <a:ext uri="{96DAC541-7B7A-43D3-8B79-37D633B846F1}">
                <asvg:svgBlip xmlns:asvg="http://schemas.microsoft.com/office/drawing/2016/SVG/main" r:embed="rId2"/>
              </a:ext>
            </a:extLst>
          </a:blip>
          <a:srcRect/>
          <a:stretch/>
        </p:blipFill>
        <p:spPr>
          <a:xfrm>
            <a:off x="10902950" y="419100"/>
            <a:ext cx="869950" cy="222250"/>
          </a:xfrm>
          <a:prstGeom prst="rect">
            <a:avLst/>
          </a:prstGeom>
        </p:spPr>
      </p:pic>
      <p:sp>
        <p:nvSpPr>
          <p:cNvPr id="13" name="Text Placeholder 14">
            <a:extLst>
              <a:ext uri="{FF2B5EF4-FFF2-40B4-BE49-F238E27FC236}">
                <a16:creationId xmlns:a16="http://schemas.microsoft.com/office/drawing/2014/main" id="{1F431622-C5BC-CC47-C470-C077A00D61C3}"/>
              </a:ext>
            </a:extLst>
          </p:cNvPr>
          <p:cNvSpPr>
            <a:spLocks noGrp="1"/>
          </p:cNvSpPr>
          <p:nvPr>
            <p:ph type="body" sz="quarter" idx="19"/>
          </p:nvPr>
        </p:nvSpPr>
        <p:spPr>
          <a:xfrm>
            <a:off x="8915400" y="1112229"/>
            <a:ext cx="1905001" cy="584775"/>
          </a:xfrm>
          <a:prstGeom prst="rect">
            <a:avLst/>
          </a:prstGeom>
        </p:spPr>
        <p:txBody>
          <a:bodyPr wrap="square" lIns="73152" rIns="0">
            <a:spAutoFit/>
          </a:bodyPr>
          <a:lstStyle>
            <a:lvl1pPr marL="7938" indent="-7938">
              <a:lnSpc>
                <a:spcPct val="100000"/>
              </a:lnSpc>
              <a:buNone/>
              <a:tabLst/>
              <a:defRPr sz="1600" b="1" i="0" spc="-40">
                <a:solidFill>
                  <a:schemeClr val="bg2"/>
                </a:solidFill>
                <a:latin typeface="Arial" panose="020B0604020202020204" pitchFamily="34" charset="0"/>
                <a:cs typeface="Arial" panose="020B0604020202020204" pitchFamily="34" charset="0"/>
              </a:defRPr>
            </a:lvl1pPr>
          </a:lstStyle>
          <a:p>
            <a:pPr lvl="0"/>
            <a:r>
              <a:rPr lang="en-US"/>
              <a:t>Click to edit Master text styles</a:t>
            </a:r>
          </a:p>
        </p:txBody>
      </p:sp>
      <p:sp>
        <p:nvSpPr>
          <p:cNvPr id="3" name="Text Placeholder 14">
            <a:extLst>
              <a:ext uri="{FF2B5EF4-FFF2-40B4-BE49-F238E27FC236}">
                <a16:creationId xmlns:a16="http://schemas.microsoft.com/office/drawing/2014/main" id="{14CDBCCB-6E01-8EA8-A691-D8E84C8E908F}"/>
              </a:ext>
            </a:extLst>
          </p:cNvPr>
          <p:cNvSpPr>
            <a:spLocks noGrp="1"/>
          </p:cNvSpPr>
          <p:nvPr>
            <p:ph type="body" sz="quarter" idx="13" hasCustomPrompt="1"/>
          </p:nvPr>
        </p:nvSpPr>
        <p:spPr>
          <a:xfrm>
            <a:off x="339725" y="333800"/>
            <a:ext cx="2860675" cy="307777"/>
          </a:xfrm>
          <a:prstGeom prst="rect">
            <a:avLst/>
          </a:prstGeom>
        </p:spPr>
        <p:txBody>
          <a:bodyPr wrap="square" lIns="82296" rIns="0">
            <a:spAutoFit/>
          </a:bodyPr>
          <a:lstStyle>
            <a:lvl1pPr>
              <a:lnSpc>
                <a:spcPct val="100000"/>
              </a:lnSpc>
              <a:buNone/>
              <a:defRPr sz="1400" b="1" i="0" spc="-30">
                <a:solidFill>
                  <a:schemeClr val="tx1"/>
                </a:solidFill>
                <a:latin typeface="Arial" panose="020B0604020202020204" pitchFamily="34" charset="0"/>
                <a:cs typeface="Arial" panose="020B0604020202020204" pitchFamily="34" charset="0"/>
              </a:defRPr>
            </a:lvl1pPr>
          </a:lstStyle>
          <a:p>
            <a:pPr lvl="0"/>
            <a:r>
              <a:rPr lang="en-US" b="1" dirty="0"/>
              <a:t>Section Header</a:t>
            </a:r>
          </a:p>
        </p:txBody>
      </p:sp>
      <p:sp>
        <p:nvSpPr>
          <p:cNvPr id="9" name="Title 2">
            <a:extLst>
              <a:ext uri="{FF2B5EF4-FFF2-40B4-BE49-F238E27FC236}">
                <a16:creationId xmlns:a16="http://schemas.microsoft.com/office/drawing/2014/main" id="{0B979888-354B-53BF-C7CE-C7976C7F8E73}"/>
              </a:ext>
            </a:extLst>
          </p:cNvPr>
          <p:cNvSpPr>
            <a:spLocks noGrp="1"/>
          </p:cNvSpPr>
          <p:nvPr>
            <p:ph type="title" hasCustomPrompt="1"/>
          </p:nvPr>
        </p:nvSpPr>
        <p:spPr>
          <a:xfrm>
            <a:off x="339633" y="702407"/>
            <a:ext cx="6670768" cy="1215333"/>
          </a:xfrm>
          <a:prstGeom prst="rect">
            <a:avLst/>
          </a:prstGeom>
        </p:spPr>
        <p:txBody>
          <a:bodyPr wrap="square" lIns="45720" rIns="0">
            <a:spAutoFit/>
          </a:bodyPr>
          <a:lstStyle>
            <a:lvl1pPr>
              <a:lnSpc>
                <a:spcPct val="85000"/>
              </a:lnSpc>
              <a:defRPr sz="4200" b="0" i="0" spc="-130">
                <a:solidFill>
                  <a:schemeClr val="tx1"/>
                </a:solidFill>
                <a:latin typeface="Arial" panose="020B0604020202020204" pitchFamily="34" charset="0"/>
                <a:cs typeface="Arial" panose="020B0604020202020204" pitchFamily="34" charset="0"/>
              </a:defRPr>
            </a:lvl1pPr>
          </a:lstStyle>
          <a:p>
            <a:r>
              <a:rPr lang="en-US" dirty="0"/>
              <a:t>Content Slide – </a:t>
            </a:r>
            <a:br>
              <a:rPr lang="en-US" dirty="0"/>
            </a:br>
            <a:r>
              <a:rPr lang="en-US" dirty="0"/>
              <a:t>4-Image Grid</a:t>
            </a:r>
          </a:p>
        </p:txBody>
      </p:sp>
      <p:sp>
        <p:nvSpPr>
          <p:cNvPr id="6" name="2026 Western Digital Corporation All rights reserved">
            <a:extLst>
              <a:ext uri="{FF2B5EF4-FFF2-40B4-BE49-F238E27FC236}">
                <a16:creationId xmlns:a16="http://schemas.microsoft.com/office/drawing/2014/main" id="{DE66D1A0-6F87-7355-6FB5-EC2E50AF2BFF}"/>
              </a:ext>
            </a:extLst>
          </p:cNvPr>
          <p:cNvSpPr/>
          <p:nvPr/>
        </p:nvSpPr>
        <p:spPr>
          <a:xfrm>
            <a:off x="419100" y="6638989"/>
            <a:ext cx="2794000" cy="92589"/>
          </a:xfrm>
          <a:prstGeom prst="rect">
            <a:avLst/>
          </a:prstGeom>
          <a:noFill/>
          <a:ln/>
        </p:spPr>
        <p:txBody>
          <a:bodyPr wrap="square" lIns="0" tIns="0" rIns="0" bIns="0" rtlCol="0" anchor="t">
            <a:spAutoFit/>
          </a:bodyPr>
          <a:lstStyle/>
          <a:p>
            <a:pPr>
              <a:lnSpc>
                <a:spcPct val="75000"/>
              </a:lnSpc>
            </a:pPr>
            <a:r>
              <a:rPr lang="en-US" sz="800" b="0" i="0" dirty="0">
                <a:solidFill>
                  <a:schemeClr val="tx1"/>
                </a:solidFill>
                <a:latin typeface="Arial" panose="020B0604020202020204" pitchFamily="34" charset="0"/>
                <a:ea typeface="Arial" pitchFamily="34" charset="-122"/>
                <a:cs typeface="Arial" panose="020B0604020202020204" pitchFamily="34" charset="0"/>
              </a:rPr>
              <a:t>©  2026 Western Digital Corporation. All rights reserved.</a:t>
            </a:r>
            <a:endParaRPr lang="en-US" sz="800" b="0" i="0" dirty="0">
              <a:solidFill>
                <a:schemeClr val="tx1"/>
              </a:solidFill>
              <a:latin typeface="Arial" panose="020B0604020202020204" pitchFamily="34" charset="0"/>
              <a:cs typeface="Arial" panose="020B0604020202020204" pitchFamily="34" charset="0"/>
            </a:endParaRPr>
          </a:p>
        </p:txBody>
      </p:sp>
      <p:sp>
        <p:nvSpPr>
          <p:cNvPr id="7" name="Slide Number Placeholder 1">
            <a:extLst>
              <a:ext uri="{FF2B5EF4-FFF2-40B4-BE49-F238E27FC236}">
                <a16:creationId xmlns:a16="http://schemas.microsoft.com/office/drawing/2014/main" id="{70795BE5-F45F-97D1-3174-2868FC66285D}"/>
              </a:ext>
            </a:extLst>
          </p:cNvPr>
          <p:cNvSpPr>
            <a:spLocks noGrp="1"/>
          </p:cNvSpPr>
          <p:nvPr>
            <p:ph type="sldNum" sz="quarter" idx="4"/>
          </p:nvPr>
        </p:nvSpPr>
        <p:spPr>
          <a:xfrm>
            <a:off x="11215668" y="6562157"/>
            <a:ext cx="658832" cy="215444"/>
          </a:xfrm>
          <a:prstGeom prst="rect">
            <a:avLst/>
          </a:prstGeom>
        </p:spPr>
        <p:txBody>
          <a:bodyPr vert="horz" lIns="91440" tIns="45720" rIns="0" bIns="45720" rtlCol="0" anchor="ctr">
            <a:spAutoFit/>
          </a:bodyPr>
          <a:lstStyle>
            <a:lvl1pPr algn="r">
              <a:defRPr sz="800" b="0" i="0">
                <a:solidFill>
                  <a:schemeClr val="tx1"/>
                </a:solidFill>
                <a:latin typeface="Arial" panose="020B0604020202020204" pitchFamily="34" charset="0"/>
                <a:cs typeface="Arial" panose="020B0604020202020204" pitchFamily="34" charset="0"/>
              </a:defRPr>
            </a:lvl1pPr>
          </a:lstStyle>
          <a:p>
            <a:fld id="{B06B19F4-CF25-446C-B362-D8BB27BE9D9B}" type="slidenum">
              <a:rPr lang="en-US" smtClean="0"/>
              <a:t>‹#›</a:t>
            </a:fld>
            <a:endParaRPr lang="en-US"/>
          </a:p>
        </p:txBody>
      </p:sp>
      <p:sp>
        <p:nvSpPr>
          <p:cNvPr id="8" name="WD Confidential">
            <a:extLst>
              <a:ext uri="{FF2B5EF4-FFF2-40B4-BE49-F238E27FC236}">
                <a16:creationId xmlns:a16="http://schemas.microsoft.com/office/drawing/2014/main" id="{95D1F8EE-1A0F-2C96-FC1C-4FAAFAF4DD03}"/>
              </a:ext>
            </a:extLst>
          </p:cNvPr>
          <p:cNvSpPr/>
          <p:nvPr/>
        </p:nvSpPr>
        <p:spPr>
          <a:xfrm>
            <a:off x="8991600" y="6638990"/>
            <a:ext cx="1244600" cy="92589"/>
          </a:xfrm>
          <a:prstGeom prst="rect">
            <a:avLst/>
          </a:prstGeom>
          <a:noFill/>
          <a:ln/>
        </p:spPr>
        <p:txBody>
          <a:bodyPr wrap="square" lIns="0" tIns="0" rIns="0" bIns="0" rtlCol="0" anchor="t">
            <a:spAutoFit/>
          </a:bodyPr>
          <a:lstStyle/>
          <a:p>
            <a:pPr>
              <a:lnSpc>
                <a:spcPct val="75000"/>
              </a:lnSpc>
            </a:pPr>
            <a:r>
              <a:rPr lang="en-US" sz="800" b="0" i="0" dirty="0">
                <a:solidFill>
                  <a:schemeClr val="tx1"/>
                </a:solidFill>
                <a:latin typeface="Arial" panose="020B0604020202020204" pitchFamily="34" charset="0"/>
                <a:ea typeface="Arial" pitchFamily="34" charset="-122"/>
                <a:cs typeface="Arial" panose="020B0604020202020204" pitchFamily="34" charset="0"/>
              </a:rPr>
              <a:t>WD CONFIDENTIAL</a:t>
            </a:r>
            <a:endParaRPr lang="en-US" sz="800" b="0" i="0" dirty="0">
              <a:solidFill>
                <a:schemeClr val="tx1"/>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751874865"/>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97.xml><?xml version="1.0" encoding="utf-8"?>
<p:sldLayout xmlns:a="http://schemas.openxmlformats.org/drawingml/2006/main" xmlns:r="http://schemas.openxmlformats.org/officeDocument/2006/relationships" xmlns:p="http://schemas.openxmlformats.org/presentationml/2006/main" preserve="1">
  <p:cSld name="1_Title and 6-Image Grid White">
    <p:bg>
      <p:bgPr>
        <a:solidFill>
          <a:schemeClr val="bg1"/>
        </a:solidFill>
        <a:effectLst/>
      </p:bgPr>
    </p:bg>
    <p:spTree>
      <p:nvGrpSpPr>
        <p:cNvPr id="1" name=""/>
        <p:cNvGrpSpPr/>
        <p:nvPr/>
      </p:nvGrpSpPr>
      <p:grpSpPr>
        <a:xfrm>
          <a:off x="0" y="0"/>
          <a:ext cx="0" cy="0"/>
          <a:chOff x="0" y="0"/>
          <a:chExt cx="0" cy="0"/>
        </a:xfrm>
      </p:grpSpPr>
      <p:sp>
        <p:nvSpPr>
          <p:cNvPr id="6" name="Picture Placeholder 4">
            <a:extLst>
              <a:ext uri="{FF2B5EF4-FFF2-40B4-BE49-F238E27FC236}">
                <a16:creationId xmlns:a16="http://schemas.microsoft.com/office/drawing/2014/main" id="{8AC27782-1955-C093-91A2-B66C8851DC87}"/>
              </a:ext>
            </a:extLst>
          </p:cNvPr>
          <p:cNvSpPr>
            <a:spLocks noGrp="1"/>
          </p:cNvSpPr>
          <p:nvPr>
            <p:ph type="pic" sz="quarter" idx="20"/>
          </p:nvPr>
        </p:nvSpPr>
        <p:spPr>
          <a:xfrm>
            <a:off x="10113402" y="4578924"/>
            <a:ext cx="2074302" cy="2286000"/>
          </a:xfrm>
          <a:prstGeom prst="rect">
            <a:avLst/>
          </a:prstGeom>
        </p:spPr>
        <p:txBody>
          <a:bodyPr rIns="0"/>
          <a:lstStyle>
            <a:lvl1pPr>
              <a:defRPr b="0" i="0">
                <a:solidFill>
                  <a:schemeClr val="tx1"/>
                </a:solidFill>
                <a:latin typeface="Arial" panose="020B0604020202020204" pitchFamily="34" charset="0"/>
                <a:cs typeface="Arial" panose="020B0604020202020204" pitchFamily="34" charset="0"/>
              </a:defRPr>
            </a:lvl1pPr>
          </a:lstStyle>
          <a:p>
            <a:r>
              <a:rPr lang="en-US"/>
              <a:t>Click icon to add picture</a:t>
            </a:r>
            <a:endParaRPr lang="en-US" dirty="0"/>
          </a:p>
        </p:txBody>
      </p:sp>
      <p:sp>
        <p:nvSpPr>
          <p:cNvPr id="7" name="Picture Placeholder 4">
            <a:extLst>
              <a:ext uri="{FF2B5EF4-FFF2-40B4-BE49-F238E27FC236}">
                <a16:creationId xmlns:a16="http://schemas.microsoft.com/office/drawing/2014/main" id="{32620FBD-9C59-F02A-9B9E-AF3677399433}"/>
              </a:ext>
            </a:extLst>
          </p:cNvPr>
          <p:cNvSpPr>
            <a:spLocks noGrp="1"/>
          </p:cNvSpPr>
          <p:nvPr>
            <p:ph type="pic" sz="quarter" idx="17"/>
          </p:nvPr>
        </p:nvSpPr>
        <p:spPr>
          <a:xfrm>
            <a:off x="8039100" y="2279652"/>
            <a:ext cx="2074302" cy="2299272"/>
          </a:xfrm>
          <a:prstGeom prst="rect">
            <a:avLst/>
          </a:prstGeom>
        </p:spPr>
        <p:txBody>
          <a:bodyPr rIns="0"/>
          <a:lstStyle>
            <a:lvl1pPr>
              <a:defRPr b="0" i="0">
                <a:solidFill>
                  <a:schemeClr val="tx1"/>
                </a:solidFill>
                <a:latin typeface="Arial" panose="020B0604020202020204" pitchFamily="34" charset="0"/>
                <a:cs typeface="Arial" panose="020B0604020202020204" pitchFamily="34" charset="0"/>
              </a:defRPr>
            </a:lvl1pPr>
          </a:lstStyle>
          <a:p>
            <a:r>
              <a:rPr lang="en-US"/>
              <a:t>Click icon to add picture</a:t>
            </a:r>
            <a:endParaRPr lang="en-US" dirty="0"/>
          </a:p>
        </p:txBody>
      </p:sp>
      <p:sp>
        <p:nvSpPr>
          <p:cNvPr id="8" name="Picture Placeholder 4">
            <a:extLst>
              <a:ext uri="{FF2B5EF4-FFF2-40B4-BE49-F238E27FC236}">
                <a16:creationId xmlns:a16="http://schemas.microsoft.com/office/drawing/2014/main" id="{84B0E93E-1612-874F-E295-1E4D1D1FC755}"/>
              </a:ext>
            </a:extLst>
          </p:cNvPr>
          <p:cNvSpPr>
            <a:spLocks noGrp="1"/>
          </p:cNvSpPr>
          <p:nvPr>
            <p:ph type="pic" sz="quarter" idx="18"/>
          </p:nvPr>
        </p:nvSpPr>
        <p:spPr>
          <a:xfrm>
            <a:off x="10113402" y="2279652"/>
            <a:ext cx="2078598" cy="2299272"/>
          </a:xfrm>
          <a:prstGeom prst="rect">
            <a:avLst/>
          </a:prstGeom>
        </p:spPr>
        <p:txBody>
          <a:bodyPr rIns="0"/>
          <a:lstStyle>
            <a:lvl1pPr>
              <a:defRPr b="0" i="0">
                <a:solidFill>
                  <a:schemeClr val="tx1"/>
                </a:solidFill>
                <a:latin typeface="Arial" panose="020B0604020202020204" pitchFamily="34" charset="0"/>
                <a:cs typeface="Arial" panose="020B0604020202020204" pitchFamily="34" charset="0"/>
              </a:defRPr>
            </a:lvl1pPr>
          </a:lstStyle>
          <a:p>
            <a:r>
              <a:rPr lang="en-US"/>
              <a:t>Click icon to add picture</a:t>
            </a:r>
            <a:endParaRPr lang="en-US" dirty="0"/>
          </a:p>
        </p:txBody>
      </p:sp>
      <p:sp>
        <p:nvSpPr>
          <p:cNvPr id="12" name="Picture Placeholder 4">
            <a:extLst>
              <a:ext uri="{FF2B5EF4-FFF2-40B4-BE49-F238E27FC236}">
                <a16:creationId xmlns:a16="http://schemas.microsoft.com/office/drawing/2014/main" id="{22C06ADB-D1F7-ABF0-77DE-682B9728EC0A}"/>
              </a:ext>
            </a:extLst>
          </p:cNvPr>
          <p:cNvSpPr>
            <a:spLocks noGrp="1"/>
          </p:cNvSpPr>
          <p:nvPr>
            <p:ph type="pic" sz="quarter" idx="15"/>
          </p:nvPr>
        </p:nvSpPr>
        <p:spPr>
          <a:xfrm>
            <a:off x="8039100" y="0"/>
            <a:ext cx="2074302" cy="2286000"/>
          </a:xfrm>
          <a:prstGeom prst="rect">
            <a:avLst/>
          </a:prstGeom>
        </p:spPr>
        <p:txBody>
          <a:bodyPr rIns="0"/>
          <a:lstStyle>
            <a:lvl1pPr>
              <a:defRPr b="0" i="0">
                <a:solidFill>
                  <a:schemeClr val="tx1"/>
                </a:solidFill>
                <a:latin typeface="Arial" panose="020B0604020202020204" pitchFamily="34" charset="0"/>
                <a:cs typeface="Arial" panose="020B0604020202020204" pitchFamily="34" charset="0"/>
              </a:defRPr>
            </a:lvl1pPr>
          </a:lstStyle>
          <a:p>
            <a:r>
              <a:rPr lang="en-US"/>
              <a:t>Click icon to add picture</a:t>
            </a:r>
            <a:endParaRPr lang="en-US" dirty="0"/>
          </a:p>
        </p:txBody>
      </p:sp>
      <p:sp>
        <p:nvSpPr>
          <p:cNvPr id="13" name="Picture Placeholder 4">
            <a:extLst>
              <a:ext uri="{FF2B5EF4-FFF2-40B4-BE49-F238E27FC236}">
                <a16:creationId xmlns:a16="http://schemas.microsoft.com/office/drawing/2014/main" id="{BAF1612D-EB63-F628-E9D5-632409694361}"/>
              </a:ext>
            </a:extLst>
          </p:cNvPr>
          <p:cNvSpPr>
            <a:spLocks noGrp="1"/>
          </p:cNvSpPr>
          <p:nvPr>
            <p:ph type="pic" sz="quarter" idx="16"/>
          </p:nvPr>
        </p:nvSpPr>
        <p:spPr>
          <a:xfrm>
            <a:off x="10113402" y="0"/>
            <a:ext cx="2078598" cy="2286000"/>
          </a:xfrm>
          <a:prstGeom prst="rect">
            <a:avLst/>
          </a:prstGeom>
        </p:spPr>
        <p:txBody>
          <a:bodyPr rIns="0"/>
          <a:lstStyle>
            <a:lvl1pPr>
              <a:defRPr b="0" i="0">
                <a:solidFill>
                  <a:schemeClr val="tx1"/>
                </a:solidFill>
                <a:latin typeface="Arial" panose="020B0604020202020204" pitchFamily="34" charset="0"/>
                <a:cs typeface="Arial" panose="020B0604020202020204" pitchFamily="34" charset="0"/>
              </a:defRPr>
            </a:lvl1pPr>
          </a:lstStyle>
          <a:p>
            <a:r>
              <a:rPr lang="en-US"/>
              <a:t>Click icon to add picture</a:t>
            </a:r>
            <a:endParaRPr lang="en-US" dirty="0"/>
          </a:p>
        </p:txBody>
      </p:sp>
      <p:sp>
        <p:nvSpPr>
          <p:cNvPr id="19" name="Picture Placeholder 4">
            <a:extLst>
              <a:ext uri="{FF2B5EF4-FFF2-40B4-BE49-F238E27FC236}">
                <a16:creationId xmlns:a16="http://schemas.microsoft.com/office/drawing/2014/main" id="{CF7665F6-37BC-9BEC-34C4-36347A0FEFC9}"/>
              </a:ext>
            </a:extLst>
          </p:cNvPr>
          <p:cNvSpPr>
            <a:spLocks noGrp="1"/>
          </p:cNvSpPr>
          <p:nvPr>
            <p:ph type="pic" sz="quarter" idx="19"/>
          </p:nvPr>
        </p:nvSpPr>
        <p:spPr>
          <a:xfrm>
            <a:off x="8039100" y="4578924"/>
            <a:ext cx="2074302" cy="2286000"/>
          </a:xfrm>
          <a:prstGeom prst="rect">
            <a:avLst/>
          </a:prstGeom>
        </p:spPr>
        <p:txBody>
          <a:bodyPr rIns="0"/>
          <a:lstStyle>
            <a:lvl1pPr>
              <a:defRPr b="0" i="0">
                <a:solidFill>
                  <a:schemeClr val="tx1"/>
                </a:solidFill>
                <a:latin typeface="Arial" panose="020B0604020202020204" pitchFamily="34" charset="0"/>
                <a:cs typeface="Arial" panose="020B0604020202020204" pitchFamily="34" charset="0"/>
              </a:defRPr>
            </a:lvl1pPr>
          </a:lstStyle>
          <a:p>
            <a:r>
              <a:rPr lang="en-US"/>
              <a:t>Click icon to add picture</a:t>
            </a:r>
            <a:endParaRPr lang="en-US" dirty="0"/>
          </a:p>
        </p:txBody>
      </p:sp>
      <p:pic>
        <p:nvPicPr>
          <p:cNvPr id="14" name="Logo" descr="preencoded.png">
            <a:extLst>
              <a:ext uri="{FF2B5EF4-FFF2-40B4-BE49-F238E27FC236}">
                <a16:creationId xmlns:a16="http://schemas.microsoft.com/office/drawing/2014/main" id="{F841EFE1-E224-7CD3-5B8B-CFDCC366F5AF}"/>
              </a:ext>
            </a:extLst>
          </p:cNvPr>
          <p:cNvPicPr>
            <a:picLocks noChangeAspect="1"/>
          </p:cNvPicPr>
          <p:nvPr/>
        </p:nvPicPr>
        <p:blipFill>
          <a:blip>
            <a:extLst>
              <a:ext uri="{96DAC541-7B7A-43D3-8B79-37D633B846F1}">
                <asvg:svgBlip xmlns:asvg="http://schemas.microsoft.com/office/drawing/2016/SVG/main" r:embed="rId2"/>
              </a:ext>
            </a:extLst>
          </a:blip>
          <a:srcRect/>
          <a:stretch/>
        </p:blipFill>
        <p:spPr>
          <a:xfrm>
            <a:off x="10902950" y="419100"/>
            <a:ext cx="869950" cy="222250"/>
          </a:xfrm>
          <a:prstGeom prst="rect">
            <a:avLst/>
          </a:prstGeom>
        </p:spPr>
      </p:pic>
      <p:sp>
        <p:nvSpPr>
          <p:cNvPr id="2" name="Text Placeholder 14">
            <a:extLst>
              <a:ext uri="{FF2B5EF4-FFF2-40B4-BE49-F238E27FC236}">
                <a16:creationId xmlns:a16="http://schemas.microsoft.com/office/drawing/2014/main" id="{C984FB51-EB77-2DE4-DD54-69AE510EA911}"/>
              </a:ext>
            </a:extLst>
          </p:cNvPr>
          <p:cNvSpPr>
            <a:spLocks noGrp="1"/>
          </p:cNvSpPr>
          <p:nvPr>
            <p:ph type="body" sz="quarter" idx="13" hasCustomPrompt="1"/>
          </p:nvPr>
        </p:nvSpPr>
        <p:spPr>
          <a:xfrm>
            <a:off x="339725" y="333800"/>
            <a:ext cx="2860675" cy="307777"/>
          </a:xfrm>
          <a:prstGeom prst="rect">
            <a:avLst/>
          </a:prstGeom>
        </p:spPr>
        <p:txBody>
          <a:bodyPr wrap="square" lIns="82296" rIns="0">
            <a:spAutoFit/>
          </a:bodyPr>
          <a:lstStyle>
            <a:lvl1pPr>
              <a:lnSpc>
                <a:spcPct val="100000"/>
              </a:lnSpc>
              <a:buNone/>
              <a:defRPr sz="1400" b="1" i="0" spc="-30">
                <a:solidFill>
                  <a:schemeClr val="tx2"/>
                </a:solidFill>
                <a:latin typeface="Arial" panose="020B0604020202020204" pitchFamily="34" charset="0"/>
                <a:cs typeface="Arial" panose="020B0604020202020204" pitchFamily="34" charset="0"/>
              </a:defRPr>
            </a:lvl1pPr>
          </a:lstStyle>
          <a:p>
            <a:pPr lvl="0"/>
            <a:r>
              <a:rPr lang="en-US" b="1" dirty="0"/>
              <a:t>Section Header</a:t>
            </a:r>
          </a:p>
        </p:txBody>
      </p:sp>
      <p:sp>
        <p:nvSpPr>
          <p:cNvPr id="4" name="Title 2">
            <a:extLst>
              <a:ext uri="{FF2B5EF4-FFF2-40B4-BE49-F238E27FC236}">
                <a16:creationId xmlns:a16="http://schemas.microsoft.com/office/drawing/2014/main" id="{1C113D96-4D97-155A-FE52-4BCE3F983267}"/>
              </a:ext>
            </a:extLst>
          </p:cNvPr>
          <p:cNvSpPr>
            <a:spLocks noGrp="1"/>
          </p:cNvSpPr>
          <p:nvPr>
            <p:ph type="title" hasCustomPrompt="1"/>
          </p:nvPr>
        </p:nvSpPr>
        <p:spPr>
          <a:xfrm>
            <a:off x="339633" y="702407"/>
            <a:ext cx="6670768" cy="1215333"/>
          </a:xfrm>
          <a:prstGeom prst="rect">
            <a:avLst/>
          </a:prstGeom>
        </p:spPr>
        <p:txBody>
          <a:bodyPr wrap="square" lIns="45720" rIns="0">
            <a:spAutoFit/>
          </a:bodyPr>
          <a:lstStyle>
            <a:lvl1pPr>
              <a:lnSpc>
                <a:spcPct val="85000"/>
              </a:lnSpc>
              <a:defRPr sz="4200" b="0" i="0" spc="-130">
                <a:solidFill>
                  <a:schemeClr val="tx2"/>
                </a:solidFill>
                <a:latin typeface="Arial" panose="020B0604020202020204" pitchFamily="34" charset="0"/>
                <a:cs typeface="Arial" panose="020B0604020202020204" pitchFamily="34" charset="0"/>
              </a:defRPr>
            </a:lvl1pPr>
          </a:lstStyle>
          <a:p>
            <a:r>
              <a:rPr lang="en-US" dirty="0"/>
              <a:t>Content Slide – </a:t>
            </a:r>
            <a:br>
              <a:rPr lang="en-US" dirty="0"/>
            </a:br>
            <a:r>
              <a:rPr lang="en-US" dirty="0"/>
              <a:t>6-Image Grid</a:t>
            </a:r>
          </a:p>
        </p:txBody>
      </p:sp>
      <p:sp>
        <p:nvSpPr>
          <p:cNvPr id="3" name="2026 Western Digital Corporation All rights reserved">
            <a:extLst>
              <a:ext uri="{FF2B5EF4-FFF2-40B4-BE49-F238E27FC236}">
                <a16:creationId xmlns:a16="http://schemas.microsoft.com/office/drawing/2014/main" id="{F4FE30AF-42E6-416F-D8D5-C2D0A69F0D2E}"/>
              </a:ext>
            </a:extLst>
          </p:cNvPr>
          <p:cNvSpPr/>
          <p:nvPr/>
        </p:nvSpPr>
        <p:spPr>
          <a:xfrm>
            <a:off x="419100" y="6638989"/>
            <a:ext cx="2794000" cy="92589"/>
          </a:xfrm>
          <a:prstGeom prst="rect">
            <a:avLst/>
          </a:prstGeom>
          <a:noFill/>
          <a:ln/>
        </p:spPr>
        <p:txBody>
          <a:bodyPr wrap="square" lIns="0" tIns="0" rIns="0" bIns="0" rtlCol="0" anchor="t">
            <a:spAutoFit/>
          </a:bodyPr>
          <a:lstStyle/>
          <a:p>
            <a:pPr>
              <a:lnSpc>
                <a:spcPct val="75000"/>
              </a:lnSpc>
            </a:pPr>
            <a:r>
              <a:rPr lang="en-US" sz="800" b="0" i="0" dirty="0">
                <a:solidFill>
                  <a:schemeClr val="tx1"/>
                </a:solidFill>
                <a:latin typeface="Arial" panose="020B0604020202020204" pitchFamily="34" charset="0"/>
                <a:ea typeface="Arial" pitchFamily="34" charset="-122"/>
                <a:cs typeface="Arial" panose="020B0604020202020204" pitchFamily="34" charset="0"/>
              </a:rPr>
              <a:t>©  2026 Western Digital Corporation. All rights reserved.</a:t>
            </a:r>
            <a:endParaRPr lang="en-US" sz="800" b="0" i="0" dirty="0">
              <a:solidFill>
                <a:schemeClr val="tx1"/>
              </a:solidFill>
              <a:latin typeface="Arial" panose="020B0604020202020204" pitchFamily="34" charset="0"/>
              <a:cs typeface="Arial" panose="020B0604020202020204" pitchFamily="34" charset="0"/>
            </a:endParaRPr>
          </a:p>
        </p:txBody>
      </p:sp>
      <p:sp>
        <p:nvSpPr>
          <p:cNvPr id="9" name="Slide Number Placeholder 1">
            <a:extLst>
              <a:ext uri="{FF2B5EF4-FFF2-40B4-BE49-F238E27FC236}">
                <a16:creationId xmlns:a16="http://schemas.microsoft.com/office/drawing/2014/main" id="{76035546-B7B7-BDD8-5283-C1931FC9ECB6}"/>
              </a:ext>
            </a:extLst>
          </p:cNvPr>
          <p:cNvSpPr>
            <a:spLocks noGrp="1"/>
          </p:cNvSpPr>
          <p:nvPr>
            <p:ph type="sldNum" sz="quarter" idx="4"/>
          </p:nvPr>
        </p:nvSpPr>
        <p:spPr>
          <a:xfrm>
            <a:off x="11215668" y="6562157"/>
            <a:ext cx="658832" cy="215444"/>
          </a:xfrm>
          <a:prstGeom prst="rect">
            <a:avLst/>
          </a:prstGeom>
        </p:spPr>
        <p:txBody>
          <a:bodyPr vert="horz" lIns="91440" tIns="45720" rIns="0" bIns="45720" rtlCol="0" anchor="ctr">
            <a:spAutoFit/>
          </a:bodyPr>
          <a:lstStyle>
            <a:lvl1pPr algn="r">
              <a:defRPr sz="800" b="0" i="0">
                <a:solidFill>
                  <a:schemeClr val="tx1"/>
                </a:solidFill>
                <a:latin typeface="Arial" panose="020B0604020202020204" pitchFamily="34" charset="0"/>
                <a:cs typeface="Arial" panose="020B0604020202020204" pitchFamily="34" charset="0"/>
              </a:defRPr>
            </a:lvl1pPr>
          </a:lstStyle>
          <a:p>
            <a:fld id="{B06B19F4-CF25-446C-B362-D8BB27BE9D9B}" type="slidenum">
              <a:rPr lang="en-US" smtClean="0"/>
              <a:t>‹#›</a:t>
            </a:fld>
            <a:endParaRPr lang="en-US"/>
          </a:p>
        </p:txBody>
      </p:sp>
      <p:sp>
        <p:nvSpPr>
          <p:cNvPr id="15" name="WD Confidential">
            <a:extLst>
              <a:ext uri="{FF2B5EF4-FFF2-40B4-BE49-F238E27FC236}">
                <a16:creationId xmlns:a16="http://schemas.microsoft.com/office/drawing/2014/main" id="{20D1837E-0062-8BF4-A963-96631D55F60C}"/>
              </a:ext>
            </a:extLst>
          </p:cNvPr>
          <p:cNvSpPr/>
          <p:nvPr/>
        </p:nvSpPr>
        <p:spPr>
          <a:xfrm>
            <a:off x="8991600" y="6638990"/>
            <a:ext cx="1244600" cy="92589"/>
          </a:xfrm>
          <a:prstGeom prst="rect">
            <a:avLst/>
          </a:prstGeom>
          <a:noFill/>
          <a:ln/>
        </p:spPr>
        <p:txBody>
          <a:bodyPr wrap="square" lIns="0" tIns="0" rIns="0" bIns="0" rtlCol="0" anchor="t">
            <a:spAutoFit/>
          </a:bodyPr>
          <a:lstStyle/>
          <a:p>
            <a:pPr>
              <a:lnSpc>
                <a:spcPct val="75000"/>
              </a:lnSpc>
            </a:pPr>
            <a:r>
              <a:rPr lang="en-US" sz="800" b="0" i="0" dirty="0">
                <a:solidFill>
                  <a:schemeClr val="tx1"/>
                </a:solidFill>
                <a:latin typeface="Arial" panose="020B0604020202020204" pitchFamily="34" charset="0"/>
                <a:ea typeface="Arial" pitchFamily="34" charset="-122"/>
                <a:cs typeface="Arial" panose="020B0604020202020204" pitchFamily="34" charset="0"/>
              </a:rPr>
              <a:t>WD CONFIDENTIAL</a:t>
            </a:r>
            <a:endParaRPr lang="en-US" sz="800" b="0" i="0" dirty="0">
              <a:solidFill>
                <a:schemeClr val="tx1"/>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32421770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98.xml><?xml version="1.0" encoding="utf-8"?>
<p:sldLayout xmlns:a="http://schemas.openxmlformats.org/drawingml/2006/main" xmlns:r="http://schemas.openxmlformats.org/officeDocument/2006/relationships" xmlns:p="http://schemas.openxmlformats.org/presentationml/2006/main" preserve="1">
  <p:cSld name="1_Title and 6-Image Grid Vault Navy">
    <p:bg>
      <p:bgRef idx="1001">
        <a:schemeClr val="bg2"/>
      </p:bgRef>
    </p:bg>
    <p:spTree>
      <p:nvGrpSpPr>
        <p:cNvPr id="1" name=""/>
        <p:cNvGrpSpPr/>
        <p:nvPr/>
      </p:nvGrpSpPr>
      <p:grpSpPr>
        <a:xfrm>
          <a:off x="0" y="0"/>
          <a:ext cx="0" cy="0"/>
          <a:chOff x="0" y="0"/>
          <a:chExt cx="0" cy="0"/>
        </a:xfrm>
      </p:grpSpPr>
      <p:sp>
        <p:nvSpPr>
          <p:cNvPr id="9" name="Picture Placeholder 4">
            <a:extLst>
              <a:ext uri="{FF2B5EF4-FFF2-40B4-BE49-F238E27FC236}">
                <a16:creationId xmlns:a16="http://schemas.microsoft.com/office/drawing/2014/main" id="{72768E50-4F8A-707B-3B64-888A6D28154B}"/>
              </a:ext>
            </a:extLst>
          </p:cNvPr>
          <p:cNvSpPr>
            <a:spLocks noGrp="1"/>
          </p:cNvSpPr>
          <p:nvPr>
            <p:ph type="pic" sz="quarter" idx="20"/>
          </p:nvPr>
        </p:nvSpPr>
        <p:spPr>
          <a:xfrm>
            <a:off x="10113402" y="4578924"/>
            <a:ext cx="2074302" cy="2286000"/>
          </a:xfrm>
          <a:prstGeom prst="rect">
            <a:avLst/>
          </a:prstGeom>
        </p:spPr>
        <p:txBody>
          <a:bodyPr rIns="0"/>
          <a:lstStyle>
            <a:lvl1pPr>
              <a:defRPr b="0" i="0">
                <a:solidFill>
                  <a:schemeClr val="tx1"/>
                </a:solidFill>
                <a:latin typeface="Arial" panose="020B0604020202020204" pitchFamily="34" charset="0"/>
                <a:cs typeface="Arial" panose="020B0604020202020204" pitchFamily="34" charset="0"/>
              </a:defRPr>
            </a:lvl1pPr>
          </a:lstStyle>
          <a:p>
            <a:r>
              <a:rPr lang="en-US"/>
              <a:t>Click icon to add picture</a:t>
            </a:r>
            <a:endParaRPr lang="en-US" dirty="0"/>
          </a:p>
        </p:txBody>
      </p:sp>
      <p:sp>
        <p:nvSpPr>
          <p:cNvPr id="17" name="Picture Placeholder 4">
            <a:extLst>
              <a:ext uri="{FF2B5EF4-FFF2-40B4-BE49-F238E27FC236}">
                <a16:creationId xmlns:a16="http://schemas.microsoft.com/office/drawing/2014/main" id="{0FD63C80-67B9-0E70-C35A-2787A907D482}"/>
              </a:ext>
            </a:extLst>
          </p:cNvPr>
          <p:cNvSpPr>
            <a:spLocks noGrp="1"/>
          </p:cNvSpPr>
          <p:nvPr>
            <p:ph type="pic" sz="quarter" idx="17"/>
          </p:nvPr>
        </p:nvSpPr>
        <p:spPr>
          <a:xfrm>
            <a:off x="8039100" y="2279652"/>
            <a:ext cx="2074302" cy="2299272"/>
          </a:xfrm>
          <a:prstGeom prst="rect">
            <a:avLst/>
          </a:prstGeom>
        </p:spPr>
        <p:txBody>
          <a:bodyPr rIns="0"/>
          <a:lstStyle>
            <a:lvl1pPr>
              <a:defRPr b="0" i="0">
                <a:solidFill>
                  <a:schemeClr val="tx1"/>
                </a:solidFill>
                <a:latin typeface="Arial" panose="020B0604020202020204" pitchFamily="34" charset="0"/>
                <a:cs typeface="Arial" panose="020B0604020202020204" pitchFamily="34" charset="0"/>
              </a:defRPr>
            </a:lvl1pPr>
          </a:lstStyle>
          <a:p>
            <a:r>
              <a:rPr lang="en-US"/>
              <a:t>Click icon to add picture</a:t>
            </a:r>
            <a:endParaRPr lang="en-US" dirty="0"/>
          </a:p>
        </p:txBody>
      </p:sp>
      <p:sp>
        <p:nvSpPr>
          <p:cNvPr id="18" name="Picture Placeholder 4">
            <a:extLst>
              <a:ext uri="{FF2B5EF4-FFF2-40B4-BE49-F238E27FC236}">
                <a16:creationId xmlns:a16="http://schemas.microsoft.com/office/drawing/2014/main" id="{BD2881D2-388F-598E-9A93-486A3B3B44C3}"/>
              </a:ext>
            </a:extLst>
          </p:cNvPr>
          <p:cNvSpPr>
            <a:spLocks noGrp="1"/>
          </p:cNvSpPr>
          <p:nvPr>
            <p:ph type="pic" sz="quarter" idx="18"/>
          </p:nvPr>
        </p:nvSpPr>
        <p:spPr>
          <a:xfrm>
            <a:off x="10113402" y="2279652"/>
            <a:ext cx="2078598" cy="2299272"/>
          </a:xfrm>
          <a:prstGeom prst="rect">
            <a:avLst/>
          </a:prstGeom>
        </p:spPr>
        <p:txBody>
          <a:bodyPr rIns="0"/>
          <a:lstStyle>
            <a:lvl1pPr>
              <a:defRPr b="0" i="0">
                <a:solidFill>
                  <a:schemeClr val="tx1"/>
                </a:solidFill>
                <a:latin typeface="Arial" panose="020B0604020202020204" pitchFamily="34" charset="0"/>
                <a:cs typeface="Arial" panose="020B0604020202020204" pitchFamily="34" charset="0"/>
              </a:defRPr>
            </a:lvl1pPr>
          </a:lstStyle>
          <a:p>
            <a:r>
              <a:rPr lang="en-US"/>
              <a:t>Click icon to add picture</a:t>
            </a:r>
            <a:endParaRPr lang="en-US" dirty="0"/>
          </a:p>
        </p:txBody>
      </p:sp>
      <p:sp>
        <p:nvSpPr>
          <p:cNvPr id="15" name="Picture Placeholder 4">
            <a:extLst>
              <a:ext uri="{FF2B5EF4-FFF2-40B4-BE49-F238E27FC236}">
                <a16:creationId xmlns:a16="http://schemas.microsoft.com/office/drawing/2014/main" id="{13883C4B-3946-CDDE-4891-33FD97E9178B}"/>
              </a:ext>
            </a:extLst>
          </p:cNvPr>
          <p:cNvSpPr>
            <a:spLocks noGrp="1"/>
          </p:cNvSpPr>
          <p:nvPr>
            <p:ph type="pic" sz="quarter" idx="15"/>
          </p:nvPr>
        </p:nvSpPr>
        <p:spPr>
          <a:xfrm>
            <a:off x="8039100" y="0"/>
            <a:ext cx="2074302" cy="2286000"/>
          </a:xfrm>
          <a:prstGeom prst="rect">
            <a:avLst/>
          </a:prstGeom>
        </p:spPr>
        <p:txBody>
          <a:bodyPr rIns="0"/>
          <a:lstStyle>
            <a:lvl1pPr>
              <a:defRPr b="0" i="0">
                <a:solidFill>
                  <a:schemeClr val="tx1"/>
                </a:solidFill>
                <a:latin typeface="Arial" panose="020B0604020202020204" pitchFamily="34" charset="0"/>
                <a:cs typeface="Arial" panose="020B0604020202020204" pitchFamily="34" charset="0"/>
              </a:defRPr>
            </a:lvl1pPr>
          </a:lstStyle>
          <a:p>
            <a:r>
              <a:rPr lang="en-US"/>
              <a:t>Click icon to add picture</a:t>
            </a:r>
            <a:endParaRPr lang="en-US" dirty="0"/>
          </a:p>
        </p:txBody>
      </p:sp>
      <p:sp>
        <p:nvSpPr>
          <p:cNvPr id="16" name="Picture Placeholder 4">
            <a:extLst>
              <a:ext uri="{FF2B5EF4-FFF2-40B4-BE49-F238E27FC236}">
                <a16:creationId xmlns:a16="http://schemas.microsoft.com/office/drawing/2014/main" id="{2F7C217B-5411-1407-AB4D-0F331F01DB41}"/>
              </a:ext>
            </a:extLst>
          </p:cNvPr>
          <p:cNvSpPr>
            <a:spLocks noGrp="1"/>
          </p:cNvSpPr>
          <p:nvPr>
            <p:ph type="pic" sz="quarter" idx="16"/>
          </p:nvPr>
        </p:nvSpPr>
        <p:spPr>
          <a:xfrm>
            <a:off x="10113402" y="0"/>
            <a:ext cx="2078598" cy="2286000"/>
          </a:xfrm>
          <a:prstGeom prst="rect">
            <a:avLst/>
          </a:prstGeom>
        </p:spPr>
        <p:txBody>
          <a:bodyPr rIns="0"/>
          <a:lstStyle>
            <a:lvl1pPr>
              <a:defRPr b="0" i="0">
                <a:solidFill>
                  <a:schemeClr val="tx1"/>
                </a:solidFill>
                <a:latin typeface="Arial" panose="020B0604020202020204" pitchFamily="34" charset="0"/>
                <a:cs typeface="Arial" panose="020B0604020202020204" pitchFamily="34" charset="0"/>
              </a:defRPr>
            </a:lvl1pPr>
          </a:lstStyle>
          <a:p>
            <a:r>
              <a:rPr lang="en-US"/>
              <a:t>Click icon to add picture</a:t>
            </a:r>
            <a:endParaRPr lang="en-US" dirty="0"/>
          </a:p>
        </p:txBody>
      </p:sp>
      <p:sp>
        <p:nvSpPr>
          <p:cNvPr id="3" name="Picture Placeholder 4">
            <a:extLst>
              <a:ext uri="{FF2B5EF4-FFF2-40B4-BE49-F238E27FC236}">
                <a16:creationId xmlns:a16="http://schemas.microsoft.com/office/drawing/2014/main" id="{5F37DA75-1BBE-A161-11E0-19C5909B0BC1}"/>
              </a:ext>
            </a:extLst>
          </p:cNvPr>
          <p:cNvSpPr>
            <a:spLocks noGrp="1"/>
          </p:cNvSpPr>
          <p:nvPr>
            <p:ph type="pic" sz="quarter" idx="19"/>
          </p:nvPr>
        </p:nvSpPr>
        <p:spPr>
          <a:xfrm>
            <a:off x="8039100" y="4578924"/>
            <a:ext cx="2074302" cy="2286000"/>
          </a:xfrm>
          <a:prstGeom prst="rect">
            <a:avLst/>
          </a:prstGeom>
        </p:spPr>
        <p:txBody>
          <a:bodyPr rIns="0"/>
          <a:lstStyle>
            <a:lvl1pPr>
              <a:defRPr b="0" i="0">
                <a:solidFill>
                  <a:schemeClr val="tx1"/>
                </a:solidFill>
                <a:latin typeface="Arial" panose="020B0604020202020204" pitchFamily="34" charset="0"/>
                <a:cs typeface="Arial" panose="020B0604020202020204" pitchFamily="34" charset="0"/>
              </a:defRPr>
            </a:lvl1pPr>
          </a:lstStyle>
          <a:p>
            <a:r>
              <a:rPr lang="en-US"/>
              <a:t>Click icon to add picture</a:t>
            </a:r>
            <a:endParaRPr lang="en-US" dirty="0"/>
          </a:p>
        </p:txBody>
      </p:sp>
      <p:sp>
        <p:nvSpPr>
          <p:cNvPr id="2" name="Text Placeholder 14">
            <a:extLst>
              <a:ext uri="{FF2B5EF4-FFF2-40B4-BE49-F238E27FC236}">
                <a16:creationId xmlns:a16="http://schemas.microsoft.com/office/drawing/2014/main" id="{C984FB51-EB77-2DE4-DD54-69AE510EA911}"/>
              </a:ext>
            </a:extLst>
          </p:cNvPr>
          <p:cNvSpPr>
            <a:spLocks noGrp="1"/>
          </p:cNvSpPr>
          <p:nvPr>
            <p:ph type="body" sz="quarter" idx="13" hasCustomPrompt="1"/>
          </p:nvPr>
        </p:nvSpPr>
        <p:spPr>
          <a:xfrm>
            <a:off x="339725" y="333800"/>
            <a:ext cx="2860675" cy="307777"/>
          </a:xfrm>
          <a:prstGeom prst="rect">
            <a:avLst/>
          </a:prstGeom>
        </p:spPr>
        <p:txBody>
          <a:bodyPr wrap="square" lIns="82296" rIns="0">
            <a:spAutoFit/>
          </a:bodyPr>
          <a:lstStyle>
            <a:lvl1pPr>
              <a:lnSpc>
                <a:spcPct val="100000"/>
              </a:lnSpc>
              <a:buNone/>
              <a:defRPr sz="1400" b="1" i="0" spc="-30">
                <a:solidFill>
                  <a:schemeClr val="tx1"/>
                </a:solidFill>
                <a:latin typeface="Arial" panose="020B0604020202020204" pitchFamily="34" charset="0"/>
                <a:cs typeface="Arial" panose="020B0604020202020204" pitchFamily="34" charset="0"/>
              </a:defRPr>
            </a:lvl1pPr>
          </a:lstStyle>
          <a:p>
            <a:pPr lvl="0"/>
            <a:r>
              <a:rPr lang="en-US" b="1" dirty="0"/>
              <a:t>Section Header</a:t>
            </a:r>
          </a:p>
        </p:txBody>
      </p:sp>
      <p:sp>
        <p:nvSpPr>
          <p:cNvPr id="4" name="Title 2">
            <a:extLst>
              <a:ext uri="{FF2B5EF4-FFF2-40B4-BE49-F238E27FC236}">
                <a16:creationId xmlns:a16="http://schemas.microsoft.com/office/drawing/2014/main" id="{1C113D96-4D97-155A-FE52-4BCE3F983267}"/>
              </a:ext>
            </a:extLst>
          </p:cNvPr>
          <p:cNvSpPr>
            <a:spLocks noGrp="1"/>
          </p:cNvSpPr>
          <p:nvPr>
            <p:ph type="title" hasCustomPrompt="1"/>
          </p:nvPr>
        </p:nvSpPr>
        <p:spPr>
          <a:xfrm>
            <a:off x="339633" y="702407"/>
            <a:ext cx="6670768" cy="1215333"/>
          </a:xfrm>
          <a:prstGeom prst="rect">
            <a:avLst/>
          </a:prstGeom>
        </p:spPr>
        <p:txBody>
          <a:bodyPr wrap="square" lIns="45720" rIns="0">
            <a:spAutoFit/>
          </a:bodyPr>
          <a:lstStyle>
            <a:lvl1pPr>
              <a:lnSpc>
                <a:spcPct val="85000"/>
              </a:lnSpc>
              <a:defRPr sz="4200" b="0" i="0" spc="-130">
                <a:solidFill>
                  <a:schemeClr val="tx1"/>
                </a:solidFill>
                <a:latin typeface="Arial" panose="020B0604020202020204" pitchFamily="34" charset="0"/>
                <a:cs typeface="Arial" panose="020B0604020202020204" pitchFamily="34" charset="0"/>
              </a:defRPr>
            </a:lvl1pPr>
          </a:lstStyle>
          <a:p>
            <a:r>
              <a:rPr lang="en-US" dirty="0"/>
              <a:t>Content Slide – </a:t>
            </a:r>
            <a:br>
              <a:rPr lang="en-US" dirty="0"/>
            </a:br>
            <a:r>
              <a:rPr lang="en-US" dirty="0"/>
              <a:t>6-Image Grid</a:t>
            </a:r>
          </a:p>
        </p:txBody>
      </p:sp>
      <p:pic>
        <p:nvPicPr>
          <p:cNvPr id="14" name="Logo" descr="preencoded.png">
            <a:extLst>
              <a:ext uri="{FF2B5EF4-FFF2-40B4-BE49-F238E27FC236}">
                <a16:creationId xmlns:a16="http://schemas.microsoft.com/office/drawing/2014/main" id="{F841EFE1-E224-7CD3-5B8B-CFDCC366F5AF}"/>
              </a:ext>
            </a:extLst>
          </p:cNvPr>
          <p:cNvPicPr>
            <a:picLocks noChangeAspect="1"/>
          </p:cNvPicPr>
          <p:nvPr/>
        </p:nvPicPr>
        <p:blipFill>
          <a:blip>
            <a:extLst>
              <a:ext uri="{96DAC541-7B7A-43D3-8B79-37D633B846F1}">
                <asvg:svgBlip xmlns:asvg="http://schemas.microsoft.com/office/drawing/2016/SVG/main" r:embed="rId2"/>
              </a:ext>
            </a:extLst>
          </a:blip>
          <a:srcRect/>
          <a:stretch/>
        </p:blipFill>
        <p:spPr>
          <a:xfrm>
            <a:off x="10902950" y="419100"/>
            <a:ext cx="869950" cy="222250"/>
          </a:xfrm>
          <a:prstGeom prst="rect">
            <a:avLst/>
          </a:prstGeom>
        </p:spPr>
      </p:pic>
      <p:sp>
        <p:nvSpPr>
          <p:cNvPr id="6" name="2026 Western Digital Corporation All rights reserved">
            <a:extLst>
              <a:ext uri="{FF2B5EF4-FFF2-40B4-BE49-F238E27FC236}">
                <a16:creationId xmlns:a16="http://schemas.microsoft.com/office/drawing/2014/main" id="{E1647B93-DF49-D676-AD9E-A527B023EA7B}"/>
              </a:ext>
            </a:extLst>
          </p:cNvPr>
          <p:cNvSpPr/>
          <p:nvPr/>
        </p:nvSpPr>
        <p:spPr>
          <a:xfrm>
            <a:off x="419100" y="6638989"/>
            <a:ext cx="2794000" cy="92589"/>
          </a:xfrm>
          <a:prstGeom prst="rect">
            <a:avLst/>
          </a:prstGeom>
          <a:noFill/>
          <a:ln/>
        </p:spPr>
        <p:txBody>
          <a:bodyPr wrap="square" lIns="0" tIns="0" rIns="0" bIns="0" rtlCol="0" anchor="t">
            <a:spAutoFit/>
          </a:bodyPr>
          <a:lstStyle/>
          <a:p>
            <a:pPr>
              <a:lnSpc>
                <a:spcPct val="75000"/>
              </a:lnSpc>
            </a:pPr>
            <a:r>
              <a:rPr lang="en-US" sz="800" b="0" i="0" dirty="0">
                <a:solidFill>
                  <a:schemeClr val="tx1"/>
                </a:solidFill>
                <a:latin typeface="Arial" panose="020B0604020202020204" pitchFamily="34" charset="0"/>
                <a:ea typeface="Arial" pitchFamily="34" charset="-122"/>
                <a:cs typeface="Arial" panose="020B0604020202020204" pitchFamily="34" charset="0"/>
              </a:rPr>
              <a:t>©  2026 Western Digital Corporation. All rights reserved.</a:t>
            </a:r>
            <a:endParaRPr lang="en-US" sz="800" b="0" i="0" dirty="0">
              <a:solidFill>
                <a:schemeClr val="tx1"/>
              </a:solidFill>
              <a:latin typeface="Arial" panose="020B0604020202020204" pitchFamily="34" charset="0"/>
              <a:cs typeface="Arial" panose="020B0604020202020204" pitchFamily="34" charset="0"/>
            </a:endParaRPr>
          </a:p>
        </p:txBody>
      </p:sp>
      <p:sp>
        <p:nvSpPr>
          <p:cNvPr id="7" name="Slide Number Placeholder 1">
            <a:extLst>
              <a:ext uri="{FF2B5EF4-FFF2-40B4-BE49-F238E27FC236}">
                <a16:creationId xmlns:a16="http://schemas.microsoft.com/office/drawing/2014/main" id="{565971A0-9D80-6D26-5302-E6DEB09BE04F}"/>
              </a:ext>
            </a:extLst>
          </p:cNvPr>
          <p:cNvSpPr>
            <a:spLocks noGrp="1"/>
          </p:cNvSpPr>
          <p:nvPr>
            <p:ph type="sldNum" sz="quarter" idx="4"/>
          </p:nvPr>
        </p:nvSpPr>
        <p:spPr>
          <a:xfrm>
            <a:off x="11215668" y="6562157"/>
            <a:ext cx="658832" cy="215444"/>
          </a:xfrm>
          <a:prstGeom prst="rect">
            <a:avLst/>
          </a:prstGeom>
        </p:spPr>
        <p:txBody>
          <a:bodyPr vert="horz" lIns="91440" tIns="45720" rIns="0" bIns="45720" rtlCol="0" anchor="ctr">
            <a:spAutoFit/>
          </a:bodyPr>
          <a:lstStyle>
            <a:lvl1pPr algn="r">
              <a:defRPr sz="800" b="0" i="0">
                <a:solidFill>
                  <a:schemeClr val="tx1"/>
                </a:solidFill>
                <a:latin typeface="Arial" panose="020B0604020202020204" pitchFamily="34" charset="0"/>
                <a:cs typeface="Arial" panose="020B0604020202020204" pitchFamily="34" charset="0"/>
              </a:defRPr>
            </a:lvl1pPr>
          </a:lstStyle>
          <a:p>
            <a:fld id="{B06B19F4-CF25-446C-B362-D8BB27BE9D9B}" type="slidenum">
              <a:rPr lang="en-US" smtClean="0"/>
              <a:t>‹#›</a:t>
            </a:fld>
            <a:endParaRPr lang="en-US"/>
          </a:p>
        </p:txBody>
      </p:sp>
      <p:sp>
        <p:nvSpPr>
          <p:cNvPr id="8" name="WD Confidential">
            <a:extLst>
              <a:ext uri="{FF2B5EF4-FFF2-40B4-BE49-F238E27FC236}">
                <a16:creationId xmlns:a16="http://schemas.microsoft.com/office/drawing/2014/main" id="{9A13EC03-5802-2E73-0FB5-1529BA715D69}"/>
              </a:ext>
            </a:extLst>
          </p:cNvPr>
          <p:cNvSpPr/>
          <p:nvPr/>
        </p:nvSpPr>
        <p:spPr>
          <a:xfrm>
            <a:off x="8991600" y="6638990"/>
            <a:ext cx="1244600" cy="92589"/>
          </a:xfrm>
          <a:prstGeom prst="rect">
            <a:avLst/>
          </a:prstGeom>
          <a:noFill/>
          <a:ln/>
        </p:spPr>
        <p:txBody>
          <a:bodyPr wrap="square" lIns="0" tIns="0" rIns="0" bIns="0" rtlCol="0" anchor="t">
            <a:spAutoFit/>
          </a:bodyPr>
          <a:lstStyle/>
          <a:p>
            <a:pPr>
              <a:lnSpc>
                <a:spcPct val="75000"/>
              </a:lnSpc>
            </a:pPr>
            <a:r>
              <a:rPr lang="en-US" sz="800" b="0" i="0" dirty="0">
                <a:solidFill>
                  <a:schemeClr val="tx1"/>
                </a:solidFill>
                <a:latin typeface="Arial" panose="020B0604020202020204" pitchFamily="34" charset="0"/>
                <a:ea typeface="Arial" pitchFamily="34" charset="-122"/>
                <a:cs typeface="Arial" panose="020B0604020202020204" pitchFamily="34" charset="0"/>
              </a:rPr>
              <a:t>WD CONFIDENTIAL</a:t>
            </a:r>
            <a:endParaRPr lang="en-US" sz="800" b="0" i="0" dirty="0">
              <a:solidFill>
                <a:schemeClr val="tx1"/>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066201330"/>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99.xml><?xml version="1.0" encoding="utf-8"?>
<p:sldLayout xmlns:a="http://schemas.openxmlformats.org/drawingml/2006/main" xmlns:r="http://schemas.openxmlformats.org/officeDocument/2006/relationships" xmlns:p="http://schemas.openxmlformats.org/presentationml/2006/main" preserve="1">
  <p:cSld name="1_Title and 3-Image Grid White">
    <p:bg>
      <p:bgPr>
        <a:solidFill>
          <a:schemeClr val="bg1"/>
        </a:solidFill>
        <a:effectLst/>
      </p:bgPr>
    </p:bg>
    <p:spTree>
      <p:nvGrpSpPr>
        <p:cNvPr id="1" name=""/>
        <p:cNvGrpSpPr/>
        <p:nvPr/>
      </p:nvGrpSpPr>
      <p:grpSpPr>
        <a:xfrm>
          <a:off x="0" y="0"/>
          <a:ext cx="0" cy="0"/>
          <a:chOff x="0" y="0"/>
          <a:chExt cx="0" cy="0"/>
        </a:xfrm>
      </p:grpSpPr>
      <p:sp>
        <p:nvSpPr>
          <p:cNvPr id="16" name="Picture Placeholder 4">
            <a:extLst>
              <a:ext uri="{FF2B5EF4-FFF2-40B4-BE49-F238E27FC236}">
                <a16:creationId xmlns:a16="http://schemas.microsoft.com/office/drawing/2014/main" id="{2F7C217B-5411-1407-AB4D-0F331F01DB41}"/>
              </a:ext>
            </a:extLst>
          </p:cNvPr>
          <p:cNvSpPr>
            <a:spLocks noGrp="1"/>
          </p:cNvSpPr>
          <p:nvPr>
            <p:ph type="pic" sz="quarter" idx="16"/>
          </p:nvPr>
        </p:nvSpPr>
        <p:spPr>
          <a:xfrm>
            <a:off x="8039100" y="0"/>
            <a:ext cx="4152900" cy="2286000"/>
          </a:xfrm>
          <a:prstGeom prst="rect">
            <a:avLst/>
          </a:prstGeom>
        </p:spPr>
        <p:txBody>
          <a:bodyPr rIns="0"/>
          <a:lstStyle>
            <a:lvl1pPr>
              <a:defRPr b="0" i="0">
                <a:latin typeface="Arial" panose="020B0604020202020204" pitchFamily="34" charset="0"/>
                <a:cs typeface="Arial" panose="020B0604020202020204" pitchFamily="34" charset="0"/>
              </a:defRPr>
            </a:lvl1pPr>
          </a:lstStyle>
          <a:p>
            <a:r>
              <a:rPr lang="en-US"/>
              <a:t>Click icon to add picture</a:t>
            </a:r>
            <a:endParaRPr lang="en-US" dirty="0"/>
          </a:p>
        </p:txBody>
      </p:sp>
      <p:sp>
        <p:nvSpPr>
          <p:cNvPr id="9" name="Picture Placeholder 4">
            <a:extLst>
              <a:ext uri="{FF2B5EF4-FFF2-40B4-BE49-F238E27FC236}">
                <a16:creationId xmlns:a16="http://schemas.microsoft.com/office/drawing/2014/main" id="{72768E50-4F8A-707B-3B64-888A6D28154B}"/>
              </a:ext>
            </a:extLst>
          </p:cNvPr>
          <p:cNvSpPr>
            <a:spLocks noGrp="1"/>
          </p:cNvSpPr>
          <p:nvPr>
            <p:ph type="pic" sz="quarter" idx="20"/>
          </p:nvPr>
        </p:nvSpPr>
        <p:spPr>
          <a:xfrm>
            <a:off x="8043391" y="4572000"/>
            <a:ext cx="4144317" cy="2286000"/>
          </a:xfrm>
          <a:prstGeom prst="rect">
            <a:avLst/>
          </a:prstGeom>
        </p:spPr>
        <p:txBody>
          <a:bodyPr rIns="0"/>
          <a:lstStyle>
            <a:lvl1pPr>
              <a:defRPr b="0" i="0">
                <a:latin typeface="Arial" panose="020B0604020202020204" pitchFamily="34" charset="0"/>
                <a:cs typeface="Arial" panose="020B0604020202020204" pitchFamily="34" charset="0"/>
              </a:defRPr>
            </a:lvl1pPr>
          </a:lstStyle>
          <a:p>
            <a:r>
              <a:rPr lang="en-US"/>
              <a:t>Click icon to add picture</a:t>
            </a:r>
            <a:endParaRPr lang="en-US" dirty="0"/>
          </a:p>
        </p:txBody>
      </p:sp>
      <p:sp>
        <p:nvSpPr>
          <p:cNvPr id="18" name="Picture Placeholder 4">
            <a:extLst>
              <a:ext uri="{FF2B5EF4-FFF2-40B4-BE49-F238E27FC236}">
                <a16:creationId xmlns:a16="http://schemas.microsoft.com/office/drawing/2014/main" id="{BD2881D2-388F-598E-9A93-486A3B3B44C3}"/>
              </a:ext>
            </a:extLst>
          </p:cNvPr>
          <p:cNvSpPr>
            <a:spLocks noGrp="1"/>
          </p:cNvSpPr>
          <p:nvPr>
            <p:ph type="pic" sz="quarter" idx="18"/>
          </p:nvPr>
        </p:nvSpPr>
        <p:spPr>
          <a:xfrm>
            <a:off x="8039100" y="2279652"/>
            <a:ext cx="4152900" cy="2299272"/>
          </a:xfrm>
          <a:prstGeom prst="rect">
            <a:avLst/>
          </a:prstGeom>
        </p:spPr>
        <p:txBody>
          <a:bodyPr rIns="0"/>
          <a:lstStyle>
            <a:lvl1pPr>
              <a:defRPr b="0" i="0">
                <a:latin typeface="Arial" panose="020B0604020202020204" pitchFamily="34" charset="0"/>
                <a:cs typeface="Arial" panose="020B0604020202020204" pitchFamily="34" charset="0"/>
              </a:defRPr>
            </a:lvl1pPr>
          </a:lstStyle>
          <a:p>
            <a:r>
              <a:rPr lang="en-US"/>
              <a:t>Click icon to add picture</a:t>
            </a:r>
            <a:endParaRPr lang="en-US" dirty="0"/>
          </a:p>
        </p:txBody>
      </p:sp>
      <p:pic>
        <p:nvPicPr>
          <p:cNvPr id="14" name="Logo" descr="preencoded.png">
            <a:extLst>
              <a:ext uri="{FF2B5EF4-FFF2-40B4-BE49-F238E27FC236}">
                <a16:creationId xmlns:a16="http://schemas.microsoft.com/office/drawing/2014/main" id="{F841EFE1-E224-7CD3-5B8B-CFDCC366F5AF}"/>
              </a:ext>
            </a:extLst>
          </p:cNvPr>
          <p:cNvPicPr>
            <a:picLocks noChangeAspect="1"/>
          </p:cNvPicPr>
          <p:nvPr/>
        </p:nvPicPr>
        <p:blipFill>
          <a:blip>
            <a:extLst>
              <a:ext uri="{96DAC541-7B7A-43D3-8B79-37D633B846F1}">
                <asvg:svgBlip xmlns:asvg="http://schemas.microsoft.com/office/drawing/2016/SVG/main" r:embed="rId2"/>
              </a:ext>
            </a:extLst>
          </a:blip>
          <a:srcRect/>
          <a:stretch/>
        </p:blipFill>
        <p:spPr>
          <a:xfrm>
            <a:off x="10902950" y="419100"/>
            <a:ext cx="869950" cy="222250"/>
          </a:xfrm>
          <a:prstGeom prst="rect">
            <a:avLst/>
          </a:prstGeom>
        </p:spPr>
      </p:pic>
      <p:sp>
        <p:nvSpPr>
          <p:cNvPr id="2" name="Text Placeholder 14">
            <a:extLst>
              <a:ext uri="{FF2B5EF4-FFF2-40B4-BE49-F238E27FC236}">
                <a16:creationId xmlns:a16="http://schemas.microsoft.com/office/drawing/2014/main" id="{C984FB51-EB77-2DE4-DD54-69AE510EA911}"/>
              </a:ext>
            </a:extLst>
          </p:cNvPr>
          <p:cNvSpPr>
            <a:spLocks noGrp="1"/>
          </p:cNvSpPr>
          <p:nvPr>
            <p:ph type="body" sz="quarter" idx="13" hasCustomPrompt="1"/>
          </p:nvPr>
        </p:nvSpPr>
        <p:spPr>
          <a:xfrm>
            <a:off x="339725" y="333800"/>
            <a:ext cx="2860675" cy="307777"/>
          </a:xfrm>
          <a:prstGeom prst="rect">
            <a:avLst/>
          </a:prstGeom>
        </p:spPr>
        <p:txBody>
          <a:bodyPr wrap="square" lIns="82296" rIns="0">
            <a:spAutoFit/>
          </a:bodyPr>
          <a:lstStyle>
            <a:lvl1pPr>
              <a:lnSpc>
                <a:spcPct val="100000"/>
              </a:lnSpc>
              <a:buNone/>
              <a:defRPr sz="1400" b="1" i="0" spc="-30">
                <a:solidFill>
                  <a:schemeClr val="tx2"/>
                </a:solidFill>
                <a:latin typeface="Arial" panose="020B0604020202020204" pitchFamily="34" charset="0"/>
                <a:cs typeface="Arial" panose="020B0604020202020204" pitchFamily="34" charset="0"/>
              </a:defRPr>
            </a:lvl1pPr>
          </a:lstStyle>
          <a:p>
            <a:pPr lvl="0"/>
            <a:r>
              <a:rPr lang="en-US" b="1" dirty="0"/>
              <a:t>Section Header</a:t>
            </a:r>
          </a:p>
        </p:txBody>
      </p:sp>
      <p:sp>
        <p:nvSpPr>
          <p:cNvPr id="4" name="Title 2">
            <a:extLst>
              <a:ext uri="{FF2B5EF4-FFF2-40B4-BE49-F238E27FC236}">
                <a16:creationId xmlns:a16="http://schemas.microsoft.com/office/drawing/2014/main" id="{1C113D96-4D97-155A-FE52-4BCE3F983267}"/>
              </a:ext>
            </a:extLst>
          </p:cNvPr>
          <p:cNvSpPr>
            <a:spLocks noGrp="1"/>
          </p:cNvSpPr>
          <p:nvPr>
            <p:ph type="title" hasCustomPrompt="1"/>
          </p:nvPr>
        </p:nvSpPr>
        <p:spPr>
          <a:xfrm>
            <a:off x="339633" y="702407"/>
            <a:ext cx="6670768" cy="1215333"/>
          </a:xfrm>
          <a:prstGeom prst="rect">
            <a:avLst/>
          </a:prstGeom>
        </p:spPr>
        <p:txBody>
          <a:bodyPr wrap="square" lIns="45720" rIns="0">
            <a:spAutoFit/>
          </a:bodyPr>
          <a:lstStyle>
            <a:lvl1pPr>
              <a:lnSpc>
                <a:spcPct val="85000"/>
              </a:lnSpc>
              <a:defRPr sz="4200" b="0" i="0" spc="-130">
                <a:solidFill>
                  <a:schemeClr val="tx2"/>
                </a:solidFill>
                <a:latin typeface="Arial" panose="020B0604020202020204" pitchFamily="34" charset="0"/>
                <a:cs typeface="Arial" panose="020B0604020202020204" pitchFamily="34" charset="0"/>
              </a:defRPr>
            </a:lvl1pPr>
          </a:lstStyle>
          <a:p>
            <a:r>
              <a:rPr lang="en-US" dirty="0"/>
              <a:t>Sustainability Slide – </a:t>
            </a:r>
            <a:br>
              <a:rPr lang="en-US" dirty="0"/>
            </a:br>
            <a:r>
              <a:rPr lang="en-US" dirty="0"/>
              <a:t>3-Image Grid</a:t>
            </a:r>
          </a:p>
        </p:txBody>
      </p:sp>
      <p:sp>
        <p:nvSpPr>
          <p:cNvPr id="3" name="2026 Western Digital Corporation All rights reserved">
            <a:extLst>
              <a:ext uri="{FF2B5EF4-FFF2-40B4-BE49-F238E27FC236}">
                <a16:creationId xmlns:a16="http://schemas.microsoft.com/office/drawing/2014/main" id="{934001FE-6CE7-D2A2-F053-7C7E3B5E60CA}"/>
              </a:ext>
            </a:extLst>
          </p:cNvPr>
          <p:cNvSpPr/>
          <p:nvPr/>
        </p:nvSpPr>
        <p:spPr>
          <a:xfrm>
            <a:off x="419100" y="6638989"/>
            <a:ext cx="2794000" cy="92589"/>
          </a:xfrm>
          <a:prstGeom prst="rect">
            <a:avLst/>
          </a:prstGeom>
          <a:noFill/>
          <a:ln/>
        </p:spPr>
        <p:txBody>
          <a:bodyPr wrap="square" lIns="0" tIns="0" rIns="0" bIns="0" rtlCol="0" anchor="t">
            <a:spAutoFit/>
          </a:bodyPr>
          <a:lstStyle/>
          <a:p>
            <a:pPr>
              <a:lnSpc>
                <a:spcPct val="75000"/>
              </a:lnSpc>
            </a:pPr>
            <a:r>
              <a:rPr lang="en-US" sz="800" b="0" i="0" dirty="0">
                <a:solidFill>
                  <a:schemeClr val="tx1"/>
                </a:solidFill>
                <a:latin typeface="Arial" panose="020B0604020202020204" pitchFamily="34" charset="0"/>
                <a:ea typeface="Arial" pitchFamily="34" charset="-122"/>
                <a:cs typeface="Arial" panose="020B0604020202020204" pitchFamily="34" charset="0"/>
              </a:rPr>
              <a:t>©  2026 Western Digital Corporation. All rights reserved.</a:t>
            </a:r>
            <a:endParaRPr lang="en-US" sz="800" b="0" i="0" dirty="0">
              <a:solidFill>
                <a:schemeClr val="tx1"/>
              </a:solidFill>
              <a:latin typeface="Arial" panose="020B0604020202020204" pitchFamily="34" charset="0"/>
              <a:cs typeface="Arial" panose="020B0604020202020204" pitchFamily="34" charset="0"/>
            </a:endParaRPr>
          </a:p>
        </p:txBody>
      </p:sp>
      <p:sp>
        <p:nvSpPr>
          <p:cNvPr id="6" name="Slide Number Placeholder 1">
            <a:extLst>
              <a:ext uri="{FF2B5EF4-FFF2-40B4-BE49-F238E27FC236}">
                <a16:creationId xmlns:a16="http://schemas.microsoft.com/office/drawing/2014/main" id="{E2CEA27B-D843-86C8-B9D4-1DFBA28F18A9}"/>
              </a:ext>
            </a:extLst>
          </p:cNvPr>
          <p:cNvSpPr>
            <a:spLocks noGrp="1"/>
          </p:cNvSpPr>
          <p:nvPr>
            <p:ph type="sldNum" sz="quarter" idx="4"/>
          </p:nvPr>
        </p:nvSpPr>
        <p:spPr>
          <a:xfrm>
            <a:off x="11215668" y="6562157"/>
            <a:ext cx="658832" cy="215444"/>
          </a:xfrm>
          <a:prstGeom prst="rect">
            <a:avLst/>
          </a:prstGeom>
        </p:spPr>
        <p:txBody>
          <a:bodyPr vert="horz" lIns="91440" tIns="45720" rIns="0" bIns="45720" rtlCol="0" anchor="ctr">
            <a:spAutoFit/>
          </a:bodyPr>
          <a:lstStyle>
            <a:lvl1pPr algn="r">
              <a:defRPr sz="800" b="0" i="0">
                <a:solidFill>
                  <a:schemeClr val="tx1"/>
                </a:solidFill>
                <a:latin typeface="Arial" panose="020B0604020202020204" pitchFamily="34" charset="0"/>
                <a:cs typeface="Arial" panose="020B0604020202020204" pitchFamily="34" charset="0"/>
              </a:defRPr>
            </a:lvl1pPr>
          </a:lstStyle>
          <a:p>
            <a:fld id="{B06B19F4-CF25-446C-B362-D8BB27BE9D9B}" type="slidenum">
              <a:rPr lang="en-US" smtClean="0"/>
              <a:t>‹#›</a:t>
            </a:fld>
            <a:endParaRPr lang="en-US"/>
          </a:p>
        </p:txBody>
      </p:sp>
      <p:sp>
        <p:nvSpPr>
          <p:cNvPr id="7" name="WD Confidential">
            <a:extLst>
              <a:ext uri="{FF2B5EF4-FFF2-40B4-BE49-F238E27FC236}">
                <a16:creationId xmlns:a16="http://schemas.microsoft.com/office/drawing/2014/main" id="{99E96AFD-C844-FEE5-4657-6C28E1012880}"/>
              </a:ext>
            </a:extLst>
          </p:cNvPr>
          <p:cNvSpPr/>
          <p:nvPr/>
        </p:nvSpPr>
        <p:spPr>
          <a:xfrm>
            <a:off x="8991600" y="6638990"/>
            <a:ext cx="1244600" cy="92589"/>
          </a:xfrm>
          <a:prstGeom prst="rect">
            <a:avLst/>
          </a:prstGeom>
          <a:noFill/>
          <a:ln/>
        </p:spPr>
        <p:txBody>
          <a:bodyPr wrap="square" lIns="0" tIns="0" rIns="0" bIns="0" rtlCol="0" anchor="t">
            <a:spAutoFit/>
          </a:bodyPr>
          <a:lstStyle/>
          <a:p>
            <a:pPr>
              <a:lnSpc>
                <a:spcPct val="75000"/>
              </a:lnSpc>
            </a:pPr>
            <a:r>
              <a:rPr lang="en-US" sz="800" b="0" i="0" dirty="0">
                <a:solidFill>
                  <a:schemeClr val="tx1"/>
                </a:solidFill>
                <a:latin typeface="Arial" panose="020B0604020202020204" pitchFamily="34" charset="0"/>
                <a:ea typeface="Arial" pitchFamily="34" charset="-122"/>
                <a:cs typeface="Arial" panose="020B0604020202020204" pitchFamily="34" charset="0"/>
              </a:rPr>
              <a:t>WD CONFIDENTIAL</a:t>
            </a:r>
            <a:endParaRPr lang="en-US" sz="800" b="0" i="0" dirty="0">
              <a:solidFill>
                <a:schemeClr val="tx1"/>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6409466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00.xml><?xml version="1.0" encoding="utf-8"?>
<p:sldLayout xmlns:a="http://schemas.openxmlformats.org/drawingml/2006/main" xmlns:r="http://schemas.openxmlformats.org/officeDocument/2006/relationships" xmlns:p="http://schemas.openxmlformats.org/presentationml/2006/main" preserve="1">
  <p:cSld name="1_Title and 3-Image Grid Vault Navy">
    <p:bg>
      <p:bgRef idx="1001">
        <a:schemeClr val="bg2"/>
      </p:bgRef>
    </p:bg>
    <p:spTree>
      <p:nvGrpSpPr>
        <p:cNvPr id="1" name=""/>
        <p:cNvGrpSpPr/>
        <p:nvPr/>
      </p:nvGrpSpPr>
      <p:grpSpPr>
        <a:xfrm>
          <a:off x="0" y="0"/>
          <a:ext cx="0" cy="0"/>
          <a:chOff x="0" y="0"/>
          <a:chExt cx="0" cy="0"/>
        </a:xfrm>
      </p:grpSpPr>
      <p:sp>
        <p:nvSpPr>
          <p:cNvPr id="3" name="Picture Placeholder 4">
            <a:extLst>
              <a:ext uri="{FF2B5EF4-FFF2-40B4-BE49-F238E27FC236}">
                <a16:creationId xmlns:a16="http://schemas.microsoft.com/office/drawing/2014/main" id="{113423BF-EFE6-1A11-3DD1-E7BAA3F84951}"/>
              </a:ext>
            </a:extLst>
          </p:cNvPr>
          <p:cNvSpPr>
            <a:spLocks noGrp="1"/>
          </p:cNvSpPr>
          <p:nvPr>
            <p:ph type="pic" sz="quarter" idx="16"/>
          </p:nvPr>
        </p:nvSpPr>
        <p:spPr>
          <a:xfrm>
            <a:off x="8039100" y="0"/>
            <a:ext cx="4152900" cy="2286000"/>
          </a:xfrm>
          <a:prstGeom prst="rect">
            <a:avLst/>
          </a:prstGeom>
        </p:spPr>
        <p:txBody>
          <a:bodyPr rIns="0"/>
          <a:lstStyle>
            <a:lvl1pPr>
              <a:defRPr b="0" i="0">
                <a:latin typeface="Arial" panose="020B0604020202020204" pitchFamily="34" charset="0"/>
                <a:cs typeface="Arial" panose="020B0604020202020204" pitchFamily="34" charset="0"/>
              </a:defRPr>
            </a:lvl1pPr>
          </a:lstStyle>
          <a:p>
            <a:r>
              <a:rPr lang="en-US"/>
              <a:t>Click icon to add picture</a:t>
            </a:r>
            <a:endParaRPr lang="en-US" dirty="0"/>
          </a:p>
        </p:txBody>
      </p:sp>
      <p:sp>
        <p:nvSpPr>
          <p:cNvPr id="6" name="Picture Placeholder 4">
            <a:extLst>
              <a:ext uri="{FF2B5EF4-FFF2-40B4-BE49-F238E27FC236}">
                <a16:creationId xmlns:a16="http://schemas.microsoft.com/office/drawing/2014/main" id="{08CD47F8-4D14-72D0-8929-08E3F009C2B0}"/>
              </a:ext>
            </a:extLst>
          </p:cNvPr>
          <p:cNvSpPr>
            <a:spLocks noGrp="1"/>
          </p:cNvSpPr>
          <p:nvPr>
            <p:ph type="pic" sz="quarter" idx="20"/>
          </p:nvPr>
        </p:nvSpPr>
        <p:spPr>
          <a:xfrm>
            <a:off x="8043391" y="4572000"/>
            <a:ext cx="4144317" cy="2286000"/>
          </a:xfrm>
          <a:prstGeom prst="rect">
            <a:avLst/>
          </a:prstGeom>
        </p:spPr>
        <p:txBody>
          <a:bodyPr rIns="0"/>
          <a:lstStyle>
            <a:lvl1pPr>
              <a:defRPr b="0" i="0">
                <a:latin typeface="Arial" panose="020B0604020202020204" pitchFamily="34" charset="0"/>
                <a:cs typeface="Arial" panose="020B0604020202020204" pitchFamily="34" charset="0"/>
              </a:defRPr>
            </a:lvl1pPr>
          </a:lstStyle>
          <a:p>
            <a:r>
              <a:rPr lang="en-US"/>
              <a:t>Click icon to add picture</a:t>
            </a:r>
            <a:endParaRPr lang="en-US" dirty="0"/>
          </a:p>
        </p:txBody>
      </p:sp>
      <p:sp>
        <p:nvSpPr>
          <p:cNvPr id="7" name="Picture Placeholder 4">
            <a:extLst>
              <a:ext uri="{FF2B5EF4-FFF2-40B4-BE49-F238E27FC236}">
                <a16:creationId xmlns:a16="http://schemas.microsoft.com/office/drawing/2014/main" id="{2144EC6D-5AE3-AA4B-1CBB-1B2575A065A5}"/>
              </a:ext>
            </a:extLst>
          </p:cNvPr>
          <p:cNvSpPr>
            <a:spLocks noGrp="1"/>
          </p:cNvSpPr>
          <p:nvPr>
            <p:ph type="pic" sz="quarter" idx="18"/>
          </p:nvPr>
        </p:nvSpPr>
        <p:spPr>
          <a:xfrm>
            <a:off x="8039100" y="2279652"/>
            <a:ext cx="4152900" cy="2299272"/>
          </a:xfrm>
          <a:prstGeom prst="rect">
            <a:avLst/>
          </a:prstGeom>
        </p:spPr>
        <p:txBody>
          <a:bodyPr rIns="0"/>
          <a:lstStyle>
            <a:lvl1pPr>
              <a:defRPr b="0" i="0">
                <a:latin typeface="Arial" panose="020B0604020202020204" pitchFamily="34" charset="0"/>
                <a:cs typeface="Arial" panose="020B0604020202020204" pitchFamily="34" charset="0"/>
              </a:defRPr>
            </a:lvl1pPr>
          </a:lstStyle>
          <a:p>
            <a:r>
              <a:rPr lang="en-US"/>
              <a:t>Click icon to add picture</a:t>
            </a:r>
            <a:endParaRPr lang="en-US" dirty="0"/>
          </a:p>
        </p:txBody>
      </p:sp>
      <p:sp>
        <p:nvSpPr>
          <p:cNvPr id="2" name="Text Placeholder 14">
            <a:extLst>
              <a:ext uri="{FF2B5EF4-FFF2-40B4-BE49-F238E27FC236}">
                <a16:creationId xmlns:a16="http://schemas.microsoft.com/office/drawing/2014/main" id="{C984FB51-EB77-2DE4-DD54-69AE510EA911}"/>
              </a:ext>
            </a:extLst>
          </p:cNvPr>
          <p:cNvSpPr>
            <a:spLocks noGrp="1"/>
          </p:cNvSpPr>
          <p:nvPr>
            <p:ph type="body" sz="quarter" idx="13" hasCustomPrompt="1"/>
          </p:nvPr>
        </p:nvSpPr>
        <p:spPr>
          <a:xfrm>
            <a:off x="339725" y="333800"/>
            <a:ext cx="2860675" cy="307777"/>
          </a:xfrm>
          <a:prstGeom prst="rect">
            <a:avLst/>
          </a:prstGeom>
        </p:spPr>
        <p:txBody>
          <a:bodyPr wrap="square" lIns="82296" rIns="0">
            <a:spAutoFit/>
          </a:bodyPr>
          <a:lstStyle>
            <a:lvl1pPr>
              <a:lnSpc>
                <a:spcPct val="100000"/>
              </a:lnSpc>
              <a:buNone/>
              <a:defRPr sz="1400" b="1" i="0" spc="-30">
                <a:solidFill>
                  <a:schemeClr val="tx1"/>
                </a:solidFill>
                <a:latin typeface="Arial" panose="020B0604020202020204" pitchFamily="34" charset="0"/>
                <a:cs typeface="Arial" panose="020B0604020202020204" pitchFamily="34" charset="0"/>
              </a:defRPr>
            </a:lvl1pPr>
          </a:lstStyle>
          <a:p>
            <a:pPr lvl="0"/>
            <a:r>
              <a:rPr lang="en-US" b="1" dirty="0"/>
              <a:t>Section Header</a:t>
            </a:r>
          </a:p>
        </p:txBody>
      </p:sp>
      <p:sp>
        <p:nvSpPr>
          <p:cNvPr id="4" name="Title 2">
            <a:extLst>
              <a:ext uri="{FF2B5EF4-FFF2-40B4-BE49-F238E27FC236}">
                <a16:creationId xmlns:a16="http://schemas.microsoft.com/office/drawing/2014/main" id="{1C113D96-4D97-155A-FE52-4BCE3F983267}"/>
              </a:ext>
            </a:extLst>
          </p:cNvPr>
          <p:cNvSpPr>
            <a:spLocks noGrp="1"/>
          </p:cNvSpPr>
          <p:nvPr>
            <p:ph type="title" hasCustomPrompt="1"/>
          </p:nvPr>
        </p:nvSpPr>
        <p:spPr>
          <a:xfrm>
            <a:off x="339633" y="702407"/>
            <a:ext cx="6670768" cy="1215333"/>
          </a:xfrm>
          <a:prstGeom prst="rect">
            <a:avLst/>
          </a:prstGeom>
        </p:spPr>
        <p:txBody>
          <a:bodyPr wrap="square" lIns="45720" rIns="0">
            <a:spAutoFit/>
          </a:bodyPr>
          <a:lstStyle>
            <a:lvl1pPr>
              <a:lnSpc>
                <a:spcPct val="85000"/>
              </a:lnSpc>
              <a:defRPr sz="4200" b="0" i="0" spc="-130">
                <a:solidFill>
                  <a:schemeClr val="tx1"/>
                </a:solidFill>
                <a:latin typeface="Arial" panose="020B0604020202020204" pitchFamily="34" charset="0"/>
                <a:cs typeface="Arial" panose="020B0604020202020204" pitchFamily="34" charset="0"/>
              </a:defRPr>
            </a:lvl1pPr>
          </a:lstStyle>
          <a:p>
            <a:r>
              <a:rPr lang="en-US" dirty="0"/>
              <a:t>Sustainability Slide – </a:t>
            </a:r>
            <a:br>
              <a:rPr lang="en-US" dirty="0"/>
            </a:br>
            <a:r>
              <a:rPr lang="en-US" dirty="0"/>
              <a:t>3-Image Grid</a:t>
            </a:r>
          </a:p>
        </p:txBody>
      </p:sp>
      <p:pic>
        <p:nvPicPr>
          <p:cNvPr id="14" name="Logo" descr="preencoded.png">
            <a:extLst>
              <a:ext uri="{FF2B5EF4-FFF2-40B4-BE49-F238E27FC236}">
                <a16:creationId xmlns:a16="http://schemas.microsoft.com/office/drawing/2014/main" id="{F841EFE1-E224-7CD3-5B8B-CFDCC366F5AF}"/>
              </a:ext>
            </a:extLst>
          </p:cNvPr>
          <p:cNvPicPr>
            <a:picLocks noChangeAspect="1"/>
          </p:cNvPicPr>
          <p:nvPr/>
        </p:nvPicPr>
        <p:blipFill>
          <a:blip>
            <a:extLst>
              <a:ext uri="{96DAC541-7B7A-43D3-8B79-37D633B846F1}">
                <asvg:svgBlip xmlns:asvg="http://schemas.microsoft.com/office/drawing/2016/SVG/main" r:embed="rId2"/>
              </a:ext>
            </a:extLst>
          </a:blip>
          <a:srcRect/>
          <a:stretch/>
        </p:blipFill>
        <p:spPr>
          <a:xfrm>
            <a:off x="10902950" y="419100"/>
            <a:ext cx="869950" cy="222250"/>
          </a:xfrm>
          <a:prstGeom prst="rect">
            <a:avLst/>
          </a:prstGeom>
        </p:spPr>
      </p:pic>
      <p:sp>
        <p:nvSpPr>
          <p:cNvPr id="8" name="2026 Western Digital Corporation All rights reserved">
            <a:extLst>
              <a:ext uri="{FF2B5EF4-FFF2-40B4-BE49-F238E27FC236}">
                <a16:creationId xmlns:a16="http://schemas.microsoft.com/office/drawing/2014/main" id="{F92D6152-F703-9B45-7540-1A202F967102}"/>
              </a:ext>
            </a:extLst>
          </p:cNvPr>
          <p:cNvSpPr/>
          <p:nvPr/>
        </p:nvSpPr>
        <p:spPr>
          <a:xfrm>
            <a:off x="419100" y="6638989"/>
            <a:ext cx="2794000" cy="92589"/>
          </a:xfrm>
          <a:prstGeom prst="rect">
            <a:avLst/>
          </a:prstGeom>
          <a:noFill/>
          <a:ln/>
        </p:spPr>
        <p:txBody>
          <a:bodyPr wrap="square" lIns="0" tIns="0" rIns="0" bIns="0" rtlCol="0" anchor="t">
            <a:spAutoFit/>
          </a:bodyPr>
          <a:lstStyle/>
          <a:p>
            <a:pPr>
              <a:lnSpc>
                <a:spcPct val="75000"/>
              </a:lnSpc>
            </a:pPr>
            <a:r>
              <a:rPr lang="en-US" sz="800" b="0" i="0" dirty="0">
                <a:solidFill>
                  <a:schemeClr val="tx1"/>
                </a:solidFill>
                <a:latin typeface="Arial" panose="020B0604020202020204" pitchFamily="34" charset="0"/>
                <a:ea typeface="Arial" pitchFamily="34" charset="-122"/>
                <a:cs typeface="Arial" panose="020B0604020202020204" pitchFamily="34" charset="0"/>
              </a:rPr>
              <a:t>©  2026 Western Digital Corporation. All rights reserved.</a:t>
            </a:r>
            <a:endParaRPr lang="en-US" sz="800" b="0" i="0" dirty="0">
              <a:solidFill>
                <a:schemeClr val="tx1"/>
              </a:solidFill>
              <a:latin typeface="Arial" panose="020B0604020202020204" pitchFamily="34" charset="0"/>
              <a:cs typeface="Arial" panose="020B0604020202020204" pitchFamily="34" charset="0"/>
            </a:endParaRPr>
          </a:p>
        </p:txBody>
      </p:sp>
      <p:sp>
        <p:nvSpPr>
          <p:cNvPr id="9" name="Slide Number Placeholder 1">
            <a:extLst>
              <a:ext uri="{FF2B5EF4-FFF2-40B4-BE49-F238E27FC236}">
                <a16:creationId xmlns:a16="http://schemas.microsoft.com/office/drawing/2014/main" id="{DD1F341C-43A2-ACD7-92F2-ED96215B43EF}"/>
              </a:ext>
            </a:extLst>
          </p:cNvPr>
          <p:cNvSpPr>
            <a:spLocks noGrp="1"/>
          </p:cNvSpPr>
          <p:nvPr>
            <p:ph type="sldNum" sz="quarter" idx="4"/>
          </p:nvPr>
        </p:nvSpPr>
        <p:spPr>
          <a:xfrm>
            <a:off x="11215668" y="6562157"/>
            <a:ext cx="658832" cy="215444"/>
          </a:xfrm>
          <a:prstGeom prst="rect">
            <a:avLst/>
          </a:prstGeom>
        </p:spPr>
        <p:txBody>
          <a:bodyPr vert="horz" lIns="91440" tIns="45720" rIns="0" bIns="45720" rtlCol="0" anchor="ctr">
            <a:spAutoFit/>
          </a:bodyPr>
          <a:lstStyle>
            <a:lvl1pPr algn="r">
              <a:defRPr sz="800" b="0" i="0">
                <a:solidFill>
                  <a:schemeClr val="tx1"/>
                </a:solidFill>
                <a:latin typeface="Arial" panose="020B0604020202020204" pitchFamily="34" charset="0"/>
                <a:cs typeface="Arial" panose="020B0604020202020204" pitchFamily="34" charset="0"/>
              </a:defRPr>
            </a:lvl1pPr>
          </a:lstStyle>
          <a:p>
            <a:fld id="{B06B19F4-CF25-446C-B362-D8BB27BE9D9B}" type="slidenum">
              <a:rPr lang="en-US" smtClean="0"/>
              <a:t>‹#›</a:t>
            </a:fld>
            <a:endParaRPr lang="en-US"/>
          </a:p>
        </p:txBody>
      </p:sp>
      <p:sp>
        <p:nvSpPr>
          <p:cNvPr id="12" name="WD Confidential">
            <a:extLst>
              <a:ext uri="{FF2B5EF4-FFF2-40B4-BE49-F238E27FC236}">
                <a16:creationId xmlns:a16="http://schemas.microsoft.com/office/drawing/2014/main" id="{396F4B9B-2B50-C576-1387-3B079CC512EC}"/>
              </a:ext>
            </a:extLst>
          </p:cNvPr>
          <p:cNvSpPr/>
          <p:nvPr/>
        </p:nvSpPr>
        <p:spPr>
          <a:xfrm>
            <a:off x="8991600" y="6638990"/>
            <a:ext cx="1244600" cy="92589"/>
          </a:xfrm>
          <a:prstGeom prst="rect">
            <a:avLst/>
          </a:prstGeom>
          <a:noFill/>
          <a:ln/>
        </p:spPr>
        <p:txBody>
          <a:bodyPr wrap="square" lIns="0" tIns="0" rIns="0" bIns="0" rtlCol="0" anchor="t">
            <a:spAutoFit/>
          </a:bodyPr>
          <a:lstStyle/>
          <a:p>
            <a:pPr>
              <a:lnSpc>
                <a:spcPct val="75000"/>
              </a:lnSpc>
            </a:pPr>
            <a:r>
              <a:rPr lang="en-US" sz="800" b="0" i="0" dirty="0">
                <a:solidFill>
                  <a:schemeClr val="tx1"/>
                </a:solidFill>
                <a:latin typeface="Arial" panose="020B0604020202020204" pitchFamily="34" charset="0"/>
                <a:ea typeface="Arial" pitchFamily="34" charset="-122"/>
                <a:cs typeface="Arial" panose="020B0604020202020204" pitchFamily="34" charset="0"/>
              </a:rPr>
              <a:t>WD CONFIDENTIAL</a:t>
            </a:r>
            <a:endParaRPr lang="en-US" sz="800" b="0" i="0" dirty="0">
              <a:solidFill>
                <a:schemeClr val="tx1"/>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496557433"/>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01.xml><?xml version="1.0" encoding="utf-8"?>
<p:sldLayout xmlns:a="http://schemas.openxmlformats.org/drawingml/2006/main" xmlns:r="http://schemas.openxmlformats.org/officeDocument/2006/relationships" xmlns:p="http://schemas.openxmlformats.org/presentationml/2006/main" preserve="1">
  <p:cSld name="1_Blank White">
    <p:bg>
      <p:bgPr>
        <a:solidFill>
          <a:schemeClr val="bg1"/>
        </a:solidFill>
        <a:effectLst/>
      </p:bgPr>
    </p:bg>
    <p:spTree>
      <p:nvGrpSpPr>
        <p:cNvPr id="1" name=""/>
        <p:cNvGrpSpPr/>
        <p:nvPr/>
      </p:nvGrpSpPr>
      <p:grpSpPr>
        <a:xfrm>
          <a:off x="0" y="0"/>
          <a:ext cx="0" cy="0"/>
          <a:chOff x="0" y="0"/>
          <a:chExt cx="0" cy="0"/>
        </a:xfrm>
      </p:grpSpPr>
      <p:pic>
        <p:nvPicPr>
          <p:cNvPr id="10" name="Logo" descr="preencoded.png">
            <a:extLst>
              <a:ext uri="{FF2B5EF4-FFF2-40B4-BE49-F238E27FC236}">
                <a16:creationId xmlns:a16="http://schemas.microsoft.com/office/drawing/2014/main" id="{B4B9D2F9-5A96-F925-8611-62C83E7E0F07}"/>
              </a:ext>
            </a:extLst>
          </p:cNvPr>
          <p:cNvPicPr>
            <a:picLocks noChangeAspect="1"/>
          </p:cNvPicPr>
          <p:nvPr/>
        </p:nvPicPr>
        <p:blipFill>
          <a:blip>
            <a:extLst>
              <a:ext uri="{96DAC541-7B7A-43D3-8B79-37D633B846F1}">
                <asvg:svgBlip xmlns:asvg="http://schemas.microsoft.com/office/drawing/2016/SVG/main" r:embed="rId2"/>
              </a:ext>
            </a:extLst>
          </a:blip>
          <a:srcRect/>
          <a:stretch/>
        </p:blipFill>
        <p:spPr>
          <a:xfrm>
            <a:off x="10902950" y="419100"/>
            <a:ext cx="869950" cy="222250"/>
          </a:xfrm>
          <a:prstGeom prst="rect">
            <a:avLst/>
          </a:prstGeom>
        </p:spPr>
      </p:pic>
      <p:sp>
        <p:nvSpPr>
          <p:cNvPr id="5" name="2026 Western Digital Corporation All rights reserved">
            <a:extLst>
              <a:ext uri="{FF2B5EF4-FFF2-40B4-BE49-F238E27FC236}">
                <a16:creationId xmlns:a16="http://schemas.microsoft.com/office/drawing/2014/main" id="{191A5D5C-7B08-F17B-C598-F8E1EBDFEFA8}"/>
              </a:ext>
            </a:extLst>
          </p:cNvPr>
          <p:cNvSpPr/>
          <p:nvPr/>
        </p:nvSpPr>
        <p:spPr>
          <a:xfrm>
            <a:off x="419100" y="6638989"/>
            <a:ext cx="2794000" cy="92589"/>
          </a:xfrm>
          <a:prstGeom prst="rect">
            <a:avLst/>
          </a:prstGeom>
          <a:noFill/>
          <a:ln/>
        </p:spPr>
        <p:txBody>
          <a:bodyPr wrap="square" lIns="0" tIns="0" rIns="0" bIns="0" rtlCol="0" anchor="t">
            <a:spAutoFit/>
          </a:bodyPr>
          <a:lstStyle/>
          <a:p>
            <a:pPr>
              <a:lnSpc>
                <a:spcPct val="75000"/>
              </a:lnSpc>
            </a:pPr>
            <a:r>
              <a:rPr lang="en-US" sz="800" b="0" i="0" dirty="0">
                <a:solidFill>
                  <a:schemeClr val="tx1"/>
                </a:solidFill>
                <a:latin typeface="Arial" panose="020B0604020202020204" pitchFamily="34" charset="0"/>
                <a:ea typeface="Arial" pitchFamily="34" charset="-122"/>
                <a:cs typeface="Arial" panose="020B0604020202020204" pitchFamily="34" charset="0"/>
              </a:rPr>
              <a:t>©  2026 Western Digital Corporation. All rights reserved.</a:t>
            </a:r>
            <a:endParaRPr lang="en-US" sz="800" b="0" i="0" dirty="0">
              <a:solidFill>
                <a:schemeClr val="tx1"/>
              </a:solidFill>
              <a:latin typeface="Arial" panose="020B0604020202020204" pitchFamily="34" charset="0"/>
              <a:cs typeface="Arial" panose="020B0604020202020204" pitchFamily="34" charset="0"/>
            </a:endParaRPr>
          </a:p>
        </p:txBody>
      </p:sp>
      <p:sp>
        <p:nvSpPr>
          <p:cNvPr id="6" name="Slide Number Placeholder 1">
            <a:extLst>
              <a:ext uri="{FF2B5EF4-FFF2-40B4-BE49-F238E27FC236}">
                <a16:creationId xmlns:a16="http://schemas.microsoft.com/office/drawing/2014/main" id="{53B2D08B-E918-937D-84CA-3D69DDA1FBFC}"/>
              </a:ext>
            </a:extLst>
          </p:cNvPr>
          <p:cNvSpPr>
            <a:spLocks noGrp="1"/>
          </p:cNvSpPr>
          <p:nvPr>
            <p:ph type="sldNum" sz="quarter" idx="4"/>
          </p:nvPr>
        </p:nvSpPr>
        <p:spPr>
          <a:xfrm>
            <a:off x="11215668" y="6562157"/>
            <a:ext cx="658832" cy="215444"/>
          </a:xfrm>
          <a:prstGeom prst="rect">
            <a:avLst/>
          </a:prstGeom>
        </p:spPr>
        <p:txBody>
          <a:bodyPr vert="horz" lIns="91440" tIns="45720" rIns="0" bIns="45720" rtlCol="0" anchor="ctr">
            <a:spAutoFit/>
          </a:bodyPr>
          <a:lstStyle>
            <a:lvl1pPr algn="r">
              <a:defRPr sz="800" b="0" i="0">
                <a:solidFill>
                  <a:schemeClr val="tx1"/>
                </a:solidFill>
                <a:latin typeface="Arial" panose="020B0604020202020204" pitchFamily="34" charset="0"/>
                <a:cs typeface="Arial" panose="020B0604020202020204" pitchFamily="34" charset="0"/>
              </a:defRPr>
            </a:lvl1pPr>
          </a:lstStyle>
          <a:p>
            <a:fld id="{B06B19F4-CF25-446C-B362-D8BB27BE9D9B}" type="slidenum">
              <a:rPr lang="en-US" smtClean="0"/>
              <a:t>‹#›</a:t>
            </a:fld>
            <a:endParaRPr lang="en-US"/>
          </a:p>
        </p:txBody>
      </p:sp>
      <p:sp>
        <p:nvSpPr>
          <p:cNvPr id="7" name="WD Confidential">
            <a:extLst>
              <a:ext uri="{FF2B5EF4-FFF2-40B4-BE49-F238E27FC236}">
                <a16:creationId xmlns:a16="http://schemas.microsoft.com/office/drawing/2014/main" id="{FA32F025-C9A1-AED8-7466-9706F9AAAEAD}"/>
              </a:ext>
            </a:extLst>
          </p:cNvPr>
          <p:cNvSpPr/>
          <p:nvPr/>
        </p:nvSpPr>
        <p:spPr>
          <a:xfrm>
            <a:off x="8991600" y="6638990"/>
            <a:ext cx="1244600" cy="92589"/>
          </a:xfrm>
          <a:prstGeom prst="rect">
            <a:avLst/>
          </a:prstGeom>
          <a:noFill/>
          <a:ln/>
        </p:spPr>
        <p:txBody>
          <a:bodyPr wrap="square" lIns="0" tIns="0" rIns="0" bIns="0" rtlCol="0" anchor="t">
            <a:spAutoFit/>
          </a:bodyPr>
          <a:lstStyle/>
          <a:p>
            <a:pPr>
              <a:lnSpc>
                <a:spcPct val="75000"/>
              </a:lnSpc>
            </a:pPr>
            <a:r>
              <a:rPr lang="en-US" sz="800" b="0" i="0" dirty="0">
                <a:solidFill>
                  <a:schemeClr val="tx1"/>
                </a:solidFill>
                <a:latin typeface="Arial" panose="020B0604020202020204" pitchFamily="34" charset="0"/>
                <a:ea typeface="Arial" pitchFamily="34" charset="-122"/>
                <a:cs typeface="Arial" panose="020B0604020202020204" pitchFamily="34" charset="0"/>
              </a:rPr>
              <a:t>WD CONFIDENTIAL</a:t>
            </a:r>
            <a:endParaRPr lang="en-US" sz="800" b="0" i="0" dirty="0">
              <a:solidFill>
                <a:schemeClr val="tx1"/>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5838454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02.xml><?xml version="1.0" encoding="utf-8"?>
<p:sldLayout xmlns:a="http://schemas.openxmlformats.org/drawingml/2006/main" xmlns:r="http://schemas.openxmlformats.org/officeDocument/2006/relationships" xmlns:p="http://schemas.openxmlformats.org/presentationml/2006/main" preserve="1">
  <p:cSld name="1_Blank Vault Navy">
    <p:bg>
      <p:bgPr>
        <a:solidFill>
          <a:schemeClr val="tx2"/>
        </a:solidFill>
        <a:effectLst/>
      </p:bgPr>
    </p:bg>
    <p:spTree>
      <p:nvGrpSpPr>
        <p:cNvPr id="1" name=""/>
        <p:cNvGrpSpPr/>
        <p:nvPr/>
      </p:nvGrpSpPr>
      <p:grpSpPr>
        <a:xfrm>
          <a:off x="0" y="0"/>
          <a:ext cx="0" cy="0"/>
          <a:chOff x="0" y="0"/>
          <a:chExt cx="0" cy="0"/>
        </a:xfrm>
      </p:grpSpPr>
      <p:pic>
        <p:nvPicPr>
          <p:cNvPr id="6" name="Logo" descr="preencoded.png">
            <a:extLst>
              <a:ext uri="{FF2B5EF4-FFF2-40B4-BE49-F238E27FC236}">
                <a16:creationId xmlns:a16="http://schemas.microsoft.com/office/drawing/2014/main" id="{CFD0F635-23F0-6005-05C6-A8FE4B835A3F}"/>
              </a:ext>
            </a:extLst>
          </p:cNvPr>
          <p:cNvPicPr>
            <a:picLocks noChangeAspect="1"/>
          </p:cNvPicPr>
          <p:nvPr/>
        </p:nvPicPr>
        <p:blipFill>
          <a:blip>
            <a:extLst>
              <a:ext uri="{96DAC541-7B7A-43D3-8B79-37D633B846F1}">
                <asvg:svgBlip xmlns:asvg="http://schemas.microsoft.com/office/drawing/2016/SVG/main" r:embed="rId2"/>
              </a:ext>
            </a:extLst>
          </a:blip>
          <a:srcRect/>
          <a:stretch/>
        </p:blipFill>
        <p:spPr>
          <a:xfrm>
            <a:off x="10902950" y="419100"/>
            <a:ext cx="869950" cy="222250"/>
          </a:xfrm>
          <a:prstGeom prst="rect">
            <a:avLst/>
          </a:prstGeom>
        </p:spPr>
      </p:pic>
      <p:sp>
        <p:nvSpPr>
          <p:cNvPr id="4" name="2026 Western Digital Corporation All rights reserved">
            <a:extLst>
              <a:ext uri="{FF2B5EF4-FFF2-40B4-BE49-F238E27FC236}">
                <a16:creationId xmlns:a16="http://schemas.microsoft.com/office/drawing/2014/main" id="{461D3CA5-88EF-0328-F997-2E9F47C61B15}"/>
              </a:ext>
            </a:extLst>
          </p:cNvPr>
          <p:cNvSpPr/>
          <p:nvPr/>
        </p:nvSpPr>
        <p:spPr>
          <a:xfrm>
            <a:off x="419100" y="6638989"/>
            <a:ext cx="2794000" cy="92589"/>
          </a:xfrm>
          <a:prstGeom prst="rect">
            <a:avLst/>
          </a:prstGeom>
          <a:noFill/>
          <a:ln/>
        </p:spPr>
        <p:txBody>
          <a:bodyPr wrap="square" lIns="0" tIns="0" rIns="0" bIns="0" rtlCol="0" anchor="t">
            <a:spAutoFit/>
          </a:bodyPr>
          <a:lstStyle/>
          <a:p>
            <a:pPr>
              <a:lnSpc>
                <a:spcPct val="75000"/>
              </a:lnSpc>
            </a:pPr>
            <a:r>
              <a:rPr lang="en-US" sz="800" b="0" i="0" dirty="0">
                <a:solidFill>
                  <a:schemeClr val="bg1"/>
                </a:solidFill>
                <a:latin typeface="Arial" panose="020B0604020202020204" pitchFamily="34" charset="0"/>
                <a:ea typeface="Arial" pitchFamily="34" charset="-122"/>
                <a:cs typeface="Arial" panose="020B0604020202020204" pitchFamily="34" charset="0"/>
              </a:rPr>
              <a:t>©  2026 Western Digital Corporation. All rights reserved.</a:t>
            </a:r>
            <a:endParaRPr lang="en-US" sz="800" b="0" i="0" dirty="0">
              <a:solidFill>
                <a:schemeClr val="bg1"/>
              </a:solidFill>
              <a:latin typeface="Arial" panose="020B0604020202020204" pitchFamily="34" charset="0"/>
              <a:cs typeface="Arial" panose="020B0604020202020204" pitchFamily="34" charset="0"/>
            </a:endParaRPr>
          </a:p>
        </p:txBody>
      </p:sp>
      <p:sp>
        <p:nvSpPr>
          <p:cNvPr id="5" name="Slide Number Placeholder 1">
            <a:extLst>
              <a:ext uri="{FF2B5EF4-FFF2-40B4-BE49-F238E27FC236}">
                <a16:creationId xmlns:a16="http://schemas.microsoft.com/office/drawing/2014/main" id="{EF3A8A3D-06A7-7AF4-7174-E6377F3DE9FC}"/>
              </a:ext>
            </a:extLst>
          </p:cNvPr>
          <p:cNvSpPr>
            <a:spLocks noGrp="1"/>
          </p:cNvSpPr>
          <p:nvPr>
            <p:ph type="sldNum" sz="quarter" idx="4"/>
          </p:nvPr>
        </p:nvSpPr>
        <p:spPr>
          <a:xfrm>
            <a:off x="11215668" y="6562157"/>
            <a:ext cx="658832" cy="215444"/>
          </a:xfrm>
          <a:prstGeom prst="rect">
            <a:avLst/>
          </a:prstGeom>
        </p:spPr>
        <p:txBody>
          <a:bodyPr vert="horz" lIns="91440" tIns="45720" rIns="0" bIns="45720" rtlCol="0" anchor="ctr">
            <a:spAutoFit/>
          </a:bodyPr>
          <a:lstStyle>
            <a:lvl1pPr algn="r">
              <a:defRPr sz="800" b="0" i="0">
                <a:solidFill>
                  <a:schemeClr val="bg1"/>
                </a:solidFill>
                <a:latin typeface="Arial" panose="020B0604020202020204" pitchFamily="34" charset="0"/>
                <a:cs typeface="Arial" panose="020B0604020202020204" pitchFamily="34" charset="0"/>
              </a:defRPr>
            </a:lvl1pPr>
          </a:lstStyle>
          <a:p>
            <a:fld id="{B06B19F4-CF25-446C-B362-D8BB27BE9D9B}" type="slidenum">
              <a:rPr lang="en-US" smtClean="0"/>
              <a:t>‹#›</a:t>
            </a:fld>
            <a:endParaRPr lang="en-US"/>
          </a:p>
        </p:txBody>
      </p:sp>
      <p:sp>
        <p:nvSpPr>
          <p:cNvPr id="8" name="WD Confidential">
            <a:extLst>
              <a:ext uri="{FF2B5EF4-FFF2-40B4-BE49-F238E27FC236}">
                <a16:creationId xmlns:a16="http://schemas.microsoft.com/office/drawing/2014/main" id="{69CBEC74-3B8B-056A-05B1-FD71ECD63031}"/>
              </a:ext>
            </a:extLst>
          </p:cNvPr>
          <p:cNvSpPr/>
          <p:nvPr/>
        </p:nvSpPr>
        <p:spPr>
          <a:xfrm>
            <a:off x="8991600" y="6638990"/>
            <a:ext cx="1244600" cy="92589"/>
          </a:xfrm>
          <a:prstGeom prst="rect">
            <a:avLst/>
          </a:prstGeom>
          <a:noFill/>
          <a:ln/>
        </p:spPr>
        <p:txBody>
          <a:bodyPr wrap="square" lIns="0" tIns="0" rIns="0" bIns="0" rtlCol="0" anchor="t">
            <a:spAutoFit/>
          </a:bodyPr>
          <a:lstStyle/>
          <a:p>
            <a:pPr>
              <a:lnSpc>
                <a:spcPct val="75000"/>
              </a:lnSpc>
            </a:pPr>
            <a:r>
              <a:rPr lang="en-US" sz="800" b="0" i="0" dirty="0">
                <a:solidFill>
                  <a:schemeClr val="bg1"/>
                </a:solidFill>
                <a:latin typeface="Arial" panose="020B0604020202020204" pitchFamily="34" charset="0"/>
                <a:ea typeface="Arial" pitchFamily="34" charset="-122"/>
                <a:cs typeface="Arial" panose="020B0604020202020204" pitchFamily="34" charset="0"/>
              </a:rPr>
              <a:t>WD CONFIDENTIAL</a:t>
            </a:r>
            <a:endParaRPr lang="en-US" sz="800" b="0" i="0" dirty="0">
              <a:solidFill>
                <a:schemeClr val="bg1"/>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81721041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03.xml><?xml version="1.0" encoding="utf-8"?>
<p:sldLayout xmlns:a="http://schemas.openxmlformats.org/drawingml/2006/main" xmlns:r="http://schemas.openxmlformats.org/officeDocument/2006/relationships" xmlns:p="http://schemas.openxmlformats.org/presentationml/2006/main" preserve="1">
  <p:cSld name="1_Title Only (Small) Product Feature">
    <p:bg>
      <p:bgPr>
        <a:solidFill>
          <a:schemeClr val="accent6"/>
        </a:solidFill>
        <a:effectLst/>
      </p:bgPr>
    </p:bg>
    <p:spTree>
      <p:nvGrpSpPr>
        <p:cNvPr id="1" name=""/>
        <p:cNvGrpSpPr/>
        <p:nvPr/>
      </p:nvGrpSpPr>
      <p:grpSpPr>
        <a:xfrm>
          <a:off x="0" y="0"/>
          <a:ext cx="0" cy="0"/>
          <a:chOff x="0" y="0"/>
          <a:chExt cx="0" cy="0"/>
        </a:xfrm>
      </p:grpSpPr>
      <p:pic>
        <p:nvPicPr>
          <p:cNvPr id="12" name="Picture 11">
            <a:extLst>
              <a:ext uri="{FF2B5EF4-FFF2-40B4-BE49-F238E27FC236}">
                <a16:creationId xmlns:a16="http://schemas.microsoft.com/office/drawing/2014/main" id="{6F097115-7F61-E8CC-58FF-D9C801520C90}"/>
              </a:ext>
            </a:extLst>
          </p:cNvPr>
          <p:cNvPicPr>
            <a:picLocks noChangeAspect="1"/>
          </p:cNvPicPr>
          <p:nvPr/>
        </p:nvPicPr>
        <p:blipFill>
          <a:blip r:embed="rId2">
            <a:lum bright="70000" contrast="-70000"/>
          </a:blip>
          <a:stretch>
            <a:fillRect/>
          </a:stretch>
        </p:blipFill>
        <p:spPr>
          <a:xfrm>
            <a:off x="0" y="1951437"/>
            <a:ext cx="8915400" cy="4906563"/>
          </a:xfrm>
          <a:prstGeom prst="rect">
            <a:avLst/>
          </a:prstGeom>
        </p:spPr>
      </p:pic>
      <p:pic>
        <p:nvPicPr>
          <p:cNvPr id="7" name="Logo" descr="preencoded.png">
            <a:extLst>
              <a:ext uri="{FF2B5EF4-FFF2-40B4-BE49-F238E27FC236}">
                <a16:creationId xmlns:a16="http://schemas.microsoft.com/office/drawing/2014/main" id="{1396905D-1B87-DFCE-F5F2-3A55043BDEE7}"/>
              </a:ext>
            </a:extLst>
          </p:cNvPr>
          <p:cNvPicPr>
            <a:picLocks noChangeAspect="1"/>
          </p:cNvPicPr>
          <p:nvPr/>
        </p:nvPicPr>
        <p:blipFill>
          <a:blip>
            <a:extLst>
              <a:ext uri="{96DAC541-7B7A-43D3-8B79-37D633B846F1}">
                <asvg:svgBlip xmlns:asvg="http://schemas.microsoft.com/office/drawing/2016/SVG/main" r:embed="rId3"/>
              </a:ext>
            </a:extLst>
          </a:blip>
          <a:srcRect/>
          <a:stretch/>
        </p:blipFill>
        <p:spPr>
          <a:xfrm>
            <a:off x="10902950" y="419100"/>
            <a:ext cx="869950" cy="222250"/>
          </a:xfrm>
          <a:prstGeom prst="rect">
            <a:avLst/>
          </a:prstGeom>
        </p:spPr>
      </p:pic>
      <p:sp>
        <p:nvSpPr>
          <p:cNvPr id="2" name="Text Placeholder 14">
            <a:extLst>
              <a:ext uri="{FF2B5EF4-FFF2-40B4-BE49-F238E27FC236}">
                <a16:creationId xmlns:a16="http://schemas.microsoft.com/office/drawing/2014/main" id="{C0A019DC-EDF0-29A1-971C-57AED63E27D4}"/>
              </a:ext>
            </a:extLst>
          </p:cNvPr>
          <p:cNvSpPr>
            <a:spLocks noGrp="1"/>
          </p:cNvSpPr>
          <p:nvPr>
            <p:ph type="body" sz="quarter" idx="13" hasCustomPrompt="1"/>
          </p:nvPr>
        </p:nvSpPr>
        <p:spPr>
          <a:xfrm>
            <a:off x="339725" y="333800"/>
            <a:ext cx="2860675" cy="307777"/>
          </a:xfrm>
          <a:prstGeom prst="rect">
            <a:avLst/>
          </a:prstGeom>
        </p:spPr>
        <p:txBody>
          <a:bodyPr wrap="square" lIns="82296" rIns="0">
            <a:spAutoFit/>
          </a:bodyPr>
          <a:lstStyle>
            <a:lvl1pPr>
              <a:lnSpc>
                <a:spcPct val="100000"/>
              </a:lnSpc>
              <a:buNone/>
              <a:defRPr sz="1400" b="1" i="0" spc="-30">
                <a:solidFill>
                  <a:schemeClr val="bg1"/>
                </a:solidFill>
                <a:latin typeface="Arial" panose="020B0604020202020204" pitchFamily="34" charset="0"/>
                <a:cs typeface="Arial" panose="020B0604020202020204" pitchFamily="34" charset="0"/>
              </a:defRPr>
            </a:lvl1pPr>
          </a:lstStyle>
          <a:p>
            <a:pPr lvl="0"/>
            <a:r>
              <a:rPr lang="en-US" b="1" dirty="0"/>
              <a:t>Section Header</a:t>
            </a:r>
          </a:p>
        </p:txBody>
      </p:sp>
      <p:sp>
        <p:nvSpPr>
          <p:cNvPr id="3" name="Title 2">
            <a:extLst>
              <a:ext uri="{FF2B5EF4-FFF2-40B4-BE49-F238E27FC236}">
                <a16:creationId xmlns:a16="http://schemas.microsoft.com/office/drawing/2014/main" id="{BBF04E1E-B680-F453-BF2D-12E044E4F674}"/>
              </a:ext>
            </a:extLst>
          </p:cNvPr>
          <p:cNvSpPr>
            <a:spLocks noGrp="1"/>
          </p:cNvSpPr>
          <p:nvPr>
            <p:ph type="title" hasCustomPrompt="1"/>
          </p:nvPr>
        </p:nvSpPr>
        <p:spPr>
          <a:xfrm>
            <a:off x="339632" y="702407"/>
            <a:ext cx="6670767" cy="665952"/>
          </a:xfrm>
          <a:prstGeom prst="rect">
            <a:avLst/>
          </a:prstGeom>
        </p:spPr>
        <p:txBody>
          <a:bodyPr wrap="square" lIns="45720" rIns="0">
            <a:spAutoFit/>
          </a:bodyPr>
          <a:lstStyle>
            <a:lvl1pPr>
              <a:lnSpc>
                <a:spcPct val="85000"/>
              </a:lnSpc>
              <a:defRPr sz="4200" b="0" i="0" spc="-130">
                <a:solidFill>
                  <a:schemeClr val="bg1"/>
                </a:solidFill>
                <a:latin typeface="Arial" panose="020B0604020202020204" pitchFamily="34" charset="0"/>
                <a:cs typeface="Arial" panose="020B0604020202020204" pitchFamily="34" charset="0"/>
              </a:defRPr>
            </a:lvl1pPr>
          </a:lstStyle>
          <a:p>
            <a:r>
              <a:rPr lang="en-US" dirty="0"/>
              <a:t>Product Feature - Smaller</a:t>
            </a:r>
          </a:p>
        </p:txBody>
      </p:sp>
      <p:sp>
        <p:nvSpPr>
          <p:cNvPr id="8" name="2026 Western Digital Corporation All rights reserved">
            <a:extLst>
              <a:ext uri="{FF2B5EF4-FFF2-40B4-BE49-F238E27FC236}">
                <a16:creationId xmlns:a16="http://schemas.microsoft.com/office/drawing/2014/main" id="{4BCD7F94-D239-A34D-B21B-4D5045EC4B6C}"/>
              </a:ext>
            </a:extLst>
          </p:cNvPr>
          <p:cNvSpPr/>
          <p:nvPr/>
        </p:nvSpPr>
        <p:spPr>
          <a:xfrm>
            <a:off x="419100" y="6638989"/>
            <a:ext cx="2794000" cy="92589"/>
          </a:xfrm>
          <a:prstGeom prst="rect">
            <a:avLst/>
          </a:prstGeom>
          <a:noFill/>
          <a:ln/>
        </p:spPr>
        <p:txBody>
          <a:bodyPr wrap="square" lIns="0" tIns="0" rIns="0" bIns="0" rtlCol="0" anchor="t">
            <a:spAutoFit/>
          </a:bodyPr>
          <a:lstStyle/>
          <a:p>
            <a:pPr>
              <a:lnSpc>
                <a:spcPct val="75000"/>
              </a:lnSpc>
            </a:pPr>
            <a:r>
              <a:rPr lang="en-US" sz="800" b="0" i="0" dirty="0">
                <a:solidFill>
                  <a:schemeClr val="tx1"/>
                </a:solidFill>
                <a:latin typeface="Arial" panose="020B0604020202020204" pitchFamily="34" charset="0"/>
                <a:ea typeface="Arial" pitchFamily="34" charset="-122"/>
                <a:cs typeface="Arial" panose="020B0604020202020204" pitchFamily="34" charset="0"/>
              </a:rPr>
              <a:t>©  2026 Western Digital Corporation. All rights reserved.</a:t>
            </a:r>
            <a:endParaRPr lang="en-US" sz="800" b="0" i="0" dirty="0">
              <a:solidFill>
                <a:schemeClr val="tx1"/>
              </a:solidFill>
              <a:latin typeface="Arial" panose="020B0604020202020204" pitchFamily="34" charset="0"/>
              <a:cs typeface="Arial" panose="020B0604020202020204" pitchFamily="34" charset="0"/>
            </a:endParaRPr>
          </a:p>
        </p:txBody>
      </p:sp>
      <p:sp>
        <p:nvSpPr>
          <p:cNvPr id="9" name="Slide Number Placeholder 1">
            <a:extLst>
              <a:ext uri="{FF2B5EF4-FFF2-40B4-BE49-F238E27FC236}">
                <a16:creationId xmlns:a16="http://schemas.microsoft.com/office/drawing/2014/main" id="{892B0277-C163-1361-A328-92DF3A8BB3DA}"/>
              </a:ext>
            </a:extLst>
          </p:cNvPr>
          <p:cNvSpPr>
            <a:spLocks noGrp="1"/>
          </p:cNvSpPr>
          <p:nvPr>
            <p:ph type="sldNum" sz="quarter" idx="4"/>
          </p:nvPr>
        </p:nvSpPr>
        <p:spPr>
          <a:xfrm>
            <a:off x="11215668" y="6562157"/>
            <a:ext cx="658832" cy="215444"/>
          </a:xfrm>
          <a:prstGeom prst="rect">
            <a:avLst/>
          </a:prstGeom>
        </p:spPr>
        <p:txBody>
          <a:bodyPr vert="horz" lIns="91440" tIns="45720" rIns="0" bIns="45720" rtlCol="0" anchor="ctr">
            <a:spAutoFit/>
          </a:bodyPr>
          <a:lstStyle>
            <a:lvl1pPr algn="r">
              <a:defRPr sz="800" b="0" i="0">
                <a:solidFill>
                  <a:schemeClr val="bg1"/>
                </a:solidFill>
                <a:latin typeface="Arial" panose="020B0604020202020204" pitchFamily="34" charset="0"/>
                <a:cs typeface="Arial" panose="020B0604020202020204" pitchFamily="34" charset="0"/>
              </a:defRPr>
            </a:lvl1pPr>
          </a:lstStyle>
          <a:p>
            <a:fld id="{B06B19F4-CF25-446C-B362-D8BB27BE9D9B}" type="slidenum">
              <a:rPr lang="en-US" smtClean="0"/>
              <a:t>‹#›</a:t>
            </a:fld>
            <a:endParaRPr lang="en-US"/>
          </a:p>
        </p:txBody>
      </p:sp>
      <p:sp>
        <p:nvSpPr>
          <p:cNvPr id="10" name="WD Confidential">
            <a:extLst>
              <a:ext uri="{FF2B5EF4-FFF2-40B4-BE49-F238E27FC236}">
                <a16:creationId xmlns:a16="http://schemas.microsoft.com/office/drawing/2014/main" id="{0C0050B3-421C-437F-A3F6-F63B7B8E054A}"/>
              </a:ext>
            </a:extLst>
          </p:cNvPr>
          <p:cNvSpPr/>
          <p:nvPr/>
        </p:nvSpPr>
        <p:spPr>
          <a:xfrm>
            <a:off x="8991600" y="6638990"/>
            <a:ext cx="1244600" cy="92589"/>
          </a:xfrm>
          <a:prstGeom prst="rect">
            <a:avLst/>
          </a:prstGeom>
          <a:noFill/>
          <a:ln/>
        </p:spPr>
        <p:txBody>
          <a:bodyPr wrap="square" lIns="0" tIns="0" rIns="0" bIns="0" rtlCol="0" anchor="t">
            <a:spAutoFit/>
          </a:bodyPr>
          <a:lstStyle/>
          <a:p>
            <a:pPr>
              <a:lnSpc>
                <a:spcPct val="75000"/>
              </a:lnSpc>
            </a:pPr>
            <a:r>
              <a:rPr lang="en-US" sz="800" b="0" i="0" dirty="0">
                <a:solidFill>
                  <a:schemeClr val="bg1"/>
                </a:solidFill>
                <a:latin typeface="Arial" panose="020B0604020202020204" pitchFamily="34" charset="0"/>
                <a:ea typeface="Arial" pitchFamily="34" charset="-122"/>
                <a:cs typeface="Arial" panose="020B0604020202020204" pitchFamily="34" charset="0"/>
              </a:rPr>
              <a:t>WD CONFIDENTIAL</a:t>
            </a:r>
            <a:endParaRPr lang="en-US" sz="800" b="0" i="0" dirty="0">
              <a:solidFill>
                <a:schemeClr val="bg1"/>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74926702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04.xml><?xml version="1.0" encoding="utf-8"?>
<p:sldLayout xmlns:a="http://schemas.openxmlformats.org/drawingml/2006/main" xmlns:r="http://schemas.openxmlformats.org/officeDocument/2006/relationships" xmlns:p="http://schemas.openxmlformats.org/presentationml/2006/main" preserve="1">
  <p:cSld name="1_Closing Slide Logo Vault Navy">
    <p:bg>
      <p:bgPr>
        <a:solidFill>
          <a:schemeClr val="tx2"/>
        </a:solidFill>
        <a:effectLst/>
      </p:bgPr>
    </p:bg>
    <p:spTree>
      <p:nvGrpSpPr>
        <p:cNvPr id="1" name=""/>
        <p:cNvGrpSpPr/>
        <p:nvPr/>
      </p:nvGrpSpPr>
      <p:grpSpPr>
        <a:xfrm>
          <a:off x="0" y="0"/>
          <a:ext cx="0" cy="0"/>
          <a:chOff x="0" y="0"/>
          <a:chExt cx="0" cy="0"/>
        </a:xfrm>
      </p:grpSpPr>
      <p:pic>
        <p:nvPicPr>
          <p:cNvPr id="4" name="Logo" descr="preencoded.png">
            <a:extLst>
              <a:ext uri="{FF2B5EF4-FFF2-40B4-BE49-F238E27FC236}">
                <a16:creationId xmlns:a16="http://schemas.microsoft.com/office/drawing/2014/main" id="{BF542350-7CEC-CEE6-CD80-EC7531D732EF}"/>
              </a:ext>
            </a:extLst>
          </p:cNvPr>
          <p:cNvPicPr>
            <a:picLocks noChangeAspect="1"/>
          </p:cNvPicPr>
          <p:nvPr/>
        </p:nvPicPr>
        <p:blipFill>
          <a:blip>
            <a:extLst>
              <a:ext uri="{96DAC541-7B7A-43D3-8B79-37D633B846F1}">
                <asvg:svgBlip xmlns:asvg="http://schemas.microsoft.com/office/drawing/2016/SVG/main" r:embed="rId2"/>
              </a:ext>
            </a:extLst>
          </a:blip>
          <a:srcRect/>
          <a:stretch/>
        </p:blipFill>
        <p:spPr>
          <a:xfrm>
            <a:off x="3759322" y="2836444"/>
            <a:ext cx="4673355" cy="1185111"/>
          </a:xfrm>
          <a:prstGeom prst="rect">
            <a:avLst/>
          </a:prstGeom>
        </p:spPr>
      </p:pic>
    </p:spTree>
    <p:extLst>
      <p:ext uri="{BB962C8B-B14F-4D97-AF65-F5344CB8AC3E}">
        <p14:creationId xmlns:p14="http://schemas.microsoft.com/office/powerpoint/2010/main" val="265060548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05.xml><?xml version="1.0" encoding="utf-8"?>
<p:sldLayout xmlns:a="http://schemas.openxmlformats.org/drawingml/2006/main" xmlns:r="http://schemas.openxmlformats.org/officeDocument/2006/relationships" xmlns:p="http://schemas.openxmlformats.org/presentationml/2006/main" preserve="1">
  <p:cSld name="1_Closing Slide Logo White">
    <p:bg>
      <p:bgPr>
        <a:solidFill>
          <a:schemeClr val="bg1"/>
        </a:solidFill>
        <a:effectLst/>
      </p:bgPr>
    </p:bg>
    <p:spTree>
      <p:nvGrpSpPr>
        <p:cNvPr id="1" name=""/>
        <p:cNvGrpSpPr/>
        <p:nvPr/>
      </p:nvGrpSpPr>
      <p:grpSpPr>
        <a:xfrm>
          <a:off x="0" y="0"/>
          <a:ext cx="0" cy="0"/>
          <a:chOff x="0" y="0"/>
          <a:chExt cx="0" cy="0"/>
        </a:xfrm>
      </p:grpSpPr>
      <p:pic>
        <p:nvPicPr>
          <p:cNvPr id="2" name="Graphic 1">
            <a:extLst>
              <a:ext uri="{FF2B5EF4-FFF2-40B4-BE49-F238E27FC236}">
                <a16:creationId xmlns:a16="http://schemas.microsoft.com/office/drawing/2014/main" id="{4FBE187C-7342-D67B-D42B-17028FF6E5D2}"/>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3530706" y="2628899"/>
            <a:ext cx="5081155" cy="1600200"/>
          </a:xfrm>
          <a:prstGeom prst="rect">
            <a:avLst/>
          </a:prstGeom>
        </p:spPr>
      </p:pic>
    </p:spTree>
    <p:extLst>
      <p:ext uri="{BB962C8B-B14F-4D97-AF65-F5344CB8AC3E}">
        <p14:creationId xmlns:p14="http://schemas.microsoft.com/office/powerpoint/2010/main" val="280578640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06.xml><?xml version="1.0" encoding="utf-8"?>
<p:sldLayout xmlns:a="http://schemas.openxmlformats.org/drawingml/2006/main" xmlns:r="http://schemas.openxmlformats.org/officeDocument/2006/relationships" xmlns:p="http://schemas.openxmlformats.org/presentationml/2006/main">
  <p:cSld name="1_Title, Content and Image (Right) Vault Navy">
    <p:bg>
      <p:bgRef idx="1001">
        <a:schemeClr val="bg2"/>
      </p:bgRef>
    </p:bg>
    <p:spTree>
      <p:nvGrpSpPr>
        <p:cNvPr id="1" name=""/>
        <p:cNvGrpSpPr/>
        <p:nvPr/>
      </p:nvGrpSpPr>
      <p:grpSpPr>
        <a:xfrm>
          <a:off x="0" y="0"/>
          <a:ext cx="0" cy="0"/>
          <a:chOff x="0" y="0"/>
          <a:chExt cx="0" cy="0"/>
        </a:xfrm>
      </p:grpSpPr>
      <p:sp>
        <p:nvSpPr>
          <p:cNvPr id="11" name="Picture Placeholder 8">
            <a:extLst>
              <a:ext uri="{FF2B5EF4-FFF2-40B4-BE49-F238E27FC236}">
                <a16:creationId xmlns:a16="http://schemas.microsoft.com/office/drawing/2014/main" id="{DBB5D091-BEAD-9C35-8773-E2D117D7C416}"/>
              </a:ext>
            </a:extLst>
          </p:cNvPr>
          <p:cNvSpPr>
            <a:spLocks noGrp="1"/>
          </p:cNvSpPr>
          <p:nvPr>
            <p:ph type="pic" sz="quarter" idx="15"/>
          </p:nvPr>
        </p:nvSpPr>
        <p:spPr>
          <a:xfrm>
            <a:off x="8039100" y="0"/>
            <a:ext cx="4152900" cy="6858000"/>
          </a:xfrm>
          <a:prstGeom prst="rect">
            <a:avLst/>
          </a:prstGeom>
        </p:spPr>
        <p:txBody>
          <a:bodyPr/>
          <a:lstStyle>
            <a:lvl1pPr>
              <a:defRPr>
                <a:solidFill>
                  <a:schemeClr val="tx1"/>
                </a:solidFill>
                <a:latin typeface="Arial" panose="020B0604020202020204" pitchFamily="34" charset="0"/>
                <a:cs typeface="Arial" panose="020B0604020202020204" pitchFamily="34" charset="0"/>
              </a:defRPr>
            </a:lvl1pPr>
          </a:lstStyle>
          <a:p>
            <a:r>
              <a:rPr lang="en-US"/>
              <a:t>Click icon to add picture</a:t>
            </a:r>
          </a:p>
        </p:txBody>
      </p:sp>
      <p:sp>
        <p:nvSpPr>
          <p:cNvPr id="2" name="Text Placeholder 14">
            <a:extLst>
              <a:ext uri="{FF2B5EF4-FFF2-40B4-BE49-F238E27FC236}">
                <a16:creationId xmlns:a16="http://schemas.microsoft.com/office/drawing/2014/main" id="{A9512FB9-F98A-8E5C-951C-4A2FCA238B55}"/>
              </a:ext>
            </a:extLst>
          </p:cNvPr>
          <p:cNvSpPr>
            <a:spLocks noGrp="1"/>
          </p:cNvSpPr>
          <p:nvPr>
            <p:ph type="body" sz="quarter" idx="13" hasCustomPrompt="1"/>
          </p:nvPr>
        </p:nvSpPr>
        <p:spPr>
          <a:xfrm>
            <a:off x="339725" y="333800"/>
            <a:ext cx="2860675" cy="307777"/>
          </a:xfrm>
          <a:prstGeom prst="rect">
            <a:avLst/>
          </a:prstGeom>
        </p:spPr>
        <p:txBody>
          <a:bodyPr wrap="square" lIns="82296" rIns="0">
            <a:spAutoFit/>
          </a:bodyPr>
          <a:lstStyle>
            <a:lvl1pPr>
              <a:lnSpc>
                <a:spcPct val="100000"/>
              </a:lnSpc>
              <a:buNone/>
              <a:defRPr sz="1400" b="1">
                <a:solidFill>
                  <a:schemeClr val="tx1"/>
                </a:solidFill>
                <a:latin typeface="Arial" panose="020B0604020202020204" pitchFamily="34" charset="0"/>
                <a:cs typeface="Arial" panose="020B0604020202020204" pitchFamily="34" charset="0"/>
              </a:defRPr>
            </a:lvl1pPr>
          </a:lstStyle>
          <a:p>
            <a:pPr lvl="0"/>
            <a:r>
              <a:rPr lang="en-US" dirty="0"/>
              <a:t>Section Header</a:t>
            </a:r>
          </a:p>
        </p:txBody>
      </p:sp>
      <p:sp>
        <p:nvSpPr>
          <p:cNvPr id="9" name="Title 2">
            <a:extLst>
              <a:ext uri="{FF2B5EF4-FFF2-40B4-BE49-F238E27FC236}">
                <a16:creationId xmlns:a16="http://schemas.microsoft.com/office/drawing/2014/main" id="{8B8EFC7E-41B7-8AFB-607B-3C302BBCDEFF}"/>
              </a:ext>
            </a:extLst>
          </p:cNvPr>
          <p:cNvSpPr>
            <a:spLocks noGrp="1"/>
          </p:cNvSpPr>
          <p:nvPr>
            <p:ph type="title" hasCustomPrompt="1"/>
          </p:nvPr>
        </p:nvSpPr>
        <p:spPr>
          <a:xfrm>
            <a:off x="339633" y="702407"/>
            <a:ext cx="6670768" cy="1191095"/>
          </a:xfrm>
          <a:prstGeom prst="rect">
            <a:avLst/>
          </a:prstGeom>
        </p:spPr>
        <p:txBody>
          <a:bodyPr wrap="square" lIns="45720" rIns="0">
            <a:spAutoFit/>
          </a:bodyPr>
          <a:lstStyle>
            <a:lvl1pPr>
              <a:lnSpc>
                <a:spcPct val="85000"/>
              </a:lnSpc>
              <a:defRPr sz="4200">
                <a:solidFill>
                  <a:schemeClr val="tx1"/>
                </a:solidFill>
                <a:latin typeface="Arial" panose="020B0604020202020204" pitchFamily="34" charset="0"/>
                <a:cs typeface="Arial" panose="020B0604020202020204" pitchFamily="34" charset="0"/>
              </a:defRPr>
            </a:lvl1pPr>
          </a:lstStyle>
          <a:p>
            <a:r>
              <a:rPr lang="en-US" dirty="0"/>
              <a:t>Content Slide – Lorem Ipsum Headline</a:t>
            </a:r>
          </a:p>
        </p:txBody>
      </p:sp>
      <p:sp>
        <p:nvSpPr>
          <p:cNvPr id="13" name="Text Placeholder 9">
            <a:extLst>
              <a:ext uri="{FF2B5EF4-FFF2-40B4-BE49-F238E27FC236}">
                <a16:creationId xmlns:a16="http://schemas.microsoft.com/office/drawing/2014/main" id="{2C4CDB26-05C0-90D4-FB52-F7EFA3B2BEA8}"/>
              </a:ext>
            </a:extLst>
          </p:cNvPr>
          <p:cNvSpPr>
            <a:spLocks noGrp="1"/>
          </p:cNvSpPr>
          <p:nvPr>
            <p:ph type="body" sz="quarter" idx="16"/>
          </p:nvPr>
        </p:nvSpPr>
        <p:spPr>
          <a:xfrm>
            <a:off x="339632" y="2156037"/>
            <a:ext cx="6670768" cy="1426031"/>
          </a:xfrm>
          <a:prstGeom prst="rect">
            <a:avLst/>
          </a:prstGeom>
        </p:spPr>
        <p:txBody>
          <a:bodyPr wrap="square" lIns="82296" rIns="0">
            <a:spAutoFit/>
          </a:bodyPr>
          <a:lstStyle>
            <a:lvl1pPr>
              <a:lnSpc>
                <a:spcPct val="100000"/>
              </a:lnSpc>
              <a:defRPr sz="1400">
                <a:solidFill>
                  <a:schemeClr val="tx1"/>
                </a:solidFill>
                <a:latin typeface="Arial" panose="020B0604020202020204" pitchFamily="34" charset="0"/>
                <a:cs typeface="Arial" panose="020B0604020202020204" pitchFamily="34" charset="0"/>
              </a:defRPr>
            </a:lvl1pPr>
            <a:lvl2pPr>
              <a:lnSpc>
                <a:spcPct val="100000"/>
              </a:lnSpc>
              <a:defRPr sz="1400">
                <a:solidFill>
                  <a:schemeClr val="tx1"/>
                </a:solidFill>
                <a:latin typeface="Arial" panose="020B0604020202020204" pitchFamily="34" charset="0"/>
                <a:cs typeface="Arial" panose="020B0604020202020204" pitchFamily="34" charset="0"/>
              </a:defRPr>
            </a:lvl2pPr>
            <a:lvl3pPr>
              <a:lnSpc>
                <a:spcPct val="100000"/>
              </a:lnSpc>
              <a:defRPr sz="1400">
                <a:solidFill>
                  <a:schemeClr val="tx1"/>
                </a:solidFill>
                <a:latin typeface="Arial" panose="020B0604020202020204" pitchFamily="34" charset="0"/>
                <a:cs typeface="Arial" panose="020B0604020202020204" pitchFamily="34" charset="0"/>
              </a:defRPr>
            </a:lvl3pPr>
            <a:lvl4pPr>
              <a:lnSpc>
                <a:spcPct val="100000"/>
              </a:lnSpc>
              <a:defRPr sz="1400">
                <a:solidFill>
                  <a:schemeClr val="tx1"/>
                </a:solidFill>
                <a:latin typeface="Arial" panose="020B0604020202020204" pitchFamily="34" charset="0"/>
                <a:cs typeface="Arial" panose="020B0604020202020204" pitchFamily="34" charset="0"/>
              </a:defRPr>
            </a:lvl4pPr>
            <a:lvl5pPr>
              <a:lnSpc>
                <a:spcPct val="100000"/>
              </a:lnSpc>
              <a:defRPr sz="1400">
                <a:solidFill>
                  <a:schemeClr val="tx1"/>
                </a:solidFill>
                <a:latin typeface="Arial" panose="020B0604020202020204" pitchFamily="34" charset="0"/>
                <a:cs typeface="Arial" panose="020B0604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pic>
        <p:nvPicPr>
          <p:cNvPr id="4" name="Logo" descr="preencoded.png">
            <a:extLst>
              <a:ext uri="{FF2B5EF4-FFF2-40B4-BE49-F238E27FC236}">
                <a16:creationId xmlns:a16="http://schemas.microsoft.com/office/drawing/2014/main" id="{3DC0599E-ABE3-1DBC-6207-01260A8C27CD}"/>
              </a:ext>
            </a:extLst>
          </p:cNvPr>
          <p:cNvPicPr>
            <a:picLocks noChangeAspect="1"/>
          </p:cNvPicPr>
          <p:nvPr/>
        </p:nvPicPr>
        <p:blipFill>
          <a:blip>
            <a:extLst>
              <a:ext uri="{96DAC541-7B7A-43D3-8B79-37D633B846F1}">
                <asvg:svgBlip xmlns:asvg="http://schemas.microsoft.com/office/drawing/2016/SVG/main" r:embed="rId2"/>
              </a:ext>
            </a:extLst>
          </a:blip>
          <a:srcRect/>
          <a:stretch/>
        </p:blipFill>
        <p:spPr>
          <a:xfrm>
            <a:off x="10902950" y="419100"/>
            <a:ext cx="869950" cy="222250"/>
          </a:xfrm>
          <a:prstGeom prst="rect">
            <a:avLst/>
          </a:prstGeom>
        </p:spPr>
      </p:pic>
      <p:sp>
        <p:nvSpPr>
          <p:cNvPr id="3" name="2026 Western Digital Corporation All rights reserved">
            <a:extLst>
              <a:ext uri="{FF2B5EF4-FFF2-40B4-BE49-F238E27FC236}">
                <a16:creationId xmlns:a16="http://schemas.microsoft.com/office/drawing/2014/main" id="{885B0382-64EB-E2C0-C824-F203D46CD546}"/>
              </a:ext>
            </a:extLst>
          </p:cNvPr>
          <p:cNvSpPr/>
          <p:nvPr/>
        </p:nvSpPr>
        <p:spPr>
          <a:xfrm>
            <a:off x="419100" y="6638989"/>
            <a:ext cx="2794000" cy="92589"/>
          </a:xfrm>
          <a:prstGeom prst="rect">
            <a:avLst/>
          </a:prstGeom>
          <a:noFill/>
          <a:ln/>
        </p:spPr>
        <p:txBody>
          <a:bodyPr wrap="square" lIns="0" tIns="0" rIns="0" bIns="0" rtlCol="0" anchor="t">
            <a:spAutoFit/>
          </a:bodyPr>
          <a:lstStyle/>
          <a:p>
            <a:pPr>
              <a:lnSpc>
                <a:spcPct val="75000"/>
              </a:lnSpc>
            </a:pPr>
            <a:r>
              <a:rPr lang="en-US" sz="800" b="0" i="0" dirty="0">
                <a:solidFill>
                  <a:schemeClr val="tx1"/>
                </a:solidFill>
                <a:latin typeface="Arial" panose="020B0604020202020204" pitchFamily="34" charset="0"/>
                <a:ea typeface="Arial" pitchFamily="34" charset="-122"/>
                <a:cs typeface="Arial" panose="020B0604020202020204" pitchFamily="34" charset="0"/>
              </a:rPr>
              <a:t>©  2026 Western Digital Corporation. All rights reserved.</a:t>
            </a:r>
            <a:endParaRPr lang="en-US" sz="800" b="0" i="0" dirty="0">
              <a:solidFill>
                <a:schemeClr val="tx1"/>
              </a:solidFill>
              <a:latin typeface="Arial" panose="020B0604020202020204" pitchFamily="34" charset="0"/>
              <a:cs typeface="Arial" panose="020B0604020202020204" pitchFamily="34" charset="0"/>
            </a:endParaRPr>
          </a:p>
        </p:txBody>
      </p:sp>
      <p:sp>
        <p:nvSpPr>
          <p:cNvPr id="5" name="Slide Number Placeholder 1">
            <a:extLst>
              <a:ext uri="{FF2B5EF4-FFF2-40B4-BE49-F238E27FC236}">
                <a16:creationId xmlns:a16="http://schemas.microsoft.com/office/drawing/2014/main" id="{0F908C31-FDCA-5B80-F374-F8075AD99B9F}"/>
              </a:ext>
            </a:extLst>
          </p:cNvPr>
          <p:cNvSpPr>
            <a:spLocks noGrp="1"/>
          </p:cNvSpPr>
          <p:nvPr>
            <p:ph type="sldNum" sz="quarter" idx="4"/>
          </p:nvPr>
        </p:nvSpPr>
        <p:spPr>
          <a:xfrm>
            <a:off x="11215668" y="6562157"/>
            <a:ext cx="658832" cy="215444"/>
          </a:xfrm>
          <a:prstGeom prst="rect">
            <a:avLst/>
          </a:prstGeom>
        </p:spPr>
        <p:txBody>
          <a:bodyPr vert="horz" lIns="91440" tIns="45720" rIns="0" bIns="45720" rtlCol="0" anchor="ctr">
            <a:spAutoFit/>
          </a:bodyPr>
          <a:lstStyle>
            <a:lvl1pPr algn="r">
              <a:defRPr sz="800" b="0" i="0">
                <a:solidFill>
                  <a:schemeClr val="tx1"/>
                </a:solidFill>
                <a:latin typeface="Arial" panose="020B0604020202020204" pitchFamily="34" charset="0"/>
                <a:cs typeface="Arial" panose="020B0604020202020204" pitchFamily="34" charset="0"/>
              </a:defRPr>
            </a:lvl1pPr>
          </a:lstStyle>
          <a:p>
            <a:fld id="{B06B19F4-CF25-446C-B362-D8BB27BE9D9B}" type="slidenum">
              <a:rPr lang="en-US" smtClean="0"/>
              <a:t>‹#›</a:t>
            </a:fld>
            <a:endParaRPr lang="en-US"/>
          </a:p>
        </p:txBody>
      </p:sp>
      <p:sp>
        <p:nvSpPr>
          <p:cNvPr id="6" name="WD Confidential">
            <a:extLst>
              <a:ext uri="{FF2B5EF4-FFF2-40B4-BE49-F238E27FC236}">
                <a16:creationId xmlns:a16="http://schemas.microsoft.com/office/drawing/2014/main" id="{840A70F8-15E4-7077-46F5-FF5EA83DAF9E}"/>
              </a:ext>
            </a:extLst>
          </p:cNvPr>
          <p:cNvSpPr/>
          <p:nvPr/>
        </p:nvSpPr>
        <p:spPr>
          <a:xfrm>
            <a:off x="8991600" y="6638990"/>
            <a:ext cx="1244600" cy="92589"/>
          </a:xfrm>
          <a:prstGeom prst="rect">
            <a:avLst/>
          </a:prstGeom>
          <a:noFill/>
          <a:ln/>
        </p:spPr>
        <p:txBody>
          <a:bodyPr wrap="square" lIns="0" tIns="0" rIns="0" bIns="0" rtlCol="0" anchor="t">
            <a:spAutoFit/>
          </a:bodyPr>
          <a:lstStyle/>
          <a:p>
            <a:pPr>
              <a:lnSpc>
                <a:spcPct val="75000"/>
              </a:lnSpc>
            </a:pPr>
            <a:r>
              <a:rPr lang="en-US" sz="800" b="0" i="0" dirty="0">
                <a:solidFill>
                  <a:schemeClr val="tx1"/>
                </a:solidFill>
                <a:latin typeface="Arial" panose="020B0604020202020204" pitchFamily="34" charset="0"/>
                <a:ea typeface="Arial" pitchFamily="34" charset="-122"/>
                <a:cs typeface="Arial" panose="020B0604020202020204" pitchFamily="34" charset="0"/>
              </a:rPr>
              <a:t>WD CONFIDENTIAL</a:t>
            </a:r>
            <a:endParaRPr lang="en-US" sz="800" b="0" i="0" dirty="0">
              <a:solidFill>
                <a:schemeClr val="tx1"/>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4063098886"/>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07.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37E2DD-39EB-6F14-53F0-36CA56E93C6A}"/>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FF6BC7AE-1CAD-1819-1135-BC8F925C1AD8}"/>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2FC1DE84-655A-CC43-8010-AE80D02D213D}"/>
              </a:ext>
            </a:extLst>
          </p:cNvPr>
          <p:cNvSpPr>
            <a:spLocks noGrp="1"/>
          </p:cNvSpPr>
          <p:nvPr>
            <p:ph type="dt" sz="half" idx="10"/>
          </p:nvPr>
        </p:nvSpPr>
        <p:spPr/>
        <p:txBody>
          <a:bodyPr/>
          <a:lstStyle/>
          <a:p>
            <a:fld id="{DC35640E-9FFF-4CBB-BB82-6DC04795C58D}" type="datetimeFigureOut">
              <a:rPr lang="en-US" smtClean="0"/>
              <a:t>10/12/2026</a:t>
            </a:fld>
            <a:endParaRPr lang="en-US"/>
          </a:p>
        </p:txBody>
      </p:sp>
      <p:sp>
        <p:nvSpPr>
          <p:cNvPr id="5" name="Footer Placeholder 4">
            <a:extLst>
              <a:ext uri="{FF2B5EF4-FFF2-40B4-BE49-F238E27FC236}">
                <a16:creationId xmlns:a16="http://schemas.microsoft.com/office/drawing/2014/main" id="{1075B6AB-451B-781D-1DDD-6746219FE8B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6D5DA29-AD02-FC6F-23A4-41A81EF466DB}"/>
              </a:ext>
            </a:extLst>
          </p:cNvPr>
          <p:cNvSpPr>
            <a:spLocks noGrp="1"/>
          </p:cNvSpPr>
          <p:nvPr>
            <p:ph type="sldNum" sz="quarter" idx="12"/>
          </p:nvPr>
        </p:nvSpPr>
        <p:spPr/>
        <p:txBody>
          <a:bodyPr/>
          <a:lstStyle/>
          <a:p>
            <a:fld id="{B06B19F4-CF25-446C-B362-D8BB27BE9D9B}" type="slidenum">
              <a:rPr lang="en-US" smtClean="0"/>
              <a:t>‹#›</a:t>
            </a:fld>
            <a:endParaRPr lang="en-US"/>
          </a:p>
        </p:txBody>
      </p:sp>
    </p:spTree>
    <p:extLst>
      <p:ext uri="{BB962C8B-B14F-4D97-AF65-F5344CB8AC3E}">
        <p14:creationId xmlns:p14="http://schemas.microsoft.com/office/powerpoint/2010/main" val="4180647588"/>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slideLayout" Target="../slideLayouts/slideLayout18.xml"/><Relationship Id="rId19" Type="http://schemas.openxmlformats.org/officeDocument/2006/relationships/slideLayout" Target="../slideLayouts/slideLayout19.xml"/><Relationship Id="rId20" Type="http://schemas.openxmlformats.org/officeDocument/2006/relationships/slideLayout" Target="../slideLayouts/slideLayout20.xml"/><Relationship Id="rId21" Type="http://schemas.openxmlformats.org/officeDocument/2006/relationships/slideLayout" Target="../slideLayouts/slideLayout21.xml"/><Relationship Id="rId22" Type="http://schemas.openxmlformats.org/officeDocument/2006/relationships/slideLayout" Target="../slideLayouts/slideLayout22.xml"/><Relationship Id="rId23" Type="http://schemas.openxmlformats.org/officeDocument/2006/relationships/slideLayout" Target="../slideLayouts/slideLayout23.xml"/><Relationship Id="rId24" Type="http://schemas.openxmlformats.org/officeDocument/2006/relationships/slideLayout" Target="../slideLayouts/slideLayout24.xml"/><Relationship Id="rId25" Type="http://schemas.openxmlformats.org/officeDocument/2006/relationships/slideLayout" Target="../slideLayouts/slideLayout25.xml"/><Relationship Id="rId26" Type="http://schemas.openxmlformats.org/officeDocument/2006/relationships/slideLayout" Target="../slideLayouts/slideLayout26.xml"/><Relationship Id="rId27" Type="http://schemas.openxmlformats.org/officeDocument/2006/relationships/slideLayout" Target="../slideLayouts/slideLayout27.xml"/><Relationship Id="rId28" Type="http://schemas.openxmlformats.org/officeDocument/2006/relationships/slideLayout" Target="../slideLayouts/slideLayout28.xml"/><Relationship Id="rId29" Type="http://schemas.openxmlformats.org/officeDocument/2006/relationships/slideLayout" Target="../slideLayouts/slideLayout29.xml"/><Relationship Id="rId30" Type="http://schemas.openxmlformats.org/officeDocument/2006/relationships/slideLayout" Target="../slideLayouts/slideLayout30.xml"/><Relationship Id="rId31" Type="http://schemas.openxmlformats.org/officeDocument/2006/relationships/slideLayout" Target="../slideLayouts/slideLayout31.xml"/><Relationship Id="rId32" Type="http://schemas.openxmlformats.org/officeDocument/2006/relationships/slideLayout" Target="../slideLayouts/slideLayout32.xml"/><Relationship Id="rId33" Type="http://schemas.openxmlformats.org/officeDocument/2006/relationships/slideLayout" Target="../slideLayouts/slideLayout33.xml"/><Relationship Id="rId34" Type="http://schemas.openxmlformats.org/officeDocument/2006/relationships/slideLayout" Target="../slideLayouts/slideLayout34.xml"/><Relationship Id="rId35" Type="http://schemas.openxmlformats.org/officeDocument/2006/relationships/slideLayout" Target="../slideLayouts/slideLayout35.xml"/><Relationship Id="rId36" Type="http://schemas.openxmlformats.org/officeDocument/2006/relationships/slideLayout" Target="../slideLayouts/slideLayout36.xml"/><Relationship Id="rId37" Type="http://schemas.openxmlformats.org/officeDocument/2006/relationships/slideLayout" Target="../slideLayouts/slideLayout37.xml"/><Relationship Id="rId38" Type="http://schemas.openxmlformats.org/officeDocument/2006/relationships/slideLayout" Target="../slideLayouts/slideLayout38.xml"/><Relationship Id="rId39" Type="http://schemas.openxmlformats.org/officeDocument/2006/relationships/slideLayout" Target="../slideLayouts/slideLayout39.xml"/><Relationship Id="rId40" Type="http://schemas.openxmlformats.org/officeDocument/2006/relationships/slideLayout" Target="../slideLayouts/slideLayout40.xml"/><Relationship Id="rId41" Type="http://schemas.openxmlformats.org/officeDocument/2006/relationships/slideLayout" Target="../slideLayouts/slideLayout41.xml"/><Relationship Id="rId42" Type="http://schemas.openxmlformats.org/officeDocument/2006/relationships/slideLayout" Target="../slideLayouts/slideLayout42.xml"/><Relationship Id="rId43" Type="http://schemas.openxmlformats.org/officeDocument/2006/relationships/slideLayout" Target="../slideLayouts/slideLayout43.xml"/><Relationship Id="rId44" Type="http://schemas.openxmlformats.org/officeDocument/2006/relationships/slideLayout" Target="../slideLayouts/slideLayout44.xml"/><Relationship Id="rId45" Type="http://schemas.openxmlformats.org/officeDocument/2006/relationships/slideLayout" Target="../slideLayouts/slideLayout45.xml"/><Relationship Id="rId46" Type="http://schemas.openxmlformats.org/officeDocument/2006/relationships/slideLayout" Target="../slideLayouts/slideLayout46.xml"/><Relationship Id="rId47" Type="http://schemas.openxmlformats.org/officeDocument/2006/relationships/slideLayout" Target="../slideLayouts/slideLayout47.xml"/><Relationship Id="rId48" Type="http://schemas.openxmlformats.org/officeDocument/2006/relationships/slideLayout" Target="../slideLayouts/slideLayout48.xml"/><Relationship Id="rId49" Type="http://schemas.openxmlformats.org/officeDocument/2006/relationships/slideLayout" Target="../slideLayouts/slideLayout49.xml"/><Relationship Id="rId50" Type="http://schemas.openxmlformats.org/officeDocument/2006/relationships/slideLayout" Target="../slideLayouts/slideLayout50.xml"/><Relationship Id="rId51" Type="http://schemas.openxmlformats.org/officeDocument/2006/relationships/slideLayout" Target="../slideLayouts/slideLayout51.xml"/><Relationship Id="rId52" Type="http://schemas.openxmlformats.org/officeDocument/2006/relationships/slideLayout" Target="../slideLayouts/slideLayout52.xml"/><Relationship Id="rId53" Type="http://schemas.openxmlformats.org/officeDocument/2006/relationships/slideLayout" Target="../slideLayouts/slideLayout53.xml"/><Relationship Id="rId54" Type="http://schemas.openxmlformats.org/officeDocument/2006/relationships/slideLayout" Target="../slideLayouts/slideLayout54.xml"/><Relationship Id="rId55" Type="http://schemas.openxmlformats.org/officeDocument/2006/relationships/slideLayout" Target="../slideLayouts/slideLayout55.xml"/><Relationship Id="rId56" Type="http://schemas.openxmlformats.org/officeDocument/2006/relationships/slideLayout" Target="../slideLayouts/slideLayout56.xml"/><Relationship Id="rId57" Type="http://schemas.openxmlformats.org/officeDocument/2006/relationships/slideLayout" Target="../slideLayouts/slideLayout57.xml"/><Relationship Id="rId58" Type="http://schemas.openxmlformats.org/officeDocument/2006/relationships/slideLayout" Target="../slideLayouts/slideLayout58.xml"/><Relationship Id="rId59" Type="http://schemas.openxmlformats.org/officeDocument/2006/relationships/slideLayout" Target="../slideLayouts/slideLayout59.xml"/><Relationship Id="rId60" Type="http://schemas.openxmlformats.org/officeDocument/2006/relationships/slideLayout" Target="../slideLayouts/slideLayout60.xml"/><Relationship Id="rId61" Type="http://schemas.openxmlformats.org/officeDocument/2006/relationships/slideLayout" Target="../slideLayouts/slideLayout61.xml"/><Relationship Id="rId62" Type="http://schemas.openxmlformats.org/officeDocument/2006/relationships/slideLayout" Target="../slideLayouts/slideLayout62.xml"/><Relationship Id="rId63" Type="http://schemas.openxmlformats.org/officeDocument/2006/relationships/slideLayout" Target="../slideLayouts/slideLayout63.xml"/><Relationship Id="rId64" Type="http://schemas.openxmlformats.org/officeDocument/2006/relationships/slideLayout" Target="../slideLayouts/slideLayout64.xml"/><Relationship Id="rId65" Type="http://schemas.openxmlformats.org/officeDocument/2006/relationships/slideLayout" Target="../slideLayouts/slideLayout65.xml"/><Relationship Id="rId66" Type="http://schemas.openxmlformats.org/officeDocument/2006/relationships/slideLayout" Target="../slideLayouts/slideLayout66.xml"/><Relationship Id="rId67" Type="http://schemas.openxmlformats.org/officeDocument/2006/relationships/slideLayout" Target="../slideLayouts/slideLayout67.xml"/><Relationship Id="rId68" Type="http://schemas.openxmlformats.org/officeDocument/2006/relationships/slideLayout" Target="../slideLayouts/slideLayout68.xml"/><Relationship Id="rId69" Type="http://schemas.openxmlformats.org/officeDocument/2006/relationships/slideLayout" Target="../slideLayouts/slideLayout69.xml"/><Relationship Id="rId70" Type="http://schemas.openxmlformats.org/officeDocument/2006/relationships/slideLayout" Target="../slideLayouts/slideLayout70.xml"/><Relationship Id="rId71" Type="http://schemas.openxmlformats.org/officeDocument/2006/relationships/slideLayout" Target="../slideLayouts/slideLayout71.xml"/><Relationship Id="rId72" Type="http://schemas.openxmlformats.org/officeDocument/2006/relationships/slideLayout" Target="../slideLayouts/slideLayout72.xml"/><Relationship Id="rId73" Type="http://schemas.openxmlformats.org/officeDocument/2006/relationships/slideLayout" Target="../slideLayouts/slideLayout73.xml"/><Relationship Id="rId74" Type="http://schemas.openxmlformats.org/officeDocument/2006/relationships/slideLayout" Target="../slideLayouts/slideLayout74.xml"/><Relationship Id="rId75" Type="http://schemas.openxmlformats.org/officeDocument/2006/relationships/slideLayout" Target="../slideLayouts/slideLayout75.xml"/><Relationship Id="rId76" Type="http://schemas.openxmlformats.org/officeDocument/2006/relationships/slideLayout" Target="../slideLayouts/slideLayout76.xml"/><Relationship Id="rId77" Type="http://schemas.openxmlformats.org/officeDocument/2006/relationships/slideLayout" Target="../slideLayouts/slideLayout77.xml"/><Relationship Id="rId78" Type="http://schemas.openxmlformats.org/officeDocument/2006/relationships/slideLayout" Target="../slideLayouts/slideLayout78.xml"/><Relationship Id="rId79" Type="http://schemas.openxmlformats.org/officeDocument/2006/relationships/slideLayout" Target="../slideLayouts/slideLayout79.xml"/><Relationship Id="rId80" Type="http://schemas.openxmlformats.org/officeDocument/2006/relationships/slideLayout" Target="../slideLayouts/slideLayout80.xml"/><Relationship Id="rId81" Type="http://schemas.openxmlformats.org/officeDocument/2006/relationships/slideLayout" Target="../slideLayouts/slideLayout81.xml"/><Relationship Id="rId82" Type="http://schemas.openxmlformats.org/officeDocument/2006/relationships/slideLayout" Target="../slideLayouts/slideLayout82.xml"/><Relationship Id="rId83" Type="http://schemas.openxmlformats.org/officeDocument/2006/relationships/slideLayout" Target="../slideLayouts/slideLayout83.xml"/><Relationship Id="rId84" Type="http://schemas.openxmlformats.org/officeDocument/2006/relationships/slideLayout" Target="../slideLayouts/slideLayout84.xml"/><Relationship Id="rId85" Type="http://schemas.openxmlformats.org/officeDocument/2006/relationships/slideLayout" Target="../slideLayouts/slideLayout85.xml"/><Relationship Id="rId86" Type="http://schemas.openxmlformats.org/officeDocument/2006/relationships/slideLayout" Target="../slideLayouts/slideLayout86.xml"/><Relationship Id="rId87" Type="http://schemas.openxmlformats.org/officeDocument/2006/relationships/slideLayout" Target="../slideLayouts/slideLayout87.xml"/><Relationship Id="rId88" Type="http://schemas.openxmlformats.org/officeDocument/2006/relationships/slideLayout" Target="../slideLayouts/slideLayout88.xml"/><Relationship Id="rId89" Type="http://schemas.openxmlformats.org/officeDocument/2006/relationships/slideLayout" Target="../slideLayouts/slideLayout89.xml"/><Relationship Id="rId90" Type="http://schemas.openxmlformats.org/officeDocument/2006/relationships/slideLayout" Target="../slideLayouts/slideLayout90.xml"/><Relationship Id="rId91" Type="http://schemas.openxmlformats.org/officeDocument/2006/relationships/slideLayout" Target="../slideLayouts/slideLayout91.xml"/><Relationship Id="rId92" Type="http://schemas.openxmlformats.org/officeDocument/2006/relationships/slideLayout" Target="../slideLayouts/slideLayout92.xml"/><Relationship Id="rId93" Type="http://schemas.openxmlformats.org/officeDocument/2006/relationships/slideLayout" Target="../slideLayouts/slideLayout93.xml"/><Relationship Id="rId94" Type="http://schemas.openxmlformats.org/officeDocument/2006/relationships/slideLayout" Target="../slideLayouts/slideLayout94.xml"/><Relationship Id="rId95" Type="http://schemas.openxmlformats.org/officeDocument/2006/relationships/slideLayout" Target="../slideLayouts/slideLayout95.xml"/><Relationship Id="rId96" Type="http://schemas.openxmlformats.org/officeDocument/2006/relationships/slideLayout" Target="../slideLayouts/slideLayout96.xml"/><Relationship Id="rId97" Type="http://schemas.openxmlformats.org/officeDocument/2006/relationships/slideLayout" Target="../slideLayouts/slideLayout97.xml"/><Relationship Id="rId98" Type="http://schemas.openxmlformats.org/officeDocument/2006/relationships/slideLayout" Target="../slideLayouts/slideLayout98.xml"/><Relationship Id="rId99" Type="http://schemas.openxmlformats.org/officeDocument/2006/relationships/slideLayout" Target="../slideLayouts/slideLayout99.xml"/><Relationship Id="rId100" Type="http://schemas.openxmlformats.org/officeDocument/2006/relationships/slideLayout" Target="../slideLayouts/slideLayout100.xml"/><Relationship Id="rId101" Type="http://schemas.openxmlformats.org/officeDocument/2006/relationships/slideLayout" Target="../slideLayouts/slideLayout101.xml"/><Relationship Id="rId102" Type="http://schemas.openxmlformats.org/officeDocument/2006/relationships/slideLayout" Target="../slideLayouts/slideLayout102.xml"/><Relationship Id="rId103" Type="http://schemas.openxmlformats.org/officeDocument/2006/relationships/slideLayout" Target="../slideLayouts/slideLayout103.xml"/><Relationship Id="rId104" Type="http://schemas.openxmlformats.org/officeDocument/2006/relationships/slideLayout" Target="../slideLayouts/slideLayout104.xml"/><Relationship Id="rId105" Type="http://schemas.openxmlformats.org/officeDocument/2006/relationships/slideLayout" Target="../slideLayouts/slideLayout105.xml"/><Relationship Id="rId106" Type="http://schemas.openxmlformats.org/officeDocument/2006/relationships/slideLayout" Target="../slideLayouts/slideLayout106.xml"/><Relationship Id="rId107" Type="http://schemas.openxmlformats.org/officeDocument/2006/relationships/slideLayout" Target="../slideLayouts/slideLayout107.xml"/><Relationship Id="rId108"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9" name="Slide Number Placeholder 1">
            <a:extLst>
              <a:ext uri="{FF2B5EF4-FFF2-40B4-BE49-F238E27FC236}">
                <a16:creationId xmlns:a16="http://schemas.microsoft.com/office/drawing/2014/main" id="{64F0F728-9286-1DF2-1258-099E58F6EE86}"/>
              </a:ext>
            </a:extLst>
          </p:cNvPr>
          <p:cNvSpPr>
            <a:spLocks noGrp="1"/>
          </p:cNvSpPr>
          <p:nvPr>
            <p:ph type="sldNum" sz="quarter" idx="4"/>
          </p:nvPr>
        </p:nvSpPr>
        <p:spPr>
          <a:xfrm>
            <a:off x="11215668" y="6551939"/>
            <a:ext cx="658832" cy="215444"/>
          </a:xfrm>
          <a:prstGeom prst="rect">
            <a:avLst/>
          </a:prstGeom>
        </p:spPr>
        <p:txBody>
          <a:bodyPr vert="horz" lIns="91440" tIns="45720" rIns="0" bIns="45720" rtlCol="0" anchor="ctr">
            <a:spAutoFit/>
          </a:bodyPr>
          <a:lstStyle>
            <a:lvl1pPr algn="r">
              <a:defRPr sz="800" b="0" i="0">
                <a:solidFill>
                  <a:schemeClr val="tx1"/>
                </a:solidFill>
                <a:latin typeface="Arial" panose="020B0604020202020204" pitchFamily="34" charset="0"/>
                <a:cs typeface="Arial" panose="020B0604020202020204" pitchFamily="34" charset="0"/>
              </a:defRPr>
            </a:lvl1pPr>
          </a:lstStyle>
          <a:p>
            <a:fld id="{B06B19F4-CF25-446C-B362-D8BB27BE9D9B}" type="slidenum">
              <a:rPr lang="en-US" smtClean="0"/>
              <a:t>‹#›</a:t>
            </a:fld>
            <a:endParaRPr lang="en-US"/>
          </a:p>
        </p:txBody>
      </p:sp>
    </p:spTree>
    <p:extLst>
      <p:ext uri="{BB962C8B-B14F-4D97-AF65-F5344CB8AC3E}">
        <p14:creationId xmlns:p14="http://schemas.microsoft.com/office/powerpoint/2010/main" val="2552149494"/>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 id="2147483678" r:id="rId18"/>
    <p:sldLayoutId id="2147483679" r:id="rId19"/>
    <p:sldLayoutId id="2147483680" r:id="rId20"/>
    <p:sldLayoutId id="2147483681" r:id="rId21"/>
    <p:sldLayoutId id="2147483682" r:id="rId22"/>
    <p:sldLayoutId id="2147483683" r:id="rId23"/>
    <p:sldLayoutId id="2147483684" r:id="rId24"/>
    <p:sldLayoutId id="2147483685" r:id="rId25"/>
    <p:sldLayoutId id="2147483686" r:id="rId26"/>
    <p:sldLayoutId id="2147483687" r:id="rId27"/>
    <p:sldLayoutId id="2147483688" r:id="rId28"/>
    <p:sldLayoutId id="2147483689" r:id="rId29"/>
    <p:sldLayoutId id="2147483690" r:id="rId30"/>
    <p:sldLayoutId id="2147483691" r:id="rId31"/>
    <p:sldLayoutId id="2147483692" r:id="rId32"/>
    <p:sldLayoutId id="2147483693" r:id="rId33"/>
    <p:sldLayoutId id="2147483694" r:id="rId34"/>
    <p:sldLayoutId id="2147483695" r:id="rId35"/>
    <p:sldLayoutId id="2147483696" r:id="rId36"/>
    <p:sldLayoutId id="2147483697" r:id="rId37"/>
    <p:sldLayoutId id="2147483698" r:id="rId38"/>
    <p:sldLayoutId id="2147483699" r:id="rId39"/>
    <p:sldLayoutId id="2147483700" r:id="rId40"/>
    <p:sldLayoutId id="2147483701" r:id="rId41"/>
    <p:sldLayoutId id="2147483702" r:id="rId42"/>
    <p:sldLayoutId id="2147483703" r:id="rId43"/>
    <p:sldLayoutId id="2147483704" r:id="rId44"/>
    <p:sldLayoutId id="2147483705" r:id="rId45"/>
    <p:sldLayoutId id="2147483706" r:id="rId46"/>
    <p:sldLayoutId id="2147483707" r:id="rId47"/>
    <p:sldLayoutId id="2147483708" r:id="rId48"/>
    <p:sldLayoutId id="2147483709" r:id="rId49"/>
    <p:sldLayoutId id="2147483710" r:id="rId50"/>
    <p:sldLayoutId id="2147483711" r:id="rId51"/>
    <p:sldLayoutId id="2147483712" r:id="rId52"/>
    <p:sldLayoutId id="2147483713" r:id="rId53"/>
    <p:sldLayoutId id="2147483714" r:id="rId54"/>
    <p:sldLayoutId id="2147483715" r:id="rId55"/>
    <p:sldLayoutId id="2147483716" r:id="rId56"/>
    <p:sldLayoutId id="2147483717" r:id="rId57"/>
    <p:sldLayoutId id="2147483718" r:id="rId58"/>
    <p:sldLayoutId id="2147483719" r:id="rId59"/>
    <p:sldLayoutId id="2147483720" r:id="rId60"/>
    <p:sldLayoutId id="2147483721" r:id="rId61"/>
    <p:sldLayoutId id="2147483722" r:id="rId62"/>
    <p:sldLayoutId id="2147483723" r:id="rId63"/>
    <p:sldLayoutId id="2147483724" r:id="rId64"/>
    <p:sldLayoutId id="2147483725" r:id="rId65"/>
    <p:sldLayoutId id="2147483726" r:id="rId66"/>
    <p:sldLayoutId id="2147483727" r:id="rId67"/>
    <p:sldLayoutId id="2147483728" r:id="rId68"/>
    <p:sldLayoutId id="2147483729" r:id="rId69"/>
    <p:sldLayoutId id="2147483730" r:id="rId70"/>
    <p:sldLayoutId id="2147483731" r:id="rId71"/>
    <p:sldLayoutId id="2147483732" r:id="rId72"/>
    <p:sldLayoutId id="2147483733" r:id="rId73"/>
    <p:sldLayoutId id="2147483734" r:id="rId74"/>
    <p:sldLayoutId id="2147483735" r:id="rId75"/>
    <p:sldLayoutId id="2147483736" r:id="rId76"/>
    <p:sldLayoutId id="2147483737" r:id="rId77"/>
    <p:sldLayoutId id="2147483738" r:id="rId78"/>
    <p:sldLayoutId id="2147483739" r:id="rId79"/>
    <p:sldLayoutId id="2147483740" r:id="rId80"/>
    <p:sldLayoutId id="2147483741" r:id="rId81"/>
    <p:sldLayoutId id="2147483742" r:id="rId82"/>
    <p:sldLayoutId id="2147483743" r:id="rId83"/>
    <p:sldLayoutId id="2147483744" r:id="rId84"/>
    <p:sldLayoutId id="2147483745" r:id="rId85"/>
    <p:sldLayoutId id="2147483746" r:id="rId86"/>
    <p:sldLayoutId id="2147483747" r:id="rId87"/>
    <p:sldLayoutId id="2147483748" r:id="rId88"/>
    <p:sldLayoutId id="2147483749" r:id="rId89"/>
    <p:sldLayoutId id="2147483750" r:id="rId90"/>
    <p:sldLayoutId id="2147483751" r:id="rId91"/>
    <p:sldLayoutId id="2147483752" r:id="rId92"/>
    <p:sldLayoutId id="2147483753" r:id="rId93"/>
    <p:sldLayoutId id="2147483754" r:id="rId94"/>
    <p:sldLayoutId id="2147483755" r:id="rId95"/>
    <p:sldLayoutId id="2147483756" r:id="rId96"/>
    <p:sldLayoutId id="2147483757" r:id="rId97"/>
    <p:sldLayoutId id="2147483758" r:id="rId98"/>
    <p:sldLayoutId id="2147483759" r:id="rId99"/>
    <p:sldLayoutId id="2147483760" r:id="rId100"/>
    <p:sldLayoutId id="2147483761" r:id="rId101"/>
    <p:sldLayoutId id="2147483762" r:id="rId102"/>
    <p:sldLayoutId id="2147483763" r:id="rId103"/>
    <p:sldLayoutId id="2147483764" r:id="rId104"/>
    <p:sldLayoutId id="2147483765" r:id="rId105"/>
    <p:sldLayoutId id="2147483766" r:id="rId106"/>
    <p:sldLayoutId id="2147483767" r:id="rId107"/>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xStyles>
    <p:titleStyle>
      <a:lvl1pPr algn="l" defTabSz="914400" rtl="0" eaLnBrk="1" latinLnBrk="0" hangingPunct="1">
        <a:lnSpc>
          <a:spcPct val="90000"/>
        </a:lnSpc>
        <a:spcBef>
          <a:spcPct val="0"/>
        </a:spcBef>
        <a:buNone/>
        <a:defRPr sz="4400" kern="1200">
          <a:solidFill>
            <a:schemeClr val="tx1"/>
          </a:solidFill>
          <a:latin typeface="Arial" panose="020B0604020202020204" pitchFamily="34" charset="0"/>
          <a:ea typeface="+mj-ea"/>
          <a:cs typeface="Arial" panose="020B0604020202020204" pitchFamily="34" charset="0"/>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64">
          <p15:clr>
            <a:srgbClr val="547EBF"/>
          </p15:clr>
        </p15:guide>
        <p15:guide id="2" pos="7416">
          <p15:clr>
            <a:srgbClr val="547EBF"/>
          </p15:clr>
        </p15:guide>
        <p15:guide id="3" pos="264">
          <p15:clr>
            <a:srgbClr val="547EBF"/>
          </p15:clr>
        </p15:guide>
        <p15:guide id="4" orient="horz" pos="4056">
          <p15:clr>
            <a:srgbClr val="547EBF"/>
          </p15:clr>
        </p15:guide>
        <p15:guide id="5" pos="1464">
          <p15:clr>
            <a:srgbClr val="5ACBF0"/>
          </p15:clr>
        </p15:guide>
        <p15:guide id="6" pos="864">
          <p15:clr>
            <a:srgbClr val="5ACBF0"/>
          </p15:clr>
        </p15:guide>
        <p15:guide id="7" pos="2064">
          <p15:clr>
            <a:srgbClr val="5ACBF0"/>
          </p15:clr>
        </p15:guide>
        <p15:guide id="8" pos="2016">
          <p15:clr>
            <a:srgbClr val="5ACBF0"/>
          </p15:clr>
        </p15:guide>
        <p15:guide id="9" pos="3864">
          <p15:clr>
            <a:srgbClr val="5ACBF0"/>
          </p15:clr>
        </p15:guide>
        <p15:guide id="10" pos="4464">
          <p15:clr>
            <a:srgbClr val="5ACBF0"/>
          </p15:clr>
        </p15:guide>
        <p15:guide id="11" pos="5064">
          <p15:clr>
            <a:srgbClr val="5ACBF0"/>
          </p15:clr>
        </p15:guide>
        <p15:guide id="12" pos="5664">
          <p15:clr>
            <a:srgbClr val="5ACBF0"/>
          </p15:clr>
        </p15:guide>
        <p15:guide id="13" pos="6264">
          <p15:clr>
            <a:srgbClr val="5ACBF0"/>
          </p15:clr>
        </p15:guide>
        <p15:guide id="14" pos="6216">
          <p15:clr>
            <a:srgbClr val="5ACBF0"/>
          </p15:clr>
        </p15:guide>
        <p15:guide id="15" pos="6864">
          <p15:clr>
            <a:srgbClr val="5ACBF0"/>
          </p15:clr>
        </p15:guide>
        <p15:guide id="17" pos="5616">
          <p15:clr>
            <a:srgbClr val="5ACBF0"/>
          </p15:clr>
        </p15:guide>
        <p15:guide id="18" pos="5016">
          <p15:clr>
            <a:srgbClr val="5ACBF0"/>
          </p15:clr>
        </p15:guide>
        <p15:guide id="19" pos="4416">
          <p15:clr>
            <a:srgbClr val="5ACBF0"/>
          </p15:clr>
        </p15:guide>
        <p15:guide id="20" pos="3816">
          <p15:clr>
            <a:srgbClr val="5ACBF0"/>
          </p15:clr>
        </p15:guide>
        <p15:guide id="21" pos="3216">
          <p15:clr>
            <a:srgbClr val="5ACBF0"/>
          </p15:clr>
        </p15:guide>
        <p15:guide id="22" pos="3264">
          <p15:clr>
            <a:srgbClr val="5ACBF0"/>
          </p15:clr>
        </p15:guide>
        <p15:guide id="23" pos="2616">
          <p15:clr>
            <a:srgbClr val="5ACBF0"/>
          </p15:clr>
        </p15:guide>
        <p15:guide id="24" pos="2664">
          <p15:clr>
            <a:srgbClr val="5ACBF0"/>
          </p15:clr>
        </p15:guide>
        <p15:guide id="25" pos="1416">
          <p15:clr>
            <a:srgbClr val="5ACBF0"/>
          </p15:clr>
        </p15:guide>
        <p15:guide id="26" pos="816">
          <p15:clr>
            <a:srgbClr val="5ACBF0"/>
          </p15:clr>
        </p15:guide>
        <p15:guide id="27" pos="6816">
          <p15:clr>
            <a:srgbClr val="5ACBF0"/>
          </p15:clr>
        </p15:guide>
        <p15:guide id="28" orient="horz" pos="4224">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image" Target="../media/image23.png"/><Relationship Id="rId3" Type="http://schemas.openxmlformats.org/officeDocument/2006/relationships/image" Target="../media/image24.png"/><Relationship Id="rId4" Type="http://schemas.openxmlformats.org/officeDocument/2006/relationships/image" Target="../media/image25.png"/><Relationship Id="rId5"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image" Target="../media/image23.png"/><Relationship Id="rId3" Type="http://schemas.openxmlformats.org/officeDocument/2006/relationships/image" Target="../media/image26.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image" Target="../media/image27.png"/><Relationship Id="rId7" Type="http://schemas.openxmlformats.org/officeDocument/2006/relationships/notesSlide" Target="../notesSlides/notesSlide2.xml"/><Relationship Id="rId8" Type="http://schemas.openxmlformats.org/officeDocument/2006/relationships/slide" Target="slide3.xml"/><Relationship Id="rId9" Type="http://schemas.openxmlformats.org/officeDocument/2006/relationships/slide" Target="slide7.xml"/><Relationship Id="rId10" Type="http://schemas.openxmlformats.org/officeDocument/2006/relationships/slide" Target="slide11.xml"/><Relationship Id="rId11" Type="http://schemas.openxmlformats.org/officeDocument/2006/relationships/slide" Target="slide1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image" Target="../media/image23.png"/><Relationship Id="rId3" Type="http://schemas.openxmlformats.org/officeDocument/2006/relationships/image" Target="../media/image26.png"/><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image" Target="../media/image23.png"/><Relationship Id="rId3" Type="http://schemas.openxmlformats.org/officeDocument/2006/relationships/image" Target="../media/image24.png"/><Relationship Id="rId4" Type="http://schemas.openxmlformats.org/officeDocument/2006/relationships/image" Target="../media/image25.png"/><Relationship Id="rId5" Type="http://schemas.openxmlformats.org/officeDocument/2006/relationships/image" Target="../media/image28.png"/><Relationship Id="rId6" Type="http://schemas.openxmlformats.org/officeDocument/2006/relationships/image" Target="../media/image29.png"/><Relationship Id="rId7" Type="http://schemas.openxmlformats.org/officeDocument/2006/relationships/image" Target="../media/image30.png"/><Relationship Id="rId8"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image" Target="../media/image23.png"/><Relationship Id="rId3" Type="http://schemas.openxmlformats.org/officeDocument/2006/relationships/image" Target="../media/image26.png"/><Relationship Id="rId4" Type="http://schemas.openxmlformats.org/officeDocument/2006/relationships/image" Target="../media/image31.png"/><Relationship Id="rId5" Type="http://schemas.openxmlformats.org/officeDocument/2006/relationships/image" Target="../media/image32.png"/><Relationship Id="rId6"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image" Target="../media/image23.png"/><Relationship Id="rId3" Type="http://schemas.openxmlformats.org/officeDocument/2006/relationships/image" Target="../media/image30.png"/><Relationship Id="rId4" Type="http://schemas.openxmlformats.org/officeDocument/2006/relationships/image" Target="../media/image26.png"/><Relationship Id="rId5" Type="http://schemas.openxmlformats.org/officeDocument/2006/relationships/image" Target="../media/image31.png"/><Relationship Id="rId6" Type="http://schemas.openxmlformats.org/officeDocument/2006/relationships/image" Target="../media/image25.png"/><Relationship Id="rId7" Type="http://schemas.openxmlformats.org/officeDocument/2006/relationships/image" Target="../media/image33.png"/><Relationship Id="rId8" Type="http://schemas.openxmlformats.org/officeDocument/2006/relationships/image" Target="../media/image27.png"/><Relationship Id="rId9"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image" Target="../media/image23.png"/><Relationship Id="rId3" Type="http://schemas.openxmlformats.org/officeDocument/2006/relationships/image" Target="../media/image24.png"/><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image" Target="../media/image23.png"/><Relationship Id="rId3" Type="http://schemas.openxmlformats.org/officeDocument/2006/relationships/image" Target="../media/image31.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image" Target="../media/image36.png"/><Relationship Id="rId7" Type="http://schemas.openxmlformats.org/officeDocument/2006/relationships/image" Target="../media/image37.png"/><Relationship Id="rId8" Type="http://schemas.openxmlformats.org/officeDocument/2006/relationships/image" Target="../media/image38.png"/><Relationship Id="rId9" Type="http://schemas.openxmlformats.org/officeDocument/2006/relationships/image" Target="../media/image29.png"/><Relationship Id="rId10" Type="http://schemas.openxmlformats.org/officeDocument/2006/relationships/image" Target="../media/image26.png"/><Relationship Id="rId11" Type="http://schemas.openxmlformats.org/officeDocument/2006/relationships/image" Target="../media/image39.png"/><Relationship Id="rId1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image" Target="../media/image23.png"/><Relationship Id="rId3" Type="http://schemas.openxmlformats.org/officeDocument/2006/relationships/image" Target="../media/image24.png"/><Relationship Id="rId4" Type="http://schemas.openxmlformats.org/officeDocument/2006/relationships/image" Target="../media/image31.png"/><Relationship Id="rId5" Type="http://schemas.openxmlformats.org/officeDocument/2006/relationships/image" Target="../media/image33.png"/><Relationship Id="rId6" Type="http://schemas.openxmlformats.org/officeDocument/2006/relationships/image" Target="../media/image36.png"/><Relationship Id="rId7" Type="http://schemas.openxmlformats.org/officeDocument/2006/relationships/image" Target="../media/image35.png"/><Relationship Id="rId8" Type="http://schemas.openxmlformats.org/officeDocument/2006/relationships/image" Target="../media/image30.png"/><Relationship Id="rId9"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image" Target="../media/image23.png"/><Relationship Id="rId3" Type="http://schemas.openxmlformats.org/officeDocument/2006/relationships/image" Target="../media/image40.png"/><Relationship Id="rId4" Type="http://schemas.openxmlformats.org/officeDocument/2006/relationships/image" Target="../media/image29.png"/><Relationship Id="rId5"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image" Target="../media/image23.png"/><Relationship Id="rId3" Type="http://schemas.openxmlformats.org/officeDocument/2006/relationships/image" Target="../media/image25.png"/><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image" Target="../media/image23.png"/><Relationship Id="rId3" Type="http://schemas.openxmlformats.org/officeDocument/2006/relationships/image" Target="../media/image41.png"/><Relationship Id="rId4" Type="http://schemas.openxmlformats.org/officeDocument/2006/relationships/image" Target="../media/image25.png"/><Relationship Id="rId5" Type="http://schemas.openxmlformats.org/officeDocument/2006/relationships/image" Target="../media/image28.png"/><Relationship Id="rId6" Type="http://schemas.openxmlformats.org/officeDocument/2006/relationships/image" Target="../media/image42.png"/><Relationship Id="rId7" Type="http://schemas.openxmlformats.org/officeDocument/2006/relationships/image" Target="../media/image27.png"/><Relationship Id="rId8" Type="http://schemas.openxmlformats.org/officeDocument/2006/relationships/image" Target="../media/image43.png"/><Relationship Id="rId9" Type="http://schemas.openxmlformats.org/officeDocument/2006/relationships/image" Target="../media/image44.png"/><Relationship Id="rId10" Type="http://schemas.openxmlformats.org/officeDocument/2006/relationships/image" Target="../media/image45.png"/><Relationship Id="rId11" Type="http://schemas.openxmlformats.org/officeDocument/2006/relationships/image" Target="../media/image46.png"/><Relationship Id="rId12" Type="http://schemas.openxmlformats.org/officeDocument/2006/relationships/image" Target="../media/image47.png"/><Relationship Id="rId1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image" Target="../media/image23.png"/><Relationship Id="rId3" Type="http://schemas.openxmlformats.org/officeDocument/2006/relationships/image" Target="../media/image48.png"/><Relationship Id="rId4" Type="http://schemas.openxmlformats.org/officeDocument/2006/relationships/image" Target="../media/image49.png"/><Relationship Id="rId5" Type="http://schemas.openxmlformats.org/officeDocument/2006/relationships/image" Target="../media/image50.png"/><Relationship Id="rId6" Type="http://schemas.openxmlformats.org/officeDocument/2006/relationships/image" Target="../media/image28.png"/><Relationship Id="rId7" Type="http://schemas.openxmlformats.org/officeDocument/2006/relationships/image" Target="../media/image27.png"/><Relationship Id="rId8"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image" Target="../media/image23.png"/><Relationship Id="rId3" Type="http://schemas.openxmlformats.org/officeDocument/2006/relationships/image" Target="../media/image40.png"/><Relationship Id="rId4" Type="http://schemas.openxmlformats.org/officeDocument/2006/relationships/image" Target="../media/image51.png"/><Relationship Id="rId5" Type="http://schemas.openxmlformats.org/officeDocument/2006/relationships/image" Target="../media/image50.png"/><Relationship Id="rId6" Type="http://schemas.openxmlformats.org/officeDocument/2006/relationships/image" Target="../media/image28.png"/><Relationship Id="rId7"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image" Target="../media/image23.png"/><Relationship Id="rId3" Type="http://schemas.openxmlformats.org/officeDocument/2006/relationships/image" Target="../media/image52.png"/><Relationship Id="rId4" Type="http://schemas.openxmlformats.org/officeDocument/2006/relationships/image" Target="../media/image51.png"/><Relationship Id="rId5" Type="http://schemas.openxmlformats.org/officeDocument/2006/relationships/image" Target="../media/image50.png"/><Relationship Id="rId6"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image" Target="../media/image23.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image" Target="../media/image23.png"/><Relationship Id="rId3" Type="http://schemas.openxmlformats.org/officeDocument/2006/relationships/image" Target="../media/image27.png"/><Relationship Id="rId4"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image" Target="../media/image23.png"/><Relationship Id="rId3" Type="http://schemas.openxmlformats.org/officeDocument/2006/relationships/image" Target="../media/image27.png"/><Relationship Id="rId4" Type="http://schemas.openxmlformats.org/officeDocument/2006/relationships/image" Target="../media/image31.png"/><Relationship Id="rId5" Type="http://schemas.openxmlformats.org/officeDocument/2006/relationships/image" Target="../media/image36.png"/><Relationship Id="rId6" Type="http://schemas.openxmlformats.org/officeDocument/2006/relationships/image" Target="../media/image42.png"/><Relationship Id="rId7" Type="http://schemas.openxmlformats.org/officeDocument/2006/relationships/image" Target="../media/image30.png"/><Relationship Id="rId8"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image" Target="../media/image23.png"/><Relationship Id="rId3" Type="http://schemas.openxmlformats.org/officeDocument/2006/relationships/image" Target="../media/image26.png"/><Relationship Id="rId4" Type="http://schemas.openxmlformats.org/officeDocument/2006/relationships/image" Target="../media/image31.png"/><Relationship Id="rId5" Type="http://schemas.openxmlformats.org/officeDocument/2006/relationships/image" Target="../media/image27.png"/><Relationship Id="rId6"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image" Target="../media/image23.png"/><Relationship Id="rId3" Type="http://schemas.openxmlformats.org/officeDocument/2006/relationships/image" Target="../media/image24.png"/><Relationship Id="rId4" Type="http://schemas.openxmlformats.org/officeDocument/2006/relationships/image" Target="../media/image25.png"/><Relationship Id="rId5" Type="http://schemas.openxmlformats.org/officeDocument/2006/relationships/notesSlide" Target="../notesSlides/notesSlide20.xml"/></Relationships>
</file>

<file path=ppt/slides/slide1.xml><?xml version="1.0" encoding="utf-8"?>
<p:sld xmlns:a="http://schemas.openxmlformats.org/drawingml/2006/main" xmlns:p="http://schemas.openxmlformats.org/presentationml/2006/main" xmlns:r="http://schemas.openxmlformats.org/officeDocument/2006/relationships" showMasterSp="0">
  <p:cSld>
    <p:bg>
      <p:bgPr>
        <a:solidFill>
          <a:srgbClr val="F5F9FF"/>
        </a:solidFill>
        <a:effectLst/>
      </p:bgPr>
    </p:bg>
    <p:spTree>
      <p:nvGrpSpPr>
        <p:cNvPr id="1" name=""/>
        <p:cNvGrpSpPr/>
        <p:nvPr/>
      </p:nvGrpSpPr>
      <p:grpSpPr/>
      <p:sp>
        <p:nvSpPr>
          <p:cNvPr id="2" name="Panel | 1"/>
          <p:cNvSpPr/>
          <p:nvPr/>
        </p:nvSpPr>
        <p:spPr>
          <a:xfrm>
            <a:off x="406400" y="342900"/>
            <a:ext cx="38100" cy="190500"/>
          </a:xfrm>
          <a:prstGeom prst="roundRect">
            <a:avLst>
              <a:gd name="adj" fmla="val 50000"/>
            </a:avLst>
          </a:prstGeom>
          <a:solidFill>
            <a:srgbClr val="007D9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 | PLATFORM ARCHITECTURE &amp; STANDARDIZED WORKFLOWS"/>
          <p:cNvSpPr txBox="1"/>
          <p:nvPr/>
        </p:nvSpPr>
        <p:spPr>
          <a:xfrm>
            <a:off x="546100" y="356680"/>
            <a:ext cx="9525000" cy="230759"/>
          </a:xfrm>
          <a:prstGeom prst="rect">
            <a:avLst/>
          </a:prstGeom>
          <a:noFill/>
        </p:spPr>
        <p:txBody>
          <a:bodyPr wrap="none" lIns="0" rIns="0" tIns="0" bIns="0" anchor="t" anchorCtr="0">
            <a:noAutofit/>
          </a:bodyPr>
          <a:lstStyle/>
          <a:p>
            <a:pPr algn="l">
              <a:lnSpc>
                <a:spcPts val="1414"/>
              </a:lnSpc>
              <a:spcBef>
                <a:spcPts val="0"/>
              </a:spcBef>
              <a:spcAft>
                <a:spcPts val="0"/>
              </a:spcAft>
            </a:pPr>
            <a:r>
              <a:rPr sz="1150" b="1" lang="en-US">
                <a:solidFill>
                  <a:srgbClr val="4C6B83"/>
                </a:solidFill>
                <a:latin typeface="Arial"/>
                <a:ea typeface="SimHei"/>
              </a:rPr>
              <a:t>PLATFORM ARCHITECTURE &amp; STANDARDIZED WORKFLOWS</a:t>
            </a:r>
          </a:p>
        </p:txBody>
      </p:sp>
      <p:pic>
        <p:nvPicPr>
          <p:cNvPr id="4" name="Picture | Independent image" descr="139ef02520a55c1aaee95c1d6e7f5f730beac004ebb72c9c012b0f76513ab85e.png"/>
          <p:cNvPicPr>
            <a:picLocks noChangeAspect="1"/>
          </p:cNvPicPr>
          <p:nvPr/>
        </p:nvPicPr>
        <p:blipFill>
          <a:blip r:embed="rId2"/>
          <a:stretch>
            <a:fillRect/>
          </a:stretch>
        </p:blipFill>
        <p:spPr>
          <a:xfrm>
            <a:off x="11061700" y="325755"/>
            <a:ext cx="704850" cy="281940"/>
          </a:xfrm>
          <a:prstGeom prst="rect">
            <a:avLst/>
          </a:prstGeom>
        </p:spPr>
      </p:pic>
      <p:cxnSp>
        <p:nvCxnSpPr>
          <p:cNvPr id="5" name="Connector | 1"/>
          <p:cNvCxnSpPr/>
          <p:nvPr/>
        </p:nvCxnSpPr>
        <p:spPr>
          <a:xfrm>
            <a:off x="406400" y="6521450"/>
            <a:ext cx="11379200" cy="0"/>
          </a:xfrm>
          <a:prstGeom prst="line">
            <a:avLst/>
          </a:prstGeom>
          <a:ln w="6350" cap="rnd">
            <a:solidFill>
              <a:srgbClr val="C6D8EB"/>
            </a:solidFill>
            <a:round/>
          </a:ln>
        </p:spPr>
        <p:style>
          <a:lnRef idx="2">
            <a:schemeClr val="accent1"/>
          </a:lnRef>
          <a:fillRef idx="0">
            <a:schemeClr val="accent1"/>
          </a:fillRef>
          <a:effectRef idx="1">
            <a:schemeClr val="accent1"/>
          </a:effectRef>
          <a:fontRef idx="minor">
            <a:schemeClr val="tx1"/>
          </a:fontRef>
        </p:style>
      </p:cxnSp>
      <p:sp>
        <p:nvSpPr>
          <p:cNvPr id="6" name="Text | SwiftFlow + HawkeyePlus  |  Industrial Vision Engineering"/>
          <p:cNvSpPr txBox="1"/>
          <p:nvPr/>
        </p:nvSpPr>
        <p:spPr>
          <a:xfrm>
            <a:off x="412750" y="6607238"/>
            <a:ext cx="8255000" cy="160528"/>
          </a:xfrm>
          <a:prstGeom prst="rect">
            <a:avLst/>
          </a:prstGeom>
          <a:noFill/>
        </p:spPr>
        <p:txBody>
          <a:bodyPr wrap="none" lIns="0" rIns="0" tIns="0" bIns="0" anchor="t" anchorCtr="0">
            <a:noAutofit/>
          </a:bodyPr>
          <a:lstStyle/>
          <a:p>
            <a:pPr algn="l">
              <a:lnSpc>
                <a:spcPts val="984"/>
              </a:lnSpc>
              <a:spcBef>
                <a:spcPts val="0"/>
              </a:spcBef>
              <a:spcAft>
                <a:spcPts val="0"/>
              </a:spcAft>
            </a:pPr>
            <a:r>
              <a:rPr sz="800" b="0" lang="en-US">
                <a:solidFill>
                  <a:srgbClr val="4C6B83"/>
                </a:solidFill>
                <a:latin typeface="Arial"/>
                <a:ea typeface="SimHei"/>
              </a:rPr>
              <a:t>SwiftFlow + HawkeyePlus  |  Industrial Vision Engineering</a:t>
            </a:r>
          </a:p>
        </p:txBody>
      </p:sp>
      <p:sp>
        <p:nvSpPr>
          <p:cNvPr id="7" name="Text | WD CONFIDENTIAL"/>
          <p:cNvSpPr txBox="1"/>
          <p:nvPr/>
        </p:nvSpPr>
        <p:spPr>
          <a:xfrm>
            <a:off x="8559800" y="6613017"/>
            <a:ext cx="2540000" cy="150495"/>
          </a:xfrm>
          <a:prstGeom prst="rect">
            <a:avLst/>
          </a:prstGeom>
          <a:noFill/>
        </p:spPr>
        <p:txBody>
          <a:bodyPr wrap="none" lIns="0" rIns="0" tIns="0" bIns="0" anchor="t" anchorCtr="0">
            <a:noAutofit/>
          </a:bodyPr>
          <a:lstStyle/>
          <a:p>
            <a:pPr algn="r">
              <a:lnSpc>
                <a:spcPts val="922"/>
              </a:lnSpc>
              <a:spcBef>
                <a:spcPts val="0"/>
              </a:spcBef>
              <a:spcAft>
                <a:spcPts val="0"/>
              </a:spcAft>
            </a:pPr>
            <a:r>
              <a:rPr sz="750" b="0" lang="en-US">
                <a:solidFill>
                  <a:srgbClr val="4C6B83"/>
                </a:solidFill>
                <a:latin typeface="Arial"/>
                <a:ea typeface="SimHei"/>
              </a:rPr>
              <a:t>WD CONFIDENTIAL</a:t>
            </a:r>
          </a:p>
        </p:txBody>
      </p:sp>
      <p:sp>
        <p:nvSpPr>
          <p:cNvPr id="8" name="Text | 01 / 20"/>
          <p:cNvSpPr txBox="1"/>
          <p:nvPr/>
        </p:nvSpPr>
        <p:spPr>
          <a:xfrm>
            <a:off x="11137900" y="6607238"/>
            <a:ext cx="635000" cy="160528"/>
          </a:xfrm>
          <a:prstGeom prst="rect">
            <a:avLst/>
          </a:prstGeom>
          <a:noFill/>
        </p:spPr>
        <p:txBody>
          <a:bodyPr wrap="none" lIns="0" rIns="0" tIns="0" bIns="0" anchor="t" anchorCtr="0">
            <a:noAutofit/>
          </a:bodyPr>
          <a:lstStyle/>
          <a:p>
            <a:pPr algn="r">
              <a:lnSpc>
                <a:spcPts val="984"/>
              </a:lnSpc>
              <a:spcBef>
                <a:spcPts val="0"/>
              </a:spcBef>
              <a:spcAft>
                <a:spcPts val="0"/>
              </a:spcAft>
            </a:pPr>
            <a:r>
              <a:rPr sz="800" b="0" lang="en-US">
                <a:solidFill>
                  <a:srgbClr val="4C6B83"/>
                </a:solidFill>
                <a:latin typeface="Arial"/>
                <a:ea typeface="SimHei"/>
              </a:rPr>
              <a:t>01 / 20</a:t>
            </a:r>
          </a:p>
        </p:txBody>
      </p:sp>
      <p:sp>
        <p:nvSpPr>
          <p:cNvPr id="9" name="Text | SwiftFlow + HawkeyePlus"/>
          <p:cNvSpPr txBox="1"/>
          <p:nvPr/>
        </p:nvSpPr>
        <p:spPr>
          <a:xfrm>
            <a:off x="501650" y="989711"/>
            <a:ext cx="11207750" cy="832739"/>
          </a:xfrm>
          <a:prstGeom prst="rect">
            <a:avLst/>
          </a:prstGeom>
          <a:noFill/>
        </p:spPr>
        <p:txBody>
          <a:bodyPr wrap="none" lIns="0" rIns="0" tIns="0" bIns="0" anchor="t" anchorCtr="0">
            <a:noAutofit/>
          </a:bodyPr>
          <a:lstStyle/>
          <a:p>
            <a:pPr algn="l">
              <a:lnSpc>
                <a:spcPts val="5104"/>
              </a:lnSpc>
              <a:spcBef>
                <a:spcPts val="0"/>
              </a:spcBef>
              <a:spcAft>
                <a:spcPts val="0"/>
              </a:spcAft>
            </a:pPr>
            <a:r>
              <a:rPr sz="4150" b="1" lang="en-US">
                <a:solidFill>
                  <a:srgbClr val="082D48"/>
                </a:solidFill>
                <a:latin typeface="Arial"/>
                <a:ea typeface="SimHei"/>
              </a:rPr>
              <a:t>SwiftFlow + HawkeyePlus</a:t>
            </a:r>
          </a:p>
        </p:txBody>
      </p:sp>
      <p:sp>
        <p:nvSpPr>
          <p:cNvPr id="10" name="Text | Standardized Inspection &amp; Measurement"/>
          <p:cNvSpPr txBox="1"/>
          <p:nvPr/>
        </p:nvSpPr>
        <p:spPr>
          <a:xfrm>
            <a:off x="527050" y="1777746"/>
            <a:ext cx="11207750" cy="632079"/>
          </a:xfrm>
          <a:prstGeom prst="rect">
            <a:avLst/>
          </a:prstGeom>
          <a:noFill/>
        </p:spPr>
        <p:txBody>
          <a:bodyPr wrap="none" lIns="0" rIns="0" tIns="0" bIns="0" anchor="t" anchorCtr="0">
            <a:noAutofit/>
          </a:bodyPr>
          <a:lstStyle/>
          <a:p>
            <a:pPr algn="l">
              <a:lnSpc>
                <a:spcPts val="3874"/>
              </a:lnSpc>
              <a:spcBef>
                <a:spcPts val="0"/>
              </a:spcBef>
              <a:spcAft>
                <a:spcPts val="0"/>
              </a:spcAft>
            </a:pPr>
            <a:r>
              <a:rPr sz="3150" b="1" lang="en-US">
                <a:solidFill>
                  <a:srgbClr val="082D48"/>
                </a:solidFill>
                <a:latin typeface="Arial"/>
                <a:ea typeface="SimHei"/>
              </a:rPr>
              <a:t>Standardized Inspection &amp; Measurement</a:t>
            </a:r>
          </a:p>
        </p:txBody>
      </p:sp>
      <p:sp>
        <p:nvSpPr>
          <p:cNvPr id="11" name="Text | Architecture, Workflows &amp; Integrated Delivery"/>
          <p:cNvSpPr txBox="1"/>
          <p:nvPr/>
        </p:nvSpPr>
        <p:spPr>
          <a:xfrm>
            <a:off x="552450" y="2404046"/>
            <a:ext cx="11049000" cy="381254"/>
          </a:xfrm>
          <a:prstGeom prst="rect">
            <a:avLst/>
          </a:prstGeom>
          <a:noFill/>
        </p:spPr>
        <p:txBody>
          <a:bodyPr wrap="none" lIns="0" rIns="0" tIns="0" bIns="0" anchor="t" anchorCtr="0">
            <a:noAutofit/>
          </a:bodyPr>
          <a:lstStyle/>
          <a:p>
            <a:pPr algn="l">
              <a:lnSpc>
                <a:spcPts val="2337"/>
              </a:lnSpc>
              <a:spcBef>
                <a:spcPts val="0"/>
              </a:spcBef>
              <a:spcAft>
                <a:spcPts val="0"/>
              </a:spcAft>
            </a:pPr>
            <a:r>
              <a:rPr sz="1900" b="1" lang="en-US">
                <a:solidFill>
                  <a:srgbClr val="007D9D"/>
                </a:solidFill>
                <a:latin typeface="Arial"/>
                <a:ea typeface="SimHei"/>
              </a:rPr>
              <a:t>Architecture, Workflows &amp; Integrated Delivery</a:t>
            </a:r>
          </a:p>
        </p:txBody>
      </p:sp>
      <p:cxnSp>
        <p:nvCxnSpPr>
          <p:cNvPr id="12" name="Connector | 2"/>
          <p:cNvCxnSpPr/>
          <p:nvPr/>
        </p:nvCxnSpPr>
        <p:spPr>
          <a:xfrm>
            <a:off x="558800" y="2863850"/>
            <a:ext cx="11074400" cy="0"/>
          </a:xfrm>
          <a:prstGeom prst="line">
            <a:avLst/>
          </a:prstGeom>
          <a:ln w="9525" cap="rnd">
            <a:solidFill>
              <a:srgbClr val="C6D8EB"/>
            </a:solidFill>
            <a:round/>
          </a:ln>
        </p:spPr>
        <p:style>
          <a:lnRef idx="2">
            <a:schemeClr val="accent1"/>
          </a:lnRef>
          <a:fillRef idx="0">
            <a:schemeClr val="accent1"/>
          </a:fillRef>
          <a:effectRef idx="1">
            <a:schemeClr val="accent1"/>
          </a:effectRef>
          <a:fontRef idx="minor">
            <a:schemeClr val="tx1"/>
          </a:fontRef>
        </p:style>
      </p:cxnSp>
      <p:grpSp>
        <p:nvGrpSpPr>
          <p:cNvPr id="13" name="Node | SwiftFlow"/>
          <p:cNvGrpSpPr/>
          <p:nvPr/>
        </p:nvGrpSpPr>
        <p:grpSpPr>
          <a:xfrm>
            <a:off x="711200" y="3060700"/>
            <a:ext cx="4127500" cy="2786952"/>
            <a:chOff x="711200" y="3060700"/>
            <a:chExt cx="4127500" cy="2786952"/>
          </a:xfrm>
        </p:grpSpPr>
        <p:pic>
          <p:nvPicPr>
            <p:cNvPr id="14" name="Picture | Independent image" descr="5f1bcf78ecb92f4492224ef45a833bd24f87b72940a435af1d4530231d53bab7.png"/>
            <p:cNvPicPr>
              <a:picLocks noChangeAspect="1"/>
            </p:cNvPicPr>
            <p:nvPr/>
          </p:nvPicPr>
          <p:blipFill>
            <a:blip r:embed="rId3"/>
            <a:stretch>
              <a:fillRect/>
            </a:stretch>
          </p:blipFill>
          <p:spPr>
            <a:xfrm>
              <a:off x="1443810" y="3060700"/>
              <a:ext cx="2662280" cy="2095500"/>
            </a:xfrm>
            <a:prstGeom prst="rect">
              <a:avLst/>
            </a:prstGeom>
          </p:spPr>
        </p:pic>
        <p:sp>
          <p:nvSpPr>
            <p:cNvPr id="15" name="Text | SwiftFlow"/>
            <p:cNvSpPr txBox="1"/>
            <p:nvPr/>
          </p:nvSpPr>
          <p:spPr>
            <a:xfrm>
              <a:off x="711200" y="5174488"/>
              <a:ext cx="4127500" cy="411353"/>
            </a:xfrm>
            <a:prstGeom prst="rect">
              <a:avLst/>
            </a:prstGeom>
            <a:noFill/>
          </p:spPr>
          <p:txBody>
            <a:bodyPr wrap="none" lIns="0" rIns="0" tIns="0" bIns="0" anchor="t" anchorCtr="0">
              <a:noAutofit/>
            </a:bodyPr>
            <a:lstStyle/>
            <a:p>
              <a:pPr algn="ctr">
                <a:lnSpc>
                  <a:spcPts val="2521"/>
                </a:lnSpc>
                <a:spcBef>
                  <a:spcPts val="0"/>
                </a:spcBef>
                <a:spcAft>
                  <a:spcPts val="0"/>
                </a:spcAft>
              </a:pPr>
              <a:r>
                <a:rPr sz="2050" b="1" lang="en-US">
                  <a:solidFill>
                    <a:srgbClr val="007D9D"/>
                  </a:solidFill>
                  <a:latin typeface="Arial"/>
                  <a:ea typeface="SimHei"/>
                </a:rPr>
                <a:t>SwiftFlow</a:t>
              </a:r>
            </a:p>
          </p:txBody>
        </p:sp>
        <p:sp>
          <p:nvSpPr>
            <p:cNvPr id="16" name="Text | Equipment, processes and execution"/>
            <p:cNvSpPr txBox="1"/>
            <p:nvPr/>
          </p:nvSpPr>
          <p:spPr>
            <a:xfrm>
              <a:off x="711200" y="5566728"/>
              <a:ext cx="4127500" cy="280924"/>
            </a:xfrm>
            <a:prstGeom prst="rect">
              <a:avLst/>
            </a:prstGeom>
            <a:noFill/>
          </p:spPr>
          <p:txBody>
            <a:bodyPr wrap="none" lIns="0" rIns="0" tIns="0" bIns="0" anchor="t" anchorCtr="0">
              <a:noAutofit/>
            </a:bodyPr>
            <a:lstStyle/>
            <a:p>
              <a:pPr algn="ctr">
                <a:lnSpc>
                  <a:spcPts val="1722"/>
                </a:lnSpc>
                <a:spcBef>
                  <a:spcPts val="0"/>
                </a:spcBef>
                <a:spcAft>
                  <a:spcPts val="0"/>
                </a:spcAft>
              </a:pPr>
              <a:r>
                <a:rPr sz="1400" b="0" lang="en-US">
                  <a:solidFill>
                    <a:srgbClr val="4C6B83"/>
                  </a:solidFill>
                  <a:latin typeface="Arial"/>
                  <a:ea typeface="SimHei"/>
                </a:rPr>
                <a:t>Equipment, processes and execution</a:t>
              </a:r>
            </a:p>
          </p:txBody>
        </p:sp>
      </p:grpSp>
      <p:grpSp>
        <p:nvGrpSpPr>
          <p:cNvPr id="17" name="Node | HawkeyePlus"/>
          <p:cNvGrpSpPr/>
          <p:nvPr/>
        </p:nvGrpSpPr>
        <p:grpSpPr>
          <a:xfrm>
            <a:off x="7137400" y="3145367"/>
            <a:ext cx="4127500" cy="2702285"/>
            <a:chOff x="7137400" y="3145367"/>
            <a:chExt cx="4127500" cy="2702285"/>
          </a:xfrm>
        </p:grpSpPr>
        <p:pic>
          <p:nvPicPr>
            <p:cNvPr id="18" name="Picture | Independent image" descr="0e1cacdd2dd64d49c68307ca39c10d929dcfdd478b4480a29a0805d6b17ec43b.png"/>
            <p:cNvPicPr>
              <a:picLocks noChangeAspect="1"/>
            </p:cNvPicPr>
            <p:nvPr/>
          </p:nvPicPr>
          <p:blipFill>
            <a:blip r:embed="rId4"/>
            <a:stretch>
              <a:fillRect/>
            </a:stretch>
          </p:blipFill>
          <p:spPr>
            <a:xfrm>
              <a:off x="7137400" y="3145367"/>
              <a:ext cx="4127500" cy="1926167"/>
            </a:xfrm>
            <a:prstGeom prst="rect">
              <a:avLst/>
            </a:prstGeom>
          </p:spPr>
        </p:pic>
        <p:sp>
          <p:nvSpPr>
            <p:cNvPr id="19" name="Text | HawkeyePlus"/>
            <p:cNvSpPr txBox="1"/>
            <p:nvPr/>
          </p:nvSpPr>
          <p:spPr>
            <a:xfrm>
              <a:off x="7137400" y="5174488"/>
              <a:ext cx="4127500" cy="411353"/>
            </a:xfrm>
            <a:prstGeom prst="rect">
              <a:avLst/>
            </a:prstGeom>
            <a:noFill/>
          </p:spPr>
          <p:txBody>
            <a:bodyPr wrap="none" lIns="0" rIns="0" tIns="0" bIns="0" anchor="t" anchorCtr="0">
              <a:noAutofit/>
            </a:bodyPr>
            <a:lstStyle/>
            <a:p>
              <a:pPr algn="ctr">
                <a:lnSpc>
                  <a:spcPts val="2521"/>
                </a:lnSpc>
                <a:spcBef>
                  <a:spcPts val="0"/>
                </a:spcBef>
                <a:spcAft>
                  <a:spcPts val="0"/>
                </a:spcAft>
              </a:pPr>
              <a:r>
                <a:rPr sz="2050" b="1" lang="en-US">
                  <a:solidFill>
                    <a:srgbClr val="087F79"/>
                  </a:solidFill>
                  <a:latin typeface="Arial"/>
                  <a:ea typeface="SimHei"/>
                </a:rPr>
                <a:t>HawkeyePlus</a:t>
              </a:r>
            </a:p>
          </p:txBody>
        </p:sp>
        <p:sp>
          <p:nvSpPr>
            <p:cNvPr id="20" name="Text | Data, models and validation"/>
            <p:cNvSpPr txBox="1"/>
            <p:nvPr/>
          </p:nvSpPr>
          <p:spPr>
            <a:xfrm>
              <a:off x="7137400" y="5566728"/>
              <a:ext cx="4127500" cy="280924"/>
            </a:xfrm>
            <a:prstGeom prst="rect">
              <a:avLst/>
            </a:prstGeom>
            <a:noFill/>
          </p:spPr>
          <p:txBody>
            <a:bodyPr wrap="none" lIns="0" rIns="0" tIns="0" bIns="0" anchor="t" anchorCtr="0">
              <a:noAutofit/>
            </a:bodyPr>
            <a:lstStyle/>
            <a:p>
              <a:pPr algn="ctr">
                <a:lnSpc>
                  <a:spcPts val="1722"/>
                </a:lnSpc>
                <a:spcBef>
                  <a:spcPts val="0"/>
                </a:spcBef>
                <a:spcAft>
                  <a:spcPts val="0"/>
                </a:spcAft>
              </a:pPr>
              <a:r>
                <a:rPr sz="1400" b="0" lang="en-US">
                  <a:solidFill>
                    <a:srgbClr val="4C6B83"/>
                  </a:solidFill>
                  <a:latin typeface="Arial"/>
                  <a:ea typeface="SimHei"/>
                </a:rPr>
                <a:t>Data, models and validation</a:t>
              </a:r>
            </a:p>
          </p:txBody>
        </p:sp>
      </p:grpSp>
      <p:cxnSp>
        <p:nvCxnSpPr>
          <p:cNvPr id="21" name="Connector | 3"/>
          <p:cNvCxnSpPr/>
          <p:nvPr/>
        </p:nvCxnSpPr>
        <p:spPr>
          <a:xfrm>
            <a:off x="5022850" y="4121150"/>
            <a:ext cx="2095500" cy="0"/>
          </a:xfrm>
          <a:prstGeom prst="line">
            <a:avLst/>
          </a:prstGeom>
          <a:ln w="12700" cap="rnd">
            <a:solidFill>
              <a:srgbClr val="C6D8EB"/>
            </a:solidFill>
            <a:round/>
          </a:ln>
        </p:spPr>
        <p:style>
          <a:lnRef idx="2">
            <a:schemeClr val="accent1"/>
          </a:lnRef>
          <a:fillRef idx="0">
            <a:schemeClr val="accent1"/>
          </a:fillRef>
          <a:effectRef idx="1">
            <a:schemeClr val="accent1"/>
          </a:effectRef>
          <a:fontRef idx="minor">
            <a:schemeClr val="tx1"/>
          </a:fontRef>
        </p:style>
      </p:cxnSp>
      <p:sp>
        <p:nvSpPr>
          <p:cNvPr id="22" name="Circle | 1"/>
          <p:cNvSpPr/>
          <p:nvPr/>
        </p:nvSpPr>
        <p:spPr>
          <a:xfrm>
            <a:off x="5778500" y="3816350"/>
            <a:ext cx="609600" cy="609600"/>
          </a:xfrm>
          <a:prstGeom prst="ellipse">
            <a:avLst/>
          </a:prstGeom>
          <a:solidFill>
            <a:srgbClr val="E9F1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 | +"/>
          <p:cNvSpPr txBox="1"/>
          <p:nvPr/>
        </p:nvSpPr>
        <p:spPr>
          <a:xfrm>
            <a:off x="5803900" y="3928364"/>
            <a:ext cx="558800" cy="491617"/>
          </a:xfrm>
          <a:prstGeom prst="rect">
            <a:avLst/>
          </a:prstGeom>
          <a:noFill/>
        </p:spPr>
        <p:txBody>
          <a:bodyPr wrap="none" lIns="0" rIns="0" tIns="0" bIns="0" anchor="t" anchorCtr="0">
            <a:noAutofit/>
          </a:bodyPr>
          <a:lstStyle/>
          <a:p>
            <a:pPr algn="ctr">
              <a:lnSpc>
                <a:spcPts val="3013"/>
              </a:lnSpc>
              <a:spcBef>
                <a:spcPts val="0"/>
              </a:spcBef>
              <a:spcAft>
                <a:spcPts val="0"/>
              </a:spcAft>
            </a:pPr>
            <a:r>
              <a:rPr sz="2450" b="1" lang="en-US">
                <a:solidFill>
                  <a:srgbClr val="007D9D"/>
                </a:solidFill>
                <a:latin typeface="Arial"/>
                <a:ea typeface="SimHei"/>
              </a:rPr>
              <a:t>+</a:t>
            </a:r>
          </a:p>
        </p:txBody>
      </p:sp>
      <p:sp>
        <p:nvSpPr>
          <p:cNvPr id="24" name="Text | From hardware design to algorithms and production workflows"/>
          <p:cNvSpPr txBox="1"/>
          <p:nvPr/>
        </p:nvSpPr>
        <p:spPr>
          <a:xfrm>
            <a:off x="552450" y="6113399"/>
            <a:ext cx="9588500" cy="290957"/>
          </a:xfrm>
          <a:prstGeom prst="rect">
            <a:avLst/>
          </a:prstGeom>
          <a:noFill/>
        </p:spPr>
        <p:txBody>
          <a:bodyPr wrap="none" lIns="0" rIns="0" tIns="0" bIns="0" anchor="t" anchorCtr="0">
            <a:noAutofit/>
          </a:bodyPr>
          <a:lstStyle/>
          <a:p>
            <a:pPr algn="l">
              <a:lnSpc>
                <a:spcPts val="1783"/>
              </a:lnSpc>
              <a:spcBef>
                <a:spcPts val="0"/>
              </a:spcBef>
              <a:spcAft>
                <a:spcPts val="0"/>
              </a:spcAft>
            </a:pPr>
            <a:r>
              <a:rPr sz="1450" b="0" lang="en-US">
                <a:solidFill>
                  <a:srgbClr val="4C6B83"/>
                </a:solidFill>
                <a:latin typeface="Arial"/>
                <a:ea typeface="SimHei"/>
              </a:rPr>
              <a:t>From hardware design to algorithms and production workflows</a:t>
            </a:r>
          </a:p>
        </p:txBody>
      </p:sp>
      <p:sp>
        <p:nvSpPr>
          <p:cNvPr id="25" name="Text | 2026.10"/>
          <p:cNvSpPr txBox="1"/>
          <p:nvPr/>
        </p:nvSpPr>
        <p:spPr>
          <a:xfrm>
            <a:off x="10553700" y="6141530"/>
            <a:ext cx="1079500" cy="230759"/>
          </a:xfrm>
          <a:prstGeom prst="rect">
            <a:avLst/>
          </a:prstGeom>
          <a:noFill/>
        </p:spPr>
        <p:txBody>
          <a:bodyPr wrap="none" lIns="0" rIns="0" tIns="0" bIns="0" anchor="t" anchorCtr="0">
            <a:noAutofit/>
          </a:bodyPr>
          <a:lstStyle/>
          <a:p>
            <a:pPr algn="r">
              <a:lnSpc>
                <a:spcPts val="1414"/>
              </a:lnSpc>
              <a:spcBef>
                <a:spcPts val="0"/>
              </a:spcBef>
              <a:spcAft>
                <a:spcPts val="0"/>
              </a:spcAft>
            </a:pPr>
            <a:r>
              <a:rPr sz="1150" b="0" lang="en-US">
                <a:solidFill>
                  <a:srgbClr val="4C6B83"/>
                </a:solidFill>
                <a:latin typeface="Arial"/>
                <a:ea typeface="SimHei"/>
              </a:rPr>
              <a:t>2026.10</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showMasterSp="0">
  <p:cSld>
    <p:bg>
      <p:bgPr>
        <a:solidFill>
          <a:srgbClr val="F5F9FF"/>
        </a:solidFill>
        <a:effectLst/>
      </p:bgPr>
    </p:bg>
    <p:spTree>
      <p:nvGrpSpPr>
        <p:cNvPr id="1" name=""/>
        <p:cNvGrpSpPr/>
        <p:nvPr/>
      </p:nvGrpSpPr>
      <p:grpSpPr/>
      <p:sp>
        <p:nvSpPr>
          <p:cNvPr id="2" name="Panel | 1"/>
          <p:cNvSpPr/>
          <p:nvPr/>
        </p:nvSpPr>
        <p:spPr>
          <a:xfrm>
            <a:off x="406400" y="342900"/>
            <a:ext cx="38100" cy="190500"/>
          </a:xfrm>
          <a:prstGeom prst="roundRect">
            <a:avLst>
              <a:gd name="adj" fmla="val 50000"/>
            </a:avLst>
          </a:prstGeom>
          <a:solidFill>
            <a:srgbClr val="007D9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 | ROADMAP / SWIFTFLOW + HAWKEYEPLUS"/>
          <p:cNvSpPr txBox="1"/>
          <p:nvPr/>
        </p:nvSpPr>
        <p:spPr>
          <a:xfrm>
            <a:off x="546100" y="356680"/>
            <a:ext cx="9525000" cy="230759"/>
          </a:xfrm>
          <a:prstGeom prst="rect">
            <a:avLst/>
          </a:prstGeom>
          <a:noFill/>
        </p:spPr>
        <p:txBody>
          <a:bodyPr wrap="none" lIns="0" rIns="0" tIns="0" bIns="0" anchor="t" anchorCtr="0">
            <a:noAutofit/>
          </a:bodyPr>
          <a:lstStyle/>
          <a:p>
            <a:pPr algn="l">
              <a:lnSpc>
                <a:spcPts val="1414"/>
              </a:lnSpc>
              <a:spcBef>
                <a:spcPts val="0"/>
              </a:spcBef>
              <a:spcAft>
                <a:spcPts val="0"/>
              </a:spcAft>
            </a:pPr>
            <a:r>
              <a:rPr sz="1150" b="1" lang="en-US">
                <a:solidFill>
                  <a:srgbClr val="4C6B83"/>
                </a:solidFill>
                <a:latin typeface="Arial"/>
                <a:ea typeface="SimHei"/>
              </a:rPr>
              <a:t>ROADMAP / SWIFTFLOW + HAWKEYEPLUS</a:t>
            </a:r>
          </a:p>
        </p:txBody>
      </p:sp>
      <p:pic>
        <p:nvPicPr>
          <p:cNvPr id="4" name="Picture | Independent image" descr="139ef02520a55c1aaee95c1d6e7f5f730beac004ebb72c9c012b0f76513ab85e.png"/>
          <p:cNvPicPr>
            <a:picLocks noChangeAspect="1"/>
          </p:cNvPicPr>
          <p:nvPr/>
        </p:nvPicPr>
        <p:blipFill>
          <a:blip r:embed="rId2"/>
          <a:stretch>
            <a:fillRect/>
          </a:stretch>
        </p:blipFill>
        <p:spPr>
          <a:xfrm>
            <a:off x="11061700" y="325755"/>
            <a:ext cx="704850" cy="281940"/>
          </a:xfrm>
          <a:prstGeom prst="rect">
            <a:avLst/>
          </a:prstGeom>
        </p:spPr>
      </p:pic>
      <p:sp>
        <p:nvSpPr>
          <p:cNvPr id="5" name="Text | Presentation Roadmap"/>
          <p:cNvSpPr txBox="1"/>
          <p:nvPr/>
        </p:nvSpPr>
        <p:spPr>
          <a:xfrm>
            <a:off x="406400" y="599376"/>
            <a:ext cx="11303000" cy="571881"/>
          </a:xfrm>
          <a:prstGeom prst="rect">
            <a:avLst/>
          </a:prstGeom>
          <a:noFill/>
        </p:spPr>
        <p:txBody>
          <a:bodyPr wrap="none" lIns="0" rIns="0" tIns="0" bIns="0" anchor="t" anchorCtr="0">
            <a:noAutofit/>
          </a:bodyPr>
          <a:lstStyle/>
          <a:p>
            <a:pPr algn="l">
              <a:lnSpc>
                <a:spcPts val="3505"/>
              </a:lnSpc>
              <a:spcBef>
                <a:spcPts val="0"/>
              </a:spcBef>
              <a:spcAft>
                <a:spcPts val="0"/>
              </a:spcAft>
            </a:pPr>
            <a:r>
              <a:rPr sz="2850" b="1" lang="en-US">
                <a:solidFill>
                  <a:srgbClr val="082D48"/>
                </a:solidFill>
                <a:latin typeface="Arial"/>
                <a:ea typeface="SimHei"/>
              </a:rPr>
              <a:t>Presentation Roadmap</a:t>
            </a:r>
          </a:p>
        </p:txBody>
      </p:sp>
      <p:sp>
        <p:nvSpPr>
          <p:cNvPr id="6" name="Text | Start with a shared method, then explore the two platforms and their handoff"/>
          <p:cNvSpPr txBox="1"/>
          <p:nvPr/>
        </p:nvSpPr>
        <p:spPr>
          <a:xfrm>
            <a:off x="425450" y="1064578"/>
            <a:ext cx="11239500" cy="280924"/>
          </a:xfrm>
          <a:prstGeom prst="rect">
            <a:avLst/>
          </a:prstGeom>
          <a:noFill/>
        </p:spPr>
        <p:txBody>
          <a:bodyPr wrap="none" lIns="0" rIns="0" tIns="0" bIns="0" anchor="t" anchorCtr="0">
            <a:noAutofit/>
          </a:bodyPr>
          <a:lstStyle/>
          <a:p>
            <a:pPr algn="l">
              <a:lnSpc>
                <a:spcPts val="1722"/>
              </a:lnSpc>
              <a:spcBef>
                <a:spcPts val="0"/>
              </a:spcBef>
              <a:spcAft>
                <a:spcPts val="0"/>
              </a:spcAft>
            </a:pPr>
            <a:r>
              <a:rPr sz="1400" b="0" lang="en-US">
                <a:solidFill>
                  <a:srgbClr val="4C6B83"/>
                </a:solidFill>
                <a:latin typeface="Arial"/>
                <a:ea typeface="SimHei"/>
              </a:rPr>
              <a:t>Start with a shared method, then explore the two platforms and their handoff</a:t>
            </a:r>
          </a:p>
        </p:txBody>
      </p:sp>
      <p:cxnSp>
        <p:nvCxnSpPr>
          <p:cNvPr id="7" name="Connector | 1"/>
          <p:cNvCxnSpPr/>
          <p:nvPr/>
        </p:nvCxnSpPr>
        <p:spPr>
          <a:xfrm>
            <a:off x="406400" y="6521450"/>
            <a:ext cx="11379200" cy="0"/>
          </a:xfrm>
          <a:prstGeom prst="line">
            <a:avLst/>
          </a:prstGeom>
          <a:ln w="6350" cap="rnd">
            <a:solidFill>
              <a:srgbClr val="C6D8EB"/>
            </a:solidFill>
            <a:round/>
          </a:ln>
        </p:spPr>
        <p:style>
          <a:lnRef idx="2">
            <a:schemeClr val="accent1"/>
          </a:lnRef>
          <a:fillRef idx="0">
            <a:schemeClr val="accent1"/>
          </a:fillRef>
          <a:effectRef idx="1">
            <a:schemeClr val="accent1"/>
          </a:effectRef>
          <a:fontRef idx="minor">
            <a:schemeClr val="tx1"/>
          </a:fontRef>
        </p:style>
      </p:cxnSp>
      <p:sp>
        <p:nvSpPr>
          <p:cNvPr id="8" name="Text | SwiftFlow + HawkeyePlus  |  Industrial Vision Engineering"/>
          <p:cNvSpPr txBox="1"/>
          <p:nvPr/>
        </p:nvSpPr>
        <p:spPr>
          <a:xfrm>
            <a:off x="412750" y="6607238"/>
            <a:ext cx="8255000" cy="160528"/>
          </a:xfrm>
          <a:prstGeom prst="rect">
            <a:avLst/>
          </a:prstGeom>
          <a:noFill/>
        </p:spPr>
        <p:txBody>
          <a:bodyPr wrap="none" lIns="0" rIns="0" tIns="0" bIns="0" anchor="t" anchorCtr="0">
            <a:noAutofit/>
          </a:bodyPr>
          <a:lstStyle/>
          <a:p>
            <a:pPr algn="l">
              <a:lnSpc>
                <a:spcPts val="984"/>
              </a:lnSpc>
              <a:spcBef>
                <a:spcPts val="0"/>
              </a:spcBef>
              <a:spcAft>
                <a:spcPts val="0"/>
              </a:spcAft>
            </a:pPr>
            <a:r>
              <a:rPr sz="800" b="0" lang="en-US">
                <a:solidFill>
                  <a:srgbClr val="4C6B83"/>
                </a:solidFill>
                <a:latin typeface="Arial"/>
                <a:ea typeface="SimHei"/>
              </a:rPr>
              <a:t>SwiftFlow + HawkeyePlus  |  Industrial Vision Engineering</a:t>
            </a:r>
          </a:p>
        </p:txBody>
      </p:sp>
      <p:sp>
        <p:nvSpPr>
          <p:cNvPr id="9" name="Text | WD CONFIDENTIAL"/>
          <p:cNvSpPr txBox="1"/>
          <p:nvPr/>
        </p:nvSpPr>
        <p:spPr>
          <a:xfrm>
            <a:off x="8559800" y="6613017"/>
            <a:ext cx="2540000" cy="150495"/>
          </a:xfrm>
          <a:prstGeom prst="rect">
            <a:avLst/>
          </a:prstGeom>
          <a:noFill/>
        </p:spPr>
        <p:txBody>
          <a:bodyPr wrap="none" lIns="0" rIns="0" tIns="0" bIns="0" anchor="t" anchorCtr="0">
            <a:noAutofit/>
          </a:bodyPr>
          <a:lstStyle/>
          <a:p>
            <a:pPr algn="r">
              <a:lnSpc>
                <a:spcPts val="922"/>
              </a:lnSpc>
              <a:spcBef>
                <a:spcPts val="0"/>
              </a:spcBef>
              <a:spcAft>
                <a:spcPts val="0"/>
              </a:spcAft>
            </a:pPr>
            <a:r>
              <a:rPr sz="750" b="0" lang="en-US">
                <a:solidFill>
                  <a:srgbClr val="4C6B83"/>
                </a:solidFill>
                <a:latin typeface="Arial"/>
                <a:ea typeface="SimHei"/>
              </a:rPr>
              <a:t>WD CONFIDENTIAL</a:t>
            </a:r>
          </a:p>
        </p:txBody>
      </p:sp>
      <p:sp>
        <p:nvSpPr>
          <p:cNvPr id="10" name="Text | 02 / 20"/>
          <p:cNvSpPr txBox="1"/>
          <p:nvPr/>
        </p:nvSpPr>
        <p:spPr>
          <a:xfrm>
            <a:off x="11137900" y="6607238"/>
            <a:ext cx="635000" cy="160528"/>
          </a:xfrm>
          <a:prstGeom prst="rect">
            <a:avLst/>
          </a:prstGeom>
          <a:noFill/>
        </p:spPr>
        <p:txBody>
          <a:bodyPr wrap="none" lIns="0" rIns="0" tIns="0" bIns="0" anchor="t" anchorCtr="0">
            <a:noAutofit/>
          </a:bodyPr>
          <a:lstStyle/>
          <a:p>
            <a:pPr algn="r">
              <a:lnSpc>
                <a:spcPts val="984"/>
              </a:lnSpc>
              <a:spcBef>
                <a:spcPts val="0"/>
              </a:spcBef>
              <a:spcAft>
                <a:spcPts val="0"/>
              </a:spcAft>
            </a:pPr>
            <a:r>
              <a:rPr sz="800" b="0" lang="en-US">
                <a:solidFill>
                  <a:srgbClr val="4C6B83"/>
                </a:solidFill>
                <a:latin typeface="Arial"/>
                <a:ea typeface="SimHei"/>
              </a:rPr>
              <a:t>02 / 20</a:t>
            </a:r>
          </a:p>
        </p:txBody>
      </p:sp>
      <p:grpSp>
        <p:nvGrpSpPr>
          <p:cNvPr id="11" name="Node | Vision &amp; Rationale"/>
          <p:cNvGrpSpPr/>
          <p:nvPr/>
        </p:nvGrpSpPr>
        <p:grpSpPr>
          <a:xfrm>
            <a:off x="406400" y="1555750"/>
            <a:ext cx="5549900" cy="1905000"/>
            <a:chOff x="406400" y="1555750"/>
            <a:chExt cx="5549900" cy="1905000"/>
          </a:xfrm>
        </p:grpSpPr>
        <p:sp>
          <p:nvSpPr>
            <p:cNvPr id="12" name="Panel | 2">
              <a:hlinkClick action="ppaction://hlinksldjump" r:id="rId8"/>
            </p:cNvPr>
            <p:cNvSpPr/>
            <p:nvPr/>
          </p:nvSpPr>
          <p:spPr>
            <a:xfrm>
              <a:off x="406400" y="1555750"/>
              <a:ext cx="5549900" cy="1905000"/>
            </a:xfrm>
            <a:prstGeom prst="roundRect">
              <a:avLst>
                <a:gd name="adj" fmla="val 6666"/>
              </a:avLst>
            </a:prstGeom>
            <a:solidFill>
              <a:srgbClr val="FFFFFF"/>
            </a:solidFill>
            <a:ln w="6350" cap="rnd">
              <a:solidFill>
                <a:srgbClr val="C6D8EB"/>
              </a:solidFill>
              <a:round/>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 | 01">
              <a:hlinkClick action="ppaction://hlinksldjump" r:id="rId8"/>
            </p:cNvPr>
            <p:cNvSpPr txBox="1"/>
            <p:nvPr/>
          </p:nvSpPr>
          <p:spPr>
            <a:xfrm>
              <a:off x="577850" y="1683194"/>
              <a:ext cx="609600" cy="431419"/>
            </a:xfrm>
            <a:prstGeom prst="rect">
              <a:avLst/>
            </a:prstGeom>
            <a:noFill/>
          </p:spPr>
          <p:txBody>
            <a:bodyPr wrap="none" lIns="0" rIns="0" tIns="0" bIns="0" anchor="t" anchorCtr="0">
              <a:noAutofit/>
            </a:bodyPr>
            <a:lstStyle/>
            <a:p>
              <a:pPr algn="l">
                <a:lnSpc>
                  <a:spcPts val="2644"/>
                </a:lnSpc>
                <a:spcBef>
                  <a:spcPts val="0"/>
                </a:spcBef>
                <a:spcAft>
                  <a:spcPts val="0"/>
                </a:spcAft>
              </a:pPr>
              <a:r>
                <a:rPr sz="2150" b="1" lang="en-US">
                  <a:solidFill>
                    <a:srgbClr val="007D9D"/>
                  </a:solidFill>
                  <a:latin typeface="Arial"/>
                  <a:ea typeface="SimHei"/>
                </a:rPr>
                <a:t>01</a:t>
              </a:r>
            </a:p>
          </p:txBody>
        </p:sp>
        <p:pic>
          <p:nvPicPr>
            <p:cNvPr id="14" name="Picture | Independent image" descr="085782651a052b950f6c4aa546074ea7e352e9df9e9ba1e1d1a63e6cbbeeaac3.png">
              <a:hlinkClick action="ppaction://hlinksldjump" r:id="rId8"/>
            </p:cNvPr>
            <p:cNvPicPr>
              <a:picLocks noChangeAspect="1"/>
            </p:cNvPicPr>
            <p:nvPr/>
          </p:nvPicPr>
          <p:blipFill>
            <a:blip r:embed="rId3"/>
            <a:stretch>
              <a:fillRect/>
            </a:stretch>
          </p:blipFill>
          <p:spPr>
            <a:xfrm>
              <a:off x="584777" y="2089150"/>
              <a:ext cx="1281545" cy="1174750"/>
            </a:xfrm>
            <a:prstGeom prst="rect">
              <a:avLst/>
            </a:prstGeom>
          </p:spPr>
        </p:pic>
        <p:sp>
          <p:nvSpPr>
            <p:cNvPr id="15" name="Text | Vision &amp; Rationale">
              <a:hlinkClick action="ppaction://hlinksldjump" r:id="rId8"/>
            </p:cNvPr>
            <p:cNvSpPr txBox="1"/>
            <p:nvPr/>
          </p:nvSpPr>
          <p:spPr>
            <a:xfrm>
              <a:off x="2044700" y="1786953"/>
              <a:ext cx="3714750" cy="361188"/>
            </a:xfrm>
            <a:prstGeom prst="rect">
              <a:avLst/>
            </a:prstGeom>
            <a:noFill/>
          </p:spPr>
          <p:txBody>
            <a:bodyPr wrap="none" lIns="0" rIns="0" tIns="0" bIns="0" anchor="t" anchorCtr="0">
              <a:noAutofit/>
            </a:bodyPr>
            <a:lstStyle/>
            <a:p>
              <a:pPr algn="l">
                <a:lnSpc>
                  <a:spcPts val="2214"/>
                </a:lnSpc>
                <a:spcBef>
                  <a:spcPts val="0"/>
                </a:spcBef>
                <a:spcAft>
                  <a:spcPts val="0"/>
                </a:spcAft>
              </a:pPr>
              <a:r>
                <a:rPr sz="1800" b="1" lang="en-US">
                  <a:solidFill>
                    <a:srgbClr val="082D48"/>
                  </a:solidFill>
                  <a:latin typeface="Arial"/>
                  <a:ea typeface="SimHei"/>
                </a:rPr>
                <a:t>Vision &amp; Rationale</a:t>
              </a:r>
            </a:p>
          </p:txBody>
        </p:sp>
        <p:sp>
          <p:nvSpPr>
            <p:cNvPr id="16" name="Text | Establish a shared engineering method">
              <a:hlinkClick action="ppaction://hlinksldjump" r:id="rId8"/>
            </p:cNvPr>
            <p:cNvSpPr txBox="1"/>
            <p:nvPr/>
          </p:nvSpPr>
          <p:spPr>
            <a:xfrm>
              <a:off x="2044700" y="2194242"/>
              <a:ext cx="3714750" cy="270891"/>
            </a:xfrm>
            <a:prstGeom prst="rect">
              <a:avLst/>
            </a:prstGeom>
            <a:noFill/>
          </p:spPr>
          <p:txBody>
            <a:bodyPr wrap="none" lIns="0" rIns="0" tIns="0" bIns="0" anchor="t" anchorCtr="0">
              <a:noAutofit/>
            </a:bodyPr>
            <a:lstStyle/>
            <a:p>
              <a:pPr algn="l">
                <a:lnSpc>
                  <a:spcPts val="1660"/>
                </a:lnSpc>
                <a:spcBef>
                  <a:spcPts val="0"/>
                </a:spcBef>
                <a:spcAft>
                  <a:spcPts val="0"/>
                </a:spcAft>
              </a:pPr>
              <a:r>
                <a:rPr sz="1350" b="0" lang="en-US">
                  <a:solidFill>
                    <a:srgbClr val="4C6B83"/>
                  </a:solidFill>
                  <a:latin typeface="Arial"/>
                  <a:ea typeface="SimHei"/>
                </a:rPr>
                <a:t>Establish a shared engineering method</a:t>
              </a:r>
            </a:p>
          </p:txBody>
        </p:sp>
        <p:sp>
          <p:nvSpPr>
            <p:cNvPr id="17" name="Text | Platform roles">
              <a:hlinkClick action="ppaction://hlinksldjump" r:id="rId8"/>
            </p:cNvPr>
            <p:cNvSpPr txBox="1"/>
            <p:nvPr/>
          </p:nvSpPr>
          <p:spPr>
            <a:xfrm>
              <a:off x="2044700" y="2688971"/>
              <a:ext cx="2667000" cy="260858"/>
            </a:xfrm>
            <a:prstGeom prst="rect">
              <a:avLst/>
            </a:prstGeom>
            <a:noFill/>
          </p:spPr>
          <p:txBody>
            <a:bodyPr wrap="none" lIns="0" rIns="0" tIns="0" bIns="0" anchor="t" anchorCtr="0">
              <a:noAutofit/>
            </a:bodyPr>
            <a:lstStyle/>
            <a:p>
              <a:pPr algn="l">
                <a:lnSpc>
                  <a:spcPts val="1599"/>
                </a:lnSpc>
                <a:spcBef>
                  <a:spcPts val="0"/>
                </a:spcBef>
                <a:spcAft>
                  <a:spcPts val="0"/>
                </a:spcAft>
              </a:pPr>
              <a:r>
                <a:rPr sz="1300" b="0" lang="en-US">
                  <a:solidFill>
                    <a:srgbClr val="007D9D"/>
                  </a:solidFill>
                  <a:latin typeface="Arial"/>
                  <a:ea typeface="SimHei"/>
                </a:rPr>
                <a:t>Platform roles</a:t>
              </a:r>
            </a:p>
          </p:txBody>
        </p:sp>
        <p:sp>
          <p:nvSpPr>
            <p:cNvPr id="18" name="Text | Why standardize">
              <a:hlinkClick action="ppaction://hlinksldjump" r:id="rId8"/>
            </p:cNvPr>
            <p:cNvSpPr txBox="1"/>
            <p:nvPr/>
          </p:nvSpPr>
          <p:spPr>
            <a:xfrm>
              <a:off x="2044700" y="2968371"/>
              <a:ext cx="2667000" cy="260858"/>
            </a:xfrm>
            <a:prstGeom prst="rect">
              <a:avLst/>
            </a:prstGeom>
            <a:noFill/>
          </p:spPr>
          <p:txBody>
            <a:bodyPr wrap="none" lIns="0" rIns="0" tIns="0" bIns="0" anchor="t" anchorCtr="0">
              <a:noAutofit/>
            </a:bodyPr>
            <a:lstStyle/>
            <a:p>
              <a:pPr algn="l">
                <a:lnSpc>
                  <a:spcPts val="1599"/>
                </a:lnSpc>
                <a:spcBef>
                  <a:spcPts val="0"/>
                </a:spcBef>
                <a:spcAft>
                  <a:spcPts val="0"/>
                </a:spcAft>
              </a:pPr>
              <a:r>
                <a:rPr sz="1300" b="0" lang="en-US">
                  <a:solidFill>
                    <a:srgbClr val="007D9D"/>
                  </a:solidFill>
                  <a:latin typeface="Arial"/>
                  <a:ea typeface="SimHei"/>
                </a:rPr>
                <a:t>Why standardize</a:t>
              </a:r>
            </a:p>
          </p:txBody>
        </p:sp>
        <p:sp>
          <p:nvSpPr>
            <p:cNvPr id="19" name="Panel | 3">
              <a:hlinkClick action="ppaction://hlinksldjump" r:id="rId8"/>
            </p:cNvPr>
            <p:cNvSpPr/>
            <p:nvPr/>
          </p:nvSpPr>
          <p:spPr>
            <a:xfrm>
              <a:off x="4921250" y="3073400"/>
              <a:ext cx="838200" cy="241300"/>
            </a:xfrm>
            <a:prstGeom prst="roundRect">
              <a:avLst>
                <a:gd name="adj" fmla="val 26315"/>
              </a:avLst>
            </a:prstGeom>
            <a:solidFill>
              <a:srgbClr val="E5EF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 | 03–06">
              <a:hlinkClick action="ppaction://hlinksldjump" r:id="rId8"/>
            </p:cNvPr>
            <p:cNvSpPr txBox="1"/>
            <p:nvPr/>
          </p:nvSpPr>
          <p:spPr>
            <a:xfrm>
              <a:off x="4959350" y="3106230"/>
              <a:ext cx="762000" cy="230759"/>
            </a:xfrm>
            <a:prstGeom prst="rect">
              <a:avLst/>
            </a:prstGeom>
            <a:noFill/>
          </p:spPr>
          <p:txBody>
            <a:bodyPr wrap="none" lIns="0" rIns="0" tIns="0" bIns="0" anchor="t" anchorCtr="0">
              <a:noAutofit/>
            </a:bodyPr>
            <a:lstStyle/>
            <a:p>
              <a:pPr algn="ctr">
                <a:lnSpc>
                  <a:spcPts val="1414"/>
                </a:lnSpc>
                <a:spcBef>
                  <a:spcPts val="0"/>
                </a:spcBef>
                <a:spcAft>
                  <a:spcPts val="0"/>
                </a:spcAft>
              </a:pPr>
              <a:r>
                <a:rPr sz="1150" b="1" lang="en-US">
                  <a:solidFill>
                    <a:srgbClr val="007D9D"/>
                  </a:solidFill>
                  <a:latin typeface="Arial"/>
                  <a:ea typeface="SimHei"/>
                </a:rPr>
                <a:t>03–06</a:t>
              </a:r>
            </a:p>
          </p:txBody>
        </p:sp>
      </p:grpSp>
      <p:grpSp>
        <p:nvGrpSpPr>
          <p:cNvPr id="21" name="Node | SwiftFlow"/>
          <p:cNvGrpSpPr/>
          <p:nvPr/>
        </p:nvGrpSpPr>
        <p:grpSpPr>
          <a:xfrm>
            <a:off x="6235700" y="1555750"/>
            <a:ext cx="5549900" cy="1905000"/>
            <a:chOff x="6235700" y="1555750"/>
            <a:chExt cx="5549900" cy="1905000"/>
          </a:xfrm>
        </p:grpSpPr>
        <p:sp>
          <p:nvSpPr>
            <p:cNvPr id="22" name="Panel | 4">
              <a:hlinkClick action="ppaction://hlinksldjump" r:id="rId9"/>
            </p:cNvPr>
            <p:cNvSpPr/>
            <p:nvPr/>
          </p:nvSpPr>
          <p:spPr>
            <a:xfrm>
              <a:off x="6235700" y="1555750"/>
              <a:ext cx="5549900" cy="1905000"/>
            </a:xfrm>
            <a:prstGeom prst="roundRect">
              <a:avLst>
                <a:gd name="adj" fmla="val 6666"/>
              </a:avLst>
            </a:prstGeom>
            <a:solidFill>
              <a:srgbClr val="FFFFFF"/>
            </a:solidFill>
            <a:ln w="6350" cap="rnd">
              <a:solidFill>
                <a:srgbClr val="C6D8EB"/>
              </a:solidFill>
              <a:round/>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 | 02">
              <a:hlinkClick action="ppaction://hlinksldjump" r:id="rId9"/>
            </p:cNvPr>
            <p:cNvSpPr txBox="1"/>
            <p:nvPr/>
          </p:nvSpPr>
          <p:spPr>
            <a:xfrm>
              <a:off x="6407150" y="1683194"/>
              <a:ext cx="609600" cy="431419"/>
            </a:xfrm>
            <a:prstGeom prst="rect">
              <a:avLst/>
            </a:prstGeom>
            <a:noFill/>
          </p:spPr>
          <p:txBody>
            <a:bodyPr wrap="none" lIns="0" rIns="0" tIns="0" bIns="0" anchor="t" anchorCtr="0">
              <a:noAutofit/>
            </a:bodyPr>
            <a:lstStyle/>
            <a:p>
              <a:pPr algn="l">
                <a:lnSpc>
                  <a:spcPts val="2644"/>
                </a:lnSpc>
                <a:spcBef>
                  <a:spcPts val="0"/>
                </a:spcBef>
                <a:spcAft>
                  <a:spcPts val="0"/>
                </a:spcAft>
              </a:pPr>
              <a:r>
                <a:rPr sz="2150" b="1" lang="en-US">
                  <a:solidFill>
                    <a:srgbClr val="007D9D"/>
                  </a:solidFill>
                  <a:latin typeface="Arial"/>
                  <a:ea typeface="SimHei"/>
                </a:rPr>
                <a:t>02</a:t>
              </a:r>
            </a:p>
          </p:txBody>
        </p:sp>
        <p:pic>
          <p:nvPicPr>
            <p:cNvPr id="24" name="Picture | Independent image" descr="5f1bcf78ecb92f4492224ef45a833bd24f87b72940a435af1d4530231d53bab7.png">
              <a:hlinkClick action="ppaction://hlinksldjump" r:id="rId9"/>
            </p:cNvPr>
            <p:cNvPicPr>
              <a:picLocks noChangeAspect="1"/>
            </p:cNvPicPr>
            <p:nvPr/>
          </p:nvPicPr>
          <p:blipFill>
            <a:blip r:embed="rId4"/>
            <a:stretch>
              <a:fillRect/>
            </a:stretch>
          </p:blipFill>
          <p:spPr>
            <a:xfrm>
              <a:off x="6337300" y="2111736"/>
              <a:ext cx="1435100" cy="1129578"/>
            </a:xfrm>
            <a:prstGeom prst="rect">
              <a:avLst/>
            </a:prstGeom>
          </p:spPr>
        </p:pic>
        <p:sp>
          <p:nvSpPr>
            <p:cNvPr id="25" name="Text | SwiftFlow">
              <a:hlinkClick action="ppaction://hlinksldjump" r:id="rId9"/>
            </p:cNvPr>
            <p:cNvSpPr txBox="1"/>
            <p:nvPr/>
          </p:nvSpPr>
          <p:spPr>
            <a:xfrm>
              <a:off x="7874000" y="1786953"/>
              <a:ext cx="3714750" cy="361188"/>
            </a:xfrm>
            <a:prstGeom prst="rect">
              <a:avLst/>
            </a:prstGeom>
            <a:noFill/>
          </p:spPr>
          <p:txBody>
            <a:bodyPr wrap="none" lIns="0" rIns="0" tIns="0" bIns="0" anchor="t" anchorCtr="0">
              <a:noAutofit/>
            </a:bodyPr>
            <a:lstStyle/>
            <a:p>
              <a:pPr algn="l">
                <a:lnSpc>
                  <a:spcPts val="2214"/>
                </a:lnSpc>
                <a:spcBef>
                  <a:spcPts val="0"/>
                </a:spcBef>
                <a:spcAft>
                  <a:spcPts val="0"/>
                </a:spcAft>
              </a:pPr>
              <a:r>
                <a:rPr sz="1800" b="1" lang="en-US">
                  <a:solidFill>
                    <a:srgbClr val="082D48"/>
                  </a:solidFill>
                  <a:latin typeface="Arial"/>
                  <a:ea typeface="SimHei"/>
                </a:rPr>
                <a:t>SwiftFlow</a:t>
              </a:r>
            </a:p>
          </p:txBody>
        </p:sp>
        <p:sp>
          <p:nvSpPr>
            <p:cNvPr id="26" name="Text | Equipment, workflows and algorithm execution">
              <a:hlinkClick action="ppaction://hlinksldjump" r:id="rId9"/>
            </p:cNvPr>
            <p:cNvSpPr txBox="1"/>
            <p:nvPr/>
          </p:nvSpPr>
          <p:spPr>
            <a:xfrm>
              <a:off x="7874000" y="2194242"/>
              <a:ext cx="3714750" cy="270891"/>
            </a:xfrm>
            <a:prstGeom prst="rect">
              <a:avLst/>
            </a:prstGeom>
            <a:noFill/>
          </p:spPr>
          <p:txBody>
            <a:bodyPr wrap="none" lIns="0" rIns="0" tIns="0" bIns="0" anchor="t" anchorCtr="0">
              <a:noAutofit/>
            </a:bodyPr>
            <a:lstStyle/>
            <a:p>
              <a:pPr algn="l">
                <a:lnSpc>
                  <a:spcPts val="1660"/>
                </a:lnSpc>
                <a:spcBef>
                  <a:spcPts val="0"/>
                </a:spcBef>
                <a:spcAft>
                  <a:spcPts val="0"/>
                </a:spcAft>
              </a:pPr>
              <a:r>
                <a:rPr sz="1350" b="0" lang="en-US">
                  <a:solidFill>
                    <a:srgbClr val="4C6B83"/>
                  </a:solidFill>
                  <a:latin typeface="Arial"/>
                  <a:ea typeface="SimHei"/>
                </a:rPr>
                <a:t>Equipment, workflows and algorithm execution</a:t>
              </a:r>
            </a:p>
          </p:txBody>
        </p:sp>
        <p:sp>
          <p:nvSpPr>
            <p:cNvPr id="27" name="Text | Equipment integration">
              <a:hlinkClick action="ppaction://hlinksldjump" r:id="rId9"/>
            </p:cNvPr>
            <p:cNvSpPr txBox="1"/>
            <p:nvPr/>
          </p:nvSpPr>
          <p:spPr>
            <a:xfrm>
              <a:off x="7874000" y="2688971"/>
              <a:ext cx="2667000" cy="260858"/>
            </a:xfrm>
            <a:prstGeom prst="rect">
              <a:avLst/>
            </a:prstGeom>
            <a:noFill/>
          </p:spPr>
          <p:txBody>
            <a:bodyPr wrap="none" lIns="0" rIns="0" tIns="0" bIns="0" anchor="t" anchorCtr="0">
              <a:noAutofit/>
            </a:bodyPr>
            <a:lstStyle/>
            <a:p>
              <a:pPr algn="l">
                <a:lnSpc>
                  <a:spcPts val="1599"/>
                </a:lnSpc>
                <a:spcBef>
                  <a:spcPts val="0"/>
                </a:spcBef>
                <a:spcAft>
                  <a:spcPts val="0"/>
                </a:spcAft>
              </a:pPr>
              <a:r>
                <a:rPr sz="1300" b="0" lang="en-US">
                  <a:solidFill>
                    <a:srgbClr val="007D9D"/>
                  </a:solidFill>
                  <a:latin typeface="Arial"/>
                  <a:ea typeface="SimHei"/>
                </a:rPr>
                <a:t>Equipment integration</a:t>
              </a:r>
            </a:p>
          </p:txBody>
        </p:sp>
        <p:sp>
          <p:nvSpPr>
            <p:cNvPr id="28" name="Text | Workflow design">
              <a:hlinkClick action="ppaction://hlinksldjump" r:id="rId9"/>
            </p:cNvPr>
            <p:cNvSpPr txBox="1"/>
            <p:nvPr/>
          </p:nvSpPr>
          <p:spPr>
            <a:xfrm>
              <a:off x="7874000" y="2968371"/>
              <a:ext cx="2667000" cy="260858"/>
            </a:xfrm>
            <a:prstGeom prst="rect">
              <a:avLst/>
            </a:prstGeom>
            <a:noFill/>
          </p:spPr>
          <p:txBody>
            <a:bodyPr wrap="none" lIns="0" rIns="0" tIns="0" bIns="0" anchor="t" anchorCtr="0">
              <a:noAutofit/>
            </a:bodyPr>
            <a:lstStyle/>
            <a:p>
              <a:pPr algn="l">
                <a:lnSpc>
                  <a:spcPts val="1599"/>
                </a:lnSpc>
                <a:spcBef>
                  <a:spcPts val="0"/>
                </a:spcBef>
                <a:spcAft>
                  <a:spcPts val="0"/>
                </a:spcAft>
              </a:pPr>
              <a:r>
                <a:rPr sz="1300" b="0" lang="en-US">
                  <a:solidFill>
                    <a:srgbClr val="007D9D"/>
                  </a:solidFill>
                  <a:latin typeface="Arial"/>
                  <a:ea typeface="SimHei"/>
                </a:rPr>
                <a:t>Workflow design</a:t>
              </a:r>
            </a:p>
          </p:txBody>
        </p:sp>
        <p:sp>
          <p:nvSpPr>
            <p:cNvPr id="29" name="Panel | 5">
              <a:hlinkClick action="ppaction://hlinksldjump" r:id="rId9"/>
            </p:cNvPr>
            <p:cNvSpPr/>
            <p:nvPr/>
          </p:nvSpPr>
          <p:spPr>
            <a:xfrm>
              <a:off x="10750550" y="3073400"/>
              <a:ext cx="838200" cy="241300"/>
            </a:xfrm>
            <a:prstGeom prst="roundRect">
              <a:avLst>
                <a:gd name="adj" fmla="val 26315"/>
              </a:avLst>
            </a:prstGeom>
            <a:solidFill>
              <a:srgbClr val="E5EF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 | 07–10">
              <a:hlinkClick action="ppaction://hlinksldjump" r:id="rId9"/>
            </p:cNvPr>
            <p:cNvSpPr txBox="1"/>
            <p:nvPr/>
          </p:nvSpPr>
          <p:spPr>
            <a:xfrm>
              <a:off x="10788650" y="3106230"/>
              <a:ext cx="762000" cy="230759"/>
            </a:xfrm>
            <a:prstGeom prst="rect">
              <a:avLst/>
            </a:prstGeom>
            <a:noFill/>
          </p:spPr>
          <p:txBody>
            <a:bodyPr wrap="none" lIns="0" rIns="0" tIns="0" bIns="0" anchor="t" anchorCtr="0">
              <a:noAutofit/>
            </a:bodyPr>
            <a:lstStyle/>
            <a:p>
              <a:pPr algn="ctr">
                <a:lnSpc>
                  <a:spcPts val="1414"/>
                </a:lnSpc>
                <a:spcBef>
                  <a:spcPts val="0"/>
                </a:spcBef>
                <a:spcAft>
                  <a:spcPts val="0"/>
                </a:spcAft>
              </a:pPr>
              <a:r>
                <a:rPr sz="1150" b="1" lang="en-US">
                  <a:solidFill>
                    <a:srgbClr val="007D9D"/>
                  </a:solidFill>
                  <a:latin typeface="Arial"/>
                  <a:ea typeface="SimHei"/>
                </a:rPr>
                <a:t>07–10</a:t>
              </a:r>
            </a:p>
          </p:txBody>
        </p:sp>
      </p:grpSp>
      <p:grpSp>
        <p:nvGrpSpPr>
          <p:cNvPr id="31" name="Node | HawkeyePlus"/>
          <p:cNvGrpSpPr/>
          <p:nvPr/>
        </p:nvGrpSpPr>
        <p:grpSpPr>
          <a:xfrm>
            <a:off x="406400" y="3651250"/>
            <a:ext cx="5549900" cy="1905000"/>
            <a:chOff x="406400" y="3651250"/>
            <a:chExt cx="5549900" cy="1905000"/>
          </a:xfrm>
        </p:grpSpPr>
        <p:sp>
          <p:nvSpPr>
            <p:cNvPr id="32" name="Panel | 6">
              <a:hlinkClick action="ppaction://hlinksldjump" r:id="rId10"/>
            </p:cNvPr>
            <p:cNvSpPr/>
            <p:nvPr/>
          </p:nvSpPr>
          <p:spPr>
            <a:xfrm>
              <a:off x="406400" y="3651250"/>
              <a:ext cx="5549900" cy="1905000"/>
            </a:xfrm>
            <a:prstGeom prst="roundRect">
              <a:avLst>
                <a:gd name="adj" fmla="val 6666"/>
              </a:avLst>
            </a:prstGeom>
            <a:solidFill>
              <a:srgbClr val="FFFFFF"/>
            </a:solidFill>
            <a:ln w="6350" cap="rnd">
              <a:solidFill>
                <a:srgbClr val="C6D8EB"/>
              </a:solidFill>
              <a:round/>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 | 03">
              <a:hlinkClick action="ppaction://hlinksldjump" r:id="rId10"/>
            </p:cNvPr>
            <p:cNvSpPr txBox="1"/>
            <p:nvPr/>
          </p:nvSpPr>
          <p:spPr>
            <a:xfrm>
              <a:off x="577850" y="3778695"/>
              <a:ext cx="609600" cy="431419"/>
            </a:xfrm>
            <a:prstGeom prst="rect">
              <a:avLst/>
            </a:prstGeom>
            <a:noFill/>
          </p:spPr>
          <p:txBody>
            <a:bodyPr wrap="none" lIns="0" rIns="0" tIns="0" bIns="0" anchor="t" anchorCtr="0">
              <a:noAutofit/>
            </a:bodyPr>
            <a:lstStyle/>
            <a:p>
              <a:pPr algn="l">
                <a:lnSpc>
                  <a:spcPts val="2644"/>
                </a:lnSpc>
                <a:spcBef>
                  <a:spcPts val="0"/>
                </a:spcBef>
                <a:spcAft>
                  <a:spcPts val="0"/>
                </a:spcAft>
              </a:pPr>
              <a:r>
                <a:rPr sz="2150" b="1" lang="en-US">
                  <a:solidFill>
                    <a:srgbClr val="007D9D"/>
                  </a:solidFill>
                  <a:latin typeface="Arial"/>
                  <a:ea typeface="SimHei"/>
                </a:rPr>
                <a:t>03</a:t>
              </a:r>
            </a:p>
          </p:txBody>
        </p:sp>
        <p:pic>
          <p:nvPicPr>
            <p:cNvPr id="34" name="Picture | Independent image" descr="0e1cacdd2dd64d49c68307ca39c10d929dcfdd478b4480a29a0805d6b17ec43b.png">
              <a:hlinkClick action="ppaction://hlinksldjump" r:id="rId10"/>
            </p:cNvPr>
            <p:cNvPicPr>
              <a:picLocks noChangeAspect="1"/>
            </p:cNvPicPr>
            <p:nvPr/>
          </p:nvPicPr>
          <p:blipFill>
            <a:blip r:embed="rId5"/>
            <a:stretch>
              <a:fillRect/>
            </a:stretch>
          </p:blipFill>
          <p:spPr>
            <a:xfrm>
              <a:off x="508000" y="4437168"/>
              <a:ext cx="1435100" cy="669713"/>
            </a:xfrm>
            <a:prstGeom prst="rect">
              <a:avLst/>
            </a:prstGeom>
          </p:spPr>
        </p:pic>
        <p:sp>
          <p:nvSpPr>
            <p:cNvPr id="35" name="Text | HawkeyePlus">
              <a:hlinkClick action="ppaction://hlinksldjump" r:id="rId10"/>
            </p:cNvPr>
            <p:cNvSpPr txBox="1"/>
            <p:nvPr/>
          </p:nvSpPr>
          <p:spPr>
            <a:xfrm>
              <a:off x="2044700" y="3882454"/>
              <a:ext cx="3714750" cy="361188"/>
            </a:xfrm>
            <a:prstGeom prst="rect">
              <a:avLst/>
            </a:prstGeom>
            <a:noFill/>
          </p:spPr>
          <p:txBody>
            <a:bodyPr wrap="none" lIns="0" rIns="0" tIns="0" bIns="0" anchor="t" anchorCtr="0">
              <a:noAutofit/>
            </a:bodyPr>
            <a:lstStyle/>
            <a:p>
              <a:pPr algn="l">
                <a:lnSpc>
                  <a:spcPts val="2214"/>
                </a:lnSpc>
                <a:spcBef>
                  <a:spcPts val="0"/>
                </a:spcBef>
                <a:spcAft>
                  <a:spcPts val="0"/>
                </a:spcAft>
              </a:pPr>
              <a:r>
                <a:rPr sz="1800" b="1" lang="en-US">
                  <a:solidFill>
                    <a:srgbClr val="082D48"/>
                  </a:solidFill>
                  <a:latin typeface="Arial"/>
                  <a:ea typeface="SimHei"/>
                </a:rPr>
                <a:t>HawkeyePlus</a:t>
              </a:r>
            </a:p>
          </p:txBody>
        </p:sp>
        <p:sp>
          <p:nvSpPr>
            <p:cNvPr id="36" name="Text | Industrial vision model development and validation">
              <a:hlinkClick action="ppaction://hlinksldjump" r:id="rId10"/>
            </p:cNvPr>
            <p:cNvSpPr txBox="1"/>
            <p:nvPr/>
          </p:nvSpPr>
          <p:spPr>
            <a:xfrm>
              <a:off x="2044700" y="4300410"/>
              <a:ext cx="3714750" cy="252330"/>
            </a:xfrm>
            <a:prstGeom prst="rect">
              <a:avLst/>
            </a:prstGeom>
            <a:noFill/>
          </p:spPr>
          <p:txBody>
            <a:bodyPr wrap="none" lIns="0" rIns="0" tIns="0" bIns="0" anchor="t" anchorCtr="0">
              <a:noAutofit/>
            </a:bodyPr>
            <a:lstStyle/>
            <a:p>
              <a:pPr algn="l">
                <a:lnSpc>
                  <a:spcPts val="1546"/>
                </a:lnSpc>
                <a:spcBef>
                  <a:spcPts val="0"/>
                </a:spcBef>
                <a:spcAft>
                  <a:spcPts val="0"/>
                </a:spcAft>
              </a:pPr>
              <a:r>
                <a:rPr sz="1257" b="0" lang="en-US">
                  <a:solidFill>
                    <a:srgbClr val="4C6B83"/>
                  </a:solidFill>
                  <a:latin typeface="Arial"/>
                  <a:ea typeface="SimHei"/>
                </a:rPr>
                <a:t>Industrial vision model development and validation</a:t>
              </a:r>
            </a:p>
          </p:txBody>
        </p:sp>
        <p:sp>
          <p:nvSpPr>
            <p:cNvPr id="37" name="Text | Model development">
              <a:hlinkClick action="ppaction://hlinksldjump" r:id="rId10"/>
            </p:cNvPr>
            <p:cNvSpPr txBox="1"/>
            <p:nvPr/>
          </p:nvSpPr>
          <p:spPr>
            <a:xfrm>
              <a:off x="2044700" y="4784471"/>
              <a:ext cx="2667000" cy="260858"/>
            </a:xfrm>
            <a:prstGeom prst="rect">
              <a:avLst/>
            </a:prstGeom>
            <a:noFill/>
          </p:spPr>
          <p:txBody>
            <a:bodyPr wrap="none" lIns="0" rIns="0" tIns="0" bIns="0" anchor="t" anchorCtr="0">
              <a:noAutofit/>
            </a:bodyPr>
            <a:lstStyle/>
            <a:p>
              <a:pPr algn="l">
                <a:lnSpc>
                  <a:spcPts val="1599"/>
                </a:lnSpc>
                <a:spcBef>
                  <a:spcPts val="0"/>
                </a:spcBef>
                <a:spcAft>
                  <a:spcPts val="0"/>
                </a:spcAft>
              </a:pPr>
              <a:r>
                <a:rPr sz="1300" b="0" lang="en-US">
                  <a:solidFill>
                    <a:srgbClr val="007D9D"/>
                  </a:solidFill>
                  <a:latin typeface="Arial"/>
                  <a:ea typeface="SimHei"/>
                </a:rPr>
                <a:t>Model development</a:t>
              </a:r>
            </a:p>
          </p:txBody>
        </p:sp>
        <p:sp>
          <p:nvSpPr>
            <p:cNvPr id="38" name="Text | Model portfolio">
              <a:hlinkClick action="ppaction://hlinksldjump" r:id="rId10"/>
            </p:cNvPr>
            <p:cNvSpPr txBox="1"/>
            <p:nvPr/>
          </p:nvSpPr>
          <p:spPr>
            <a:xfrm>
              <a:off x="2044700" y="5063871"/>
              <a:ext cx="2667000" cy="260858"/>
            </a:xfrm>
            <a:prstGeom prst="rect">
              <a:avLst/>
            </a:prstGeom>
            <a:noFill/>
          </p:spPr>
          <p:txBody>
            <a:bodyPr wrap="none" lIns="0" rIns="0" tIns="0" bIns="0" anchor="t" anchorCtr="0">
              <a:noAutofit/>
            </a:bodyPr>
            <a:lstStyle/>
            <a:p>
              <a:pPr algn="l">
                <a:lnSpc>
                  <a:spcPts val="1599"/>
                </a:lnSpc>
                <a:spcBef>
                  <a:spcPts val="0"/>
                </a:spcBef>
                <a:spcAft>
                  <a:spcPts val="0"/>
                </a:spcAft>
              </a:pPr>
              <a:r>
                <a:rPr sz="1300" b="0" lang="en-US">
                  <a:solidFill>
                    <a:srgbClr val="007D9D"/>
                  </a:solidFill>
                  <a:latin typeface="Arial"/>
                  <a:ea typeface="SimHei"/>
                </a:rPr>
                <a:t>Model portfolio</a:t>
              </a:r>
            </a:p>
          </p:txBody>
        </p:sp>
        <p:sp>
          <p:nvSpPr>
            <p:cNvPr id="39" name="Panel | 7">
              <a:hlinkClick action="ppaction://hlinksldjump" r:id="rId10"/>
            </p:cNvPr>
            <p:cNvSpPr/>
            <p:nvPr/>
          </p:nvSpPr>
          <p:spPr>
            <a:xfrm>
              <a:off x="4921250" y="5168900"/>
              <a:ext cx="838200" cy="241300"/>
            </a:xfrm>
            <a:prstGeom prst="roundRect">
              <a:avLst>
                <a:gd name="adj" fmla="val 26315"/>
              </a:avLst>
            </a:prstGeom>
            <a:solidFill>
              <a:srgbClr val="E5EF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 | 11–16">
              <a:hlinkClick action="ppaction://hlinksldjump" r:id="rId10"/>
            </p:cNvPr>
            <p:cNvSpPr txBox="1"/>
            <p:nvPr/>
          </p:nvSpPr>
          <p:spPr>
            <a:xfrm>
              <a:off x="4959350" y="5201730"/>
              <a:ext cx="762000" cy="230759"/>
            </a:xfrm>
            <a:prstGeom prst="rect">
              <a:avLst/>
            </a:prstGeom>
            <a:noFill/>
          </p:spPr>
          <p:txBody>
            <a:bodyPr wrap="none" lIns="0" rIns="0" tIns="0" bIns="0" anchor="t" anchorCtr="0">
              <a:noAutofit/>
            </a:bodyPr>
            <a:lstStyle/>
            <a:p>
              <a:pPr algn="ctr">
                <a:lnSpc>
                  <a:spcPts val="1414"/>
                </a:lnSpc>
                <a:spcBef>
                  <a:spcPts val="0"/>
                </a:spcBef>
                <a:spcAft>
                  <a:spcPts val="0"/>
                </a:spcAft>
              </a:pPr>
              <a:r>
                <a:rPr sz="1150" b="1" lang="en-US">
                  <a:solidFill>
                    <a:srgbClr val="007D9D"/>
                  </a:solidFill>
                  <a:latin typeface="Arial"/>
                  <a:ea typeface="SimHei"/>
                </a:rPr>
                <a:t>11–16</a:t>
              </a:r>
            </a:p>
          </p:txBody>
        </p:sp>
      </p:grpSp>
      <p:grpSp>
        <p:nvGrpSpPr>
          <p:cNvPr id="41" name="Node | Integrated Delivery"/>
          <p:cNvGrpSpPr/>
          <p:nvPr/>
        </p:nvGrpSpPr>
        <p:grpSpPr>
          <a:xfrm>
            <a:off x="6235700" y="3651250"/>
            <a:ext cx="5549900" cy="1905000"/>
            <a:chOff x="6235700" y="3651250"/>
            <a:chExt cx="5549900" cy="1905000"/>
          </a:xfrm>
        </p:grpSpPr>
        <p:sp>
          <p:nvSpPr>
            <p:cNvPr id="42" name="Panel | 8">
              <a:hlinkClick action="ppaction://hlinksldjump" r:id="rId11"/>
            </p:cNvPr>
            <p:cNvSpPr/>
            <p:nvPr/>
          </p:nvSpPr>
          <p:spPr>
            <a:xfrm>
              <a:off x="6235700" y="3651250"/>
              <a:ext cx="5549900" cy="1905000"/>
            </a:xfrm>
            <a:prstGeom prst="roundRect">
              <a:avLst>
                <a:gd name="adj" fmla="val 6666"/>
              </a:avLst>
            </a:prstGeom>
            <a:solidFill>
              <a:srgbClr val="FFFFFF"/>
            </a:solidFill>
            <a:ln w="6350" cap="rnd">
              <a:solidFill>
                <a:srgbClr val="C6D8EB"/>
              </a:solidFill>
              <a:round/>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 | 04">
              <a:hlinkClick action="ppaction://hlinksldjump" r:id="rId11"/>
            </p:cNvPr>
            <p:cNvSpPr txBox="1"/>
            <p:nvPr/>
          </p:nvSpPr>
          <p:spPr>
            <a:xfrm>
              <a:off x="6407150" y="3778695"/>
              <a:ext cx="609600" cy="431419"/>
            </a:xfrm>
            <a:prstGeom prst="rect">
              <a:avLst/>
            </a:prstGeom>
            <a:noFill/>
          </p:spPr>
          <p:txBody>
            <a:bodyPr wrap="none" lIns="0" rIns="0" tIns="0" bIns="0" anchor="t" anchorCtr="0">
              <a:noAutofit/>
            </a:bodyPr>
            <a:lstStyle/>
            <a:p>
              <a:pPr algn="l">
                <a:lnSpc>
                  <a:spcPts val="2644"/>
                </a:lnSpc>
                <a:spcBef>
                  <a:spcPts val="0"/>
                </a:spcBef>
                <a:spcAft>
                  <a:spcPts val="0"/>
                </a:spcAft>
              </a:pPr>
              <a:r>
                <a:rPr sz="2150" b="1" lang="en-US">
                  <a:solidFill>
                    <a:srgbClr val="007D9D"/>
                  </a:solidFill>
                  <a:latin typeface="Arial"/>
                  <a:ea typeface="SimHei"/>
                </a:rPr>
                <a:t>04</a:t>
              </a:r>
            </a:p>
          </p:txBody>
        </p:sp>
        <p:pic>
          <p:nvPicPr>
            <p:cNvPr id="44" name="Picture | Independent image" descr="12bb1e3e4f2e170eca1f6489649f4e45a3b3250e5c5303eec76095d714b0e260.png">
              <a:hlinkClick action="ppaction://hlinksldjump" r:id="rId11"/>
            </p:cNvPr>
            <p:cNvPicPr>
              <a:picLocks noChangeAspect="1"/>
            </p:cNvPicPr>
            <p:nvPr/>
          </p:nvPicPr>
          <p:blipFill>
            <a:blip r:embed="rId6"/>
            <a:stretch>
              <a:fillRect/>
            </a:stretch>
          </p:blipFill>
          <p:spPr>
            <a:xfrm>
              <a:off x="6414077" y="4184650"/>
              <a:ext cx="1281545" cy="1174750"/>
            </a:xfrm>
            <a:prstGeom prst="rect">
              <a:avLst/>
            </a:prstGeom>
          </p:spPr>
        </p:pic>
        <p:sp>
          <p:nvSpPr>
            <p:cNvPr id="45" name="Text | Integrated Delivery">
              <a:hlinkClick action="ppaction://hlinksldjump" r:id="rId11"/>
            </p:cNvPr>
            <p:cNvSpPr txBox="1"/>
            <p:nvPr/>
          </p:nvSpPr>
          <p:spPr>
            <a:xfrm>
              <a:off x="7874000" y="3882454"/>
              <a:ext cx="3714750" cy="361188"/>
            </a:xfrm>
            <a:prstGeom prst="rect">
              <a:avLst/>
            </a:prstGeom>
            <a:noFill/>
          </p:spPr>
          <p:txBody>
            <a:bodyPr wrap="none" lIns="0" rIns="0" tIns="0" bIns="0" anchor="t" anchorCtr="0">
              <a:noAutofit/>
            </a:bodyPr>
            <a:lstStyle/>
            <a:p>
              <a:pPr algn="l">
                <a:lnSpc>
                  <a:spcPts val="2214"/>
                </a:lnSpc>
                <a:spcBef>
                  <a:spcPts val="0"/>
                </a:spcBef>
                <a:spcAft>
                  <a:spcPts val="0"/>
                </a:spcAft>
              </a:pPr>
              <a:r>
                <a:rPr sz="1800" b="1" lang="en-US">
                  <a:solidFill>
                    <a:srgbClr val="082D48"/>
                  </a:solidFill>
                  <a:latin typeface="Arial"/>
                  <a:ea typeface="SimHei"/>
                </a:rPr>
                <a:t>Integrated Delivery</a:t>
              </a:r>
            </a:p>
          </p:txBody>
        </p:sp>
        <p:sp>
          <p:nvSpPr>
            <p:cNvPr id="46" name="Text | From development results to production readiness">
              <a:hlinkClick action="ppaction://hlinksldjump" r:id="rId11"/>
            </p:cNvPr>
            <p:cNvSpPr txBox="1"/>
            <p:nvPr/>
          </p:nvSpPr>
          <p:spPr>
            <a:xfrm>
              <a:off x="7874000" y="4299712"/>
              <a:ext cx="3714750" cy="253534"/>
            </a:xfrm>
            <a:prstGeom prst="rect">
              <a:avLst/>
            </a:prstGeom>
            <a:noFill/>
          </p:spPr>
          <p:txBody>
            <a:bodyPr wrap="none" lIns="0" rIns="0" tIns="0" bIns="0" anchor="t" anchorCtr="0">
              <a:noAutofit/>
            </a:bodyPr>
            <a:lstStyle/>
            <a:p>
              <a:pPr algn="l">
                <a:lnSpc>
                  <a:spcPts val="1554"/>
                </a:lnSpc>
                <a:spcBef>
                  <a:spcPts val="0"/>
                </a:spcBef>
                <a:spcAft>
                  <a:spcPts val="0"/>
                </a:spcAft>
              </a:pPr>
              <a:r>
                <a:rPr sz="1263" b="0" lang="en-US">
                  <a:solidFill>
                    <a:srgbClr val="4C6B83"/>
                  </a:solidFill>
                  <a:latin typeface="Arial"/>
                  <a:ea typeface="SimHei"/>
                </a:rPr>
                <a:t>From development results to production readiness</a:t>
              </a:r>
            </a:p>
          </p:txBody>
        </p:sp>
        <p:sp>
          <p:nvSpPr>
            <p:cNvPr id="47" name="Text | Adaptation &amp; acceptance">
              <a:hlinkClick action="ppaction://hlinksldjump" r:id="rId11"/>
            </p:cNvPr>
            <p:cNvSpPr txBox="1"/>
            <p:nvPr/>
          </p:nvSpPr>
          <p:spPr>
            <a:xfrm>
              <a:off x="7874000" y="4784471"/>
              <a:ext cx="2667000" cy="260858"/>
            </a:xfrm>
            <a:prstGeom prst="rect">
              <a:avLst/>
            </a:prstGeom>
            <a:noFill/>
          </p:spPr>
          <p:txBody>
            <a:bodyPr wrap="none" lIns="0" rIns="0" tIns="0" bIns="0" anchor="t" anchorCtr="0">
              <a:noAutofit/>
            </a:bodyPr>
            <a:lstStyle/>
            <a:p>
              <a:pPr algn="l">
                <a:lnSpc>
                  <a:spcPts val="1599"/>
                </a:lnSpc>
                <a:spcBef>
                  <a:spcPts val="0"/>
                </a:spcBef>
                <a:spcAft>
                  <a:spcPts val="0"/>
                </a:spcAft>
              </a:pPr>
              <a:r>
                <a:rPr sz="1300" b="0" lang="en-US">
                  <a:solidFill>
                    <a:srgbClr val="007D9D"/>
                  </a:solidFill>
                  <a:latin typeface="Arial"/>
                  <a:ea typeface="SimHei"/>
                </a:rPr>
                <a:t>Adaptation &amp; acceptance</a:t>
              </a:r>
            </a:p>
          </p:txBody>
        </p:sp>
        <p:sp>
          <p:nvSpPr>
            <p:cNvPr id="48" name="Text | Shared delivery assets">
              <a:hlinkClick action="ppaction://hlinksldjump" r:id="rId11"/>
            </p:cNvPr>
            <p:cNvSpPr txBox="1"/>
            <p:nvPr/>
          </p:nvSpPr>
          <p:spPr>
            <a:xfrm>
              <a:off x="7874000" y="5063871"/>
              <a:ext cx="2667000" cy="260858"/>
            </a:xfrm>
            <a:prstGeom prst="rect">
              <a:avLst/>
            </a:prstGeom>
            <a:noFill/>
          </p:spPr>
          <p:txBody>
            <a:bodyPr wrap="none" lIns="0" rIns="0" tIns="0" bIns="0" anchor="t" anchorCtr="0">
              <a:noAutofit/>
            </a:bodyPr>
            <a:lstStyle/>
            <a:p>
              <a:pPr algn="l">
                <a:lnSpc>
                  <a:spcPts val="1599"/>
                </a:lnSpc>
                <a:spcBef>
                  <a:spcPts val="0"/>
                </a:spcBef>
                <a:spcAft>
                  <a:spcPts val="0"/>
                </a:spcAft>
              </a:pPr>
              <a:r>
                <a:rPr sz="1300" b="0" lang="en-US">
                  <a:solidFill>
                    <a:srgbClr val="007D9D"/>
                  </a:solidFill>
                  <a:latin typeface="Arial"/>
                  <a:ea typeface="SimHei"/>
                </a:rPr>
                <a:t>Shared delivery assets</a:t>
              </a:r>
            </a:p>
          </p:txBody>
        </p:sp>
        <p:sp>
          <p:nvSpPr>
            <p:cNvPr id="49" name="Panel | 9">
              <a:hlinkClick action="ppaction://hlinksldjump" r:id="rId11"/>
            </p:cNvPr>
            <p:cNvSpPr/>
            <p:nvPr/>
          </p:nvSpPr>
          <p:spPr>
            <a:xfrm>
              <a:off x="10750550" y="5168900"/>
              <a:ext cx="838200" cy="241300"/>
            </a:xfrm>
            <a:prstGeom prst="roundRect">
              <a:avLst>
                <a:gd name="adj" fmla="val 26315"/>
              </a:avLst>
            </a:prstGeom>
            <a:solidFill>
              <a:srgbClr val="E5EF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 | 17–18">
              <a:hlinkClick action="ppaction://hlinksldjump" r:id="rId11"/>
            </p:cNvPr>
            <p:cNvSpPr txBox="1"/>
            <p:nvPr/>
          </p:nvSpPr>
          <p:spPr>
            <a:xfrm>
              <a:off x="10788650" y="5201730"/>
              <a:ext cx="762000" cy="230759"/>
            </a:xfrm>
            <a:prstGeom prst="rect">
              <a:avLst/>
            </a:prstGeom>
            <a:noFill/>
          </p:spPr>
          <p:txBody>
            <a:bodyPr wrap="none" lIns="0" rIns="0" tIns="0" bIns="0" anchor="t" anchorCtr="0">
              <a:noAutofit/>
            </a:bodyPr>
            <a:lstStyle/>
            <a:p>
              <a:pPr algn="ctr">
                <a:lnSpc>
                  <a:spcPts val="1414"/>
                </a:lnSpc>
                <a:spcBef>
                  <a:spcPts val="0"/>
                </a:spcBef>
                <a:spcAft>
                  <a:spcPts val="0"/>
                </a:spcAft>
              </a:pPr>
              <a:r>
                <a:rPr sz="1150" b="1" lang="en-US">
                  <a:solidFill>
                    <a:srgbClr val="007D9D"/>
                  </a:solidFill>
                  <a:latin typeface="Arial"/>
                  <a:ea typeface="SimHei"/>
                </a:rPr>
                <a:t>17–18</a:t>
              </a:r>
            </a:p>
          </p:txBody>
        </p:sp>
      </p:grpSp>
      <p:sp>
        <p:nvSpPr>
          <p:cNvPr id="51" name="Panel | 10"/>
          <p:cNvSpPr/>
          <p:nvPr/>
        </p:nvSpPr>
        <p:spPr>
          <a:xfrm>
            <a:off x="406400" y="5905500"/>
            <a:ext cx="11379200" cy="463550"/>
          </a:xfrm>
          <a:prstGeom prst="roundRect">
            <a:avLst>
              <a:gd name="adj" fmla="val 19178"/>
            </a:avLst>
          </a:prstGeom>
          <a:solidFill>
            <a:srgbClr val="E9F1FC"/>
          </a:solidFill>
          <a:ln w="6350" cap="rnd">
            <a:solidFill>
              <a:srgbClr val="C6D8EB"/>
            </a:solidFill>
            <a:round/>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 | Closing: Summary &amp; Discussion"/>
          <p:cNvSpPr txBox="1"/>
          <p:nvPr/>
        </p:nvSpPr>
        <p:spPr>
          <a:xfrm>
            <a:off x="590550" y="6030849"/>
            <a:ext cx="8255000" cy="290957"/>
          </a:xfrm>
          <a:prstGeom prst="rect">
            <a:avLst/>
          </a:prstGeom>
          <a:noFill/>
        </p:spPr>
        <p:txBody>
          <a:bodyPr wrap="none" lIns="0" rIns="0" tIns="0" bIns="0" anchor="t" anchorCtr="0">
            <a:noAutofit/>
          </a:bodyPr>
          <a:lstStyle/>
          <a:p>
            <a:pPr algn="l">
              <a:lnSpc>
                <a:spcPts val="1783"/>
              </a:lnSpc>
              <a:spcBef>
                <a:spcPts val="0"/>
              </a:spcBef>
              <a:spcAft>
                <a:spcPts val="0"/>
              </a:spcAft>
            </a:pPr>
            <a:r>
              <a:rPr sz="1450" b="1" lang="en-US">
                <a:solidFill>
                  <a:srgbClr val="087F79"/>
                </a:solidFill>
                <a:latin typeface="Arial"/>
                <a:ea typeface="SimHei"/>
              </a:rPr>
              <a:t>Closing: Summary &amp; Discussion</a:t>
            </a:r>
          </a:p>
        </p:txBody>
      </p:sp>
      <p:sp>
        <p:nvSpPr>
          <p:cNvPr id="53" name="Text | 19–20"/>
          <p:cNvSpPr txBox="1"/>
          <p:nvPr/>
        </p:nvSpPr>
        <p:spPr>
          <a:xfrm>
            <a:off x="10560050" y="6035421"/>
            <a:ext cx="1016000" cy="260858"/>
          </a:xfrm>
          <a:prstGeom prst="rect">
            <a:avLst/>
          </a:prstGeom>
          <a:noFill/>
        </p:spPr>
        <p:txBody>
          <a:bodyPr wrap="none" lIns="0" rIns="0" tIns="0" bIns="0" anchor="t" anchorCtr="0">
            <a:noAutofit/>
          </a:bodyPr>
          <a:lstStyle/>
          <a:p>
            <a:pPr algn="r">
              <a:lnSpc>
                <a:spcPts val="1599"/>
              </a:lnSpc>
              <a:spcBef>
                <a:spcPts val="0"/>
              </a:spcBef>
              <a:spcAft>
                <a:spcPts val="0"/>
              </a:spcAft>
            </a:pPr>
            <a:r>
              <a:rPr sz="1300" b="0" lang="en-US">
                <a:solidFill>
                  <a:srgbClr val="087F79"/>
                </a:solidFill>
                <a:latin typeface="Arial"/>
                <a:ea typeface="SimHei"/>
              </a:rPr>
              <a:t>19–20</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showMasterSp="0">
  <p:cSld>
    <p:bg>
      <p:bgPr>
        <a:solidFill>
          <a:srgbClr val="F5F9FF"/>
        </a:solidFill>
        <a:effectLst/>
      </p:bgPr>
    </p:bg>
    <p:spTree>
      <p:nvGrpSpPr>
        <p:cNvPr id="1" name=""/>
        <p:cNvGrpSpPr/>
        <p:nvPr/>
      </p:nvGrpSpPr>
      <p:grpSpPr/>
      <p:sp>
        <p:nvSpPr>
          <p:cNvPr id="2" name="Panel | 1"/>
          <p:cNvSpPr/>
          <p:nvPr/>
        </p:nvSpPr>
        <p:spPr>
          <a:xfrm>
            <a:off x="406400" y="342900"/>
            <a:ext cx="38100" cy="190500"/>
          </a:xfrm>
          <a:prstGeom prst="roundRect">
            <a:avLst>
              <a:gd name="adj" fmla="val 50000"/>
            </a:avLst>
          </a:prstGeom>
          <a:solidFill>
            <a:srgbClr val="007D9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 | CHAPTER 01 / OVERVIEW"/>
          <p:cNvSpPr txBox="1"/>
          <p:nvPr/>
        </p:nvSpPr>
        <p:spPr>
          <a:xfrm>
            <a:off x="546100" y="356680"/>
            <a:ext cx="9525000" cy="230759"/>
          </a:xfrm>
          <a:prstGeom prst="rect">
            <a:avLst/>
          </a:prstGeom>
          <a:noFill/>
        </p:spPr>
        <p:txBody>
          <a:bodyPr wrap="none" lIns="0" rIns="0" tIns="0" bIns="0" anchor="t" anchorCtr="0">
            <a:noAutofit/>
          </a:bodyPr>
          <a:lstStyle/>
          <a:p>
            <a:pPr algn="l">
              <a:lnSpc>
                <a:spcPts val="1414"/>
              </a:lnSpc>
              <a:spcBef>
                <a:spcPts val="0"/>
              </a:spcBef>
              <a:spcAft>
                <a:spcPts val="0"/>
              </a:spcAft>
            </a:pPr>
            <a:r>
              <a:rPr sz="1150" b="1" lang="en-US">
                <a:solidFill>
                  <a:srgbClr val="4C6B83"/>
                </a:solidFill>
                <a:latin typeface="Arial"/>
                <a:ea typeface="SimHei"/>
              </a:rPr>
              <a:t>CHAPTER 01 / OVERVIEW</a:t>
            </a:r>
          </a:p>
        </p:txBody>
      </p:sp>
      <p:pic>
        <p:nvPicPr>
          <p:cNvPr id="4" name="Picture | Independent image" descr="139ef02520a55c1aaee95c1d6e7f5f730beac004ebb72c9c012b0f76513ab85e.png"/>
          <p:cNvPicPr>
            <a:picLocks noChangeAspect="1"/>
          </p:cNvPicPr>
          <p:nvPr/>
        </p:nvPicPr>
        <p:blipFill>
          <a:blip r:embed="rId2"/>
          <a:stretch>
            <a:fillRect/>
          </a:stretch>
        </p:blipFill>
        <p:spPr>
          <a:xfrm>
            <a:off x="11061700" y="325755"/>
            <a:ext cx="704850" cy="281940"/>
          </a:xfrm>
          <a:prstGeom prst="rect">
            <a:avLst/>
          </a:prstGeom>
        </p:spPr>
      </p:pic>
      <p:cxnSp>
        <p:nvCxnSpPr>
          <p:cNvPr id="5" name="Connector | 1"/>
          <p:cNvCxnSpPr/>
          <p:nvPr/>
        </p:nvCxnSpPr>
        <p:spPr>
          <a:xfrm>
            <a:off x="406400" y="6521450"/>
            <a:ext cx="11379200" cy="0"/>
          </a:xfrm>
          <a:prstGeom prst="line">
            <a:avLst/>
          </a:prstGeom>
          <a:ln w="6350" cap="rnd">
            <a:solidFill>
              <a:srgbClr val="C6D8EB"/>
            </a:solidFill>
            <a:round/>
          </a:ln>
        </p:spPr>
        <p:style>
          <a:lnRef idx="2">
            <a:schemeClr val="accent1"/>
          </a:lnRef>
          <a:fillRef idx="0">
            <a:schemeClr val="accent1"/>
          </a:fillRef>
          <a:effectRef idx="1">
            <a:schemeClr val="accent1"/>
          </a:effectRef>
          <a:fontRef idx="minor">
            <a:schemeClr val="tx1"/>
          </a:fontRef>
        </p:style>
      </p:cxnSp>
      <p:sp>
        <p:nvSpPr>
          <p:cNvPr id="6" name="Text | SwiftFlow + HawkeyePlus  |  Industrial Vision Engineering"/>
          <p:cNvSpPr txBox="1"/>
          <p:nvPr/>
        </p:nvSpPr>
        <p:spPr>
          <a:xfrm>
            <a:off x="412750" y="6607238"/>
            <a:ext cx="8255000" cy="160528"/>
          </a:xfrm>
          <a:prstGeom prst="rect">
            <a:avLst/>
          </a:prstGeom>
          <a:noFill/>
        </p:spPr>
        <p:txBody>
          <a:bodyPr wrap="none" lIns="0" rIns="0" tIns="0" bIns="0" anchor="t" anchorCtr="0">
            <a:noAutofit/>
          </a:bodyPr>
          <a:lstStyle/>
          <a:p>
            <a:pPr algn="l">
              <a:lnSpc>
                <a:spcPts val="984"/>
              </a:lnSpc>
              <a:spcBef>
                <a:spcPts val="0"/>
              </a:spcBef>
              <a:spcAft>
                <a:spcPts val="0"/>
              </a:spcAft>
            </a:pPr>
            <a:r>
              <a:rPr sz="800" b="0" lang="en-US">
                <a:solidFill>
                  <a:srgbClr val="4C6B83"/>
                </a:solidFill>
                <a:latin typeface="Arial"/>
                <a:ea typeface="SimHei"/>
              </a:rPr>
              <a:t>SwiftFlow + HawkeyePlus  |  Industrial Vision Engineering</a:t>
            </a:r>
          </a:p>
        </p:txBody>
      </p:sp>
      <p:sp>
        <p:nvSpPr>
          <p:cNvPr id="7" name="Text | WD CONFIDENTIAL"/>
          <p:cNvSpPr txBox="1"/>
          <p:nvPr/>
        </p:nvSpPr>
        <p:spPr>
          <a:xfrm>
            <a:off x="8559800" y="6613017"/>
            <a:ext cx="2540000" cy="150495"/>
          </a:xfrm>
          <a:prstGeom prst="rect">
            <a:avLst/>
          </a:prstGeom>
          <a:noFill/>
        </p:spPr>
        <p:txBody>
          <a:bodyPr wrap="none" lIns="0" rIns="0" tIns="0" bIns="0" anchor="t" anchorCtr="0">
            <a:noAutofit/>
          </a:bodyPr>
          <a:lstStyle/>
          <a:p>
            <a:pPr algn="r">
              <a:lnSpc>
                <a:spcPts val="922"/>
              </a:lnSpc>
              <a:spcBef>
                <a:spcPts val="0"/>
              </a:spcBef>
              <a:spcAft>
                <a:spcPts val="0"/>
              </a:spcAft>
            </a:pPr>
            <a:r>
              <a:rPr sz="750" b="0" lang="en-US">
                <a:solidFill>
                  <a:srgbClr val="4C6B83"/>
                </a:solidFill>
                <a:latin typeface="Arial"/>
                <a:ea typeface="SimHei"/>
              </a:rPr>
              <a:t>WD CONFIDENTIAL</a:t>
            </a:r>
          </a:p>
        </p:txBody>
      </p:sp>
      <p:sp>
        <p:nvSpPr>
          <p:cNvPr id="8" name="Text | 03 / 20"/>
          <p:cNvSpPr txBox="1"/>
          <p:nvPr/>
        </p:nvSpPr>
        <p:spPr>
          <a:xfrm>
            <a:off x="11137900" y="6607238"/>
            <a:ext cx="635000" cy="160528"/>
          </a:xfrm>
          <a:prstGeom prst="rect">
            <a:avLst/>
          </a:prstGeom>
          <a:noFill/>
        </p:spPr>
        <p:txBody>
          <a:bodyPr wrap="none" lIns="0" rIns="0" tIns="0" bIns="0" anchor="t" anchorCtr="0">
            <a:noAutofit/>
          </a:bodyPr>
          <a:lstStyle/>
          <a:p>
            <a:pPr algn="r">
              <a:lnSpc>
                <a:spcPts val="984"/>
              </a:lnSpc>
              <a:spcBef>
                <a:spcPts val="0"/>
              </a:spcBef>
              <a:spcAft>
                <a:spcPts val="0"/>
              </a:spcAft>
            </a:pPr>
            <a:r>
              <a:rPr sz="800" b="0" lang="en-US">
                <a:solidFill>
                  <a:srgbClr val="4C6B83"/>
                </a:solidFill>
                <a:latin typeface="Arial"/>
                <a:ea typeface="SimHei"/>
              </a:rPr>
              <a:t>03 / 20</a:t>
            </a:r>
          </a:p>
        </p:txBody>
      </p:sp>
      <p:sp>
        <p:nvSpPr>
          <p:cNvPr id="9" name="Text | 01"/>
          <p:cNvSpPr txBox="1"/>
          <p:nvPr/>
        </p:nvSpPr>
        <p:spPr>
          <a:xfrm>
            <a:off x="495300" y="1704848"/>
            <a:ext cx="1714500" cy="1745742"/>
          </a:xfrm>
          <a:prstGeom prst="rect">
            <a:avLst/>
          </a:prstGeom>
          <a:noFill/>
        </p:spPr>
        <p:txBody>
          <a:bodyPr wrap="none" lIns="0" rIns="0" tIns="0" bIns="0" anchor="t" anchorCtr="0">
            <a:noAutofit/>
          </a:bodyPr>
          <a:lstStyle/>
          <a:p>
            <a:pPr algn="l">
              <a:lnSpc>
                <a:spcPts val="10701"/>
              </a:lnSpc>
              <a:spcBef>
                <a:spcPts val="0"/>
              </a:spcBef>
              <a:spcAft>
                <a:spcPts val="0"/>
              </a:spcAft>
            </a:pPr>
            <a:r>
              <a:rPr sz="8700" b="1" lang="en-US">
                <a:solidFill>
                  <a:srgbClr val="007D9D"/>
                </a:solidFill>
                <a:latin typeface="Arial"/>
                <a:ea typeface="SimHei"/>
              </a:rPr>
              <a:t>01</a:t>
            </a:r>
          </a:p>
        </p:txBody>
      </p:sp>
      <p:sp>
        <p:nvSpPr>
          <p:cNvPr id="10" name="Text | Vision &amp; Rationale"/>
          <p:cNvSpPr txBox="1"/>
          <p:nvPr/>
        </p:nvSpPr>
        <p:spPr>
          <a:xfrm>
            <a:off x="2203450" y="1857883"/>
            <a:ext cx="5873750" cy="591947"/>
          </a:xfrm>
          <a:prstGeom prst="rect">
            <a:avLst/>
          </a:prstGeom>
          <a:noFill/>
        </p:spPr>
        <p:txBody>
          <a:bodyPr wrap="none" lIns="0" rIns="0" tIns="0" bIns="0" anchor="t" anchorCtr="0">
            <a:noAutofit/>
          </a:bodyPr>
          <a:lstStyle/>
          <a:p>
            <a:pPr algn="l">
              <a:lnSpc>
                <a:spcPts val="3628"/>
              </a:lnSpc>
              <a:spcBef>
                <a:spcPts val="0"/>
              </a:spcBef>
              <a:spcAft>
                <a:spcPts val="0"/>
              </a:spcAft>
            </a:pPr>
            <a:r>
              <a:rPr sz="2950" b="1" lang="en-US">
                <a:solidFill>
                  <a:srgbClr val="082D48"/>
                </a:solidFill>
                <a:latin typeface="Arial"/>
                <a:ea typeface="SimHei"/>
              </a:rPr>
              <a:t>Vision &amp; Rationale</a:t>
            </a:r>
          </a:p>
        </p:txBody>
      </p:sp>
      <p:sp>
        <p:nvSpPr>
          <p:cNvPr id="11" name="Text | Establish a shared engineering method"/>
          <p:cNvSpPr txBox="1"/>
          <p:nvPr/>
        </p:nvSpPr>
        <p:spPr>
          <a:xfrm>
            <a:off x="2222500" y="2490597"/>
            <a:ext cx="5080000" cy="341122"/>
          </a:xfrm>
          <a:prstGeom prst="rect">
            <a:avLst/>
          </a:prstGeom>
          <a:noFill/>
        </p:spPr>
        <p:txBody>
          <a:bodyPr wrap="none" lIns="0" rIns="0" tIns="0" bIns="0" anchor="t" anchorCtr="0">
            <a:noAutofit/>
          </a:bodyPr>
          <a:lstStyle/>
          <a:p>
            <a:pPr algn="l">
              <a:lnSpc>
                <a:spcPts val="2091"/>
              </a:lnSpc>
              <a:spcBef>
                <a:spcPts val="0"/>
              </a:spcBef>
              <a:spcAft>
                <a:spcPts val="0"/>
              </a:spcAft>
            </a:pPr>
            <a:r>
              <a:rPr sz="1700" b="0" lang="en-US">
                <a:solidFill>
                  <a:srgbClr val="4C6B83"/>
                </a:solidFill>
                <a:latin typeface="Arial"/>
                <a:ea typeface="SimHei"/>
              </a:rPr>
              <a:t>Establish a shared engineering method</a:t>
            </a:r>
          </a:p>
        </p:txBody>
      </p:sp>
      <p:cxnSp>
        <p:nvCxnSpPr>
          <p:cNvPr id="12" name="Connector | 2"/>
          <p:cNvCxnSpPr/>
          <p:nvPr/>
        </p:nvCxnSpPr>
        <p:spPr>
          <a:xfrm>
            <a:off x="520700" y="3086100"/>
            <a:ext cx="6375400" cy="0"/>
          </a:xfrm>
          <a:prstGeom prst="line">
            <a:avLst/>
          </a:prstGeom>
          <a:ln w="11430" cap="rnd">
            <a:solidFill>
              <a:srgbClr val="C6D8EB"/>
            </a:solidFill>
            <a:round/>
          </a:ln>
        </p:spPr>
        <p:style>
          <a:lnRef idx="2">
            <a:schemeClr val="accent1"/>
          </a:lnRef>
          <a:fillRef idx="0">
            <a:schemeClr val="accent1"/>
          </a:fillRef>
          <a:effectRef idx="1">
            <a:schemeClr val="accent1"/>
          </a:effectRef>
          <a:fontRef idx="minor">
            <a:schemeClr val="tx1"/>
          </a:fontRef>
        </p:style>
      </p:cxnSp>
      <p:sp>
        <p:nvSpPr>
          <p:cNvPr id="13" name="Text | How do hardware, workflows and algorithms work as one method?"/>
          <p:cNvSpPr txBox="1"/>
          <p:nvPr/>
        </p:nvSpPr>
        <p:spPr>
          <a:xfrm>
            <a:off x="520700" y="3346005"/>
            <a:ext cx="6604000" cy="311023"/>
          </a:xfrm>
          <a:prstGeom prst="rect">
            <a:avLst/>
          </a:prstGeom>
          <a:noFill/>
        </p:spPr>
        <p:txBody>
          <a:bodyPr wrap="none" lIns="0" rIns="0" tIns="0" bIns="0" anchor="t" anchorCtr="0">
            <a:noAutofit/>
          </a:bodyPr>
          <a:lstStyle/>
          <a:p>
            <a:pPr algn="l">
              <a:lnSpc>
                <a:spcPts val="1906"/>
              </a:lnSpc>
              <a:spcBef>
                <a:spcPts val="0"/>
              </a:spcBef>
              <a:spcAft>
                <a:spcPts val="0"/>
              </a:spcAft>
            </a:pPr>
            <a:r>
              <a:rPr sz="1550" b="0" lang="en-US">
                <a:solidFill>
                  <a:srgbClr val="082D48"/>
                </a:solidFill>
                <a:latin typeface="Arial"/>
                <a:ea typeface="SimHei"/>
              </a:rPr>
              <a:t>How do hardware, workflows and algorithms work as one method?</a:t>
            </a:r>
          </a:p>
        </p:txBody>
      </p:sp>
      <p:pic>
        <p:nvPicPr>
          <p:cNvPr id="14" name="Picture | Independent image" descr="085782651a052b950f6c4aa546074ea7e352e9df9e9ba1e1d1a63e6cbbeeaac3.png"/>
          <p:cNvPicPr>
            <a:picLocks noChangeAspect="1"/>
          </p:cNvPicPr>
          <p:nvPr/>
        </p:nvPicPr>
        <p:blipFill>
          <a:blip r:embed="rId3"/>
          <a:stretch>
            <a:fillRect/>
          </a:stretch>
        </p:blipFill>
        <p:spPr>
          <a:xfrm>
            <a:off x="8082684" y="1733550"/>
            <a:ext cx="2916382" cy="2673350"/>
          </a:xfrm>
          <a:prstGeom prst="rect">
            <a:avLst/>
          </a:prstGeom>
        </p:spPr>
      </p:pic>
      <p:grpSp>
        <p:nvGrpSpPr>
          <p:cNvPr id="15" name="Node | Platform roles"/>
          <p:cNvGrpSpPr/>
          <p:nvPr/>
        </p:nvGrpSpPr>
        <p:grpSpPr>
          <a:xfrm>
            <a:off x="406400" y="4978400"/>
            <a:ext cx="3670300" cy="984250"/>
            <a:chOff x="406400" y="4978400"/>
            <a:chExt cx="3670300" cy="984250"/>
          </a:xfrm>
        </p:grpSpPr>
        <p:sp>
          <p:nvSpPr>
            <p:cNvPr id="16" name="Panel | 2"/>
            <p:cNvSpPr/>
            <p:nvPr/>
          </p:nvSpPr>
          <p:spPr>
            <a:xfrm>
              <a:off x="406400" y="4978400"/>
              <a:ext cx="3670300" cy="984250"/>
            </a:xfrm>
            <a:prstGeom prst="roundRect">
              <a:avLst>
                <a:gd name="adj" fmla="val 11612"/>
              </a:avLst>
            </a:prstGeom>
            <a:solidFill>
              <a:srgbClr val="FFFFFF"/>
            </a:solidFill>
            <a:ln w="6350" cap="rnd">
              <a:solidFill>
                <a:srgbClr val="C6D8EB"/>
              </a:solidFill>
              <a:round/>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 | 01.1"/>
            <p:cNvSpPr txBox="1"/>
            <p:nvPr/>
          </p:nvSpPr>
          <p:spPr>
            <a:xfrm>
              <a:off x="577850" y="5157914"/>
              <a:ext cx="698500" cy="240792"/>
            </a:xfrm>
            <a:prstGeom prst="rect">
              <a:avLst/>
            </a:prstGeom>
            <a:noFill/>
          </p:spPr>
          <p:txBody>
            <a:bodyPr wrap="none" lIns="0" rIns="0" tIns="0" bIns="0" anchor="t" anchorCtr="0">
              <a:noAutofit/>
            </a:bodyPr>
            <a:lstStyle/>
            <a:p>
              <a:pPr algn="l">
                <a:lnSpc>
                  <a:spcPts val="1476"/>
                </a:lnSpc>
                <a:spcBef>
                  <a:spcPts val="0"/>
                </a:spcBef>
                <a:spcAft>
                  <a:spcPts val="0"/>
                </a:spcAft>
              </a:pPr>
              <a:r>
                <a:rPr sz="1200" b="1" lang="en-US">
                  <a:solidFill>
                    <a:srgbClr val="007D9D"/>
                  </a:solidFill>
                  <a:latin typeface="Arial"/>
                  <a:ea typeface="SimHei"/>
                </a:rPr>
                <a:t>01.1</a:t>
              </a:r>
            </a:p>
          </p:txBody>
        </p:sp>
        <p:sp>
          <p:nvSpPr>
            <p:cNvPr id="18" name="Text | Platform roles"/>
            <p:cNvSpPr txBox="1"/>
            <p:nvPr/>
          </p:nvSpPr>
          <p:spPr>
            <a:xfrm>
              <a:off x="577850" y="5492940"/>
              <a:ext cx="3321050" cy="321056"/>
            </a:xfrm>
            <a:prstGeom prst="rect">
              <a:avLst/>
            </a:prstGeom>
            <a:noFill/>
          </p:spPr>
          <p:txBody>
            <a:bodyPr wrap="none" lIns="0" rIns="0" tIns="0" bIns="0" anchor="t" anchorCtr="0">
              <a:noAutofit/>
            </a:bodyPr>
            <a:lstStyle/>
            <a:p>
              <a:pPr algn="l">
                <a:lnSpc>
                  <a:spcPts val="1968"/>
                </a:lnSpc>
                <a:spcBef>
                  <a:spcPts val="0"/>
                </a:spcBef>
                <a:spcAft>
                  <a:spcPts val="0"/>
                </a:spcAft>
              </a:pPr>
              <a:r>
                <a:rPr sz="1600" b="1" lang="en-US">
                  <a:solidFill>
                    <a:srgbClr val="082D48"/>
                  </a:solidFill>
                  <a:latin typeface="Arial"/>
                  <a:ea typeface="SimHei"/>
                </a:rPr>
                <a:t>Platform roles</a:t>
              </a:r>
            </a:p>
          </p:txBody>
        </p:sp>
      </p:grpSp>
      <p:grpSp>
        <p:nvGrpSpPr>
          <p:cNvPr id="19" name="Node | Why standardize"/>
          <p:cNvGrpSpPr/>
          <p:nvPr/>
        </p:nvGrpSpPr>
        <p:grpSpPr>
          <a:xfrm>
            <a:off x="4260850" y="4978400"/>
            <a:ext cx="3670300" cy="984250"/>
            <a:chOff x="4260850" y="4978400"/>
            <a:chExt cx="3670300" cy="984250"/>
          </a:xfrm>
        </p:grpSpPr>
        <p:sp>
          <p:nvSpPr>
            <p:cNvPr id="20" name="Panel | 3"/>
            <p:cNvSpPr/>
            <p:nvPr/>
          </p:nvSpPr>
          <p:spPr>
            <a:xfrm>
              <a:off x="4260850" y="4978400"/>
              <a:ext cx="3670300" cy="984250"/>
            </a:xfrm>
            <a:prstGeom prst="roundRect">
              <a:avLst>
                <a:gd name="adj" fmla="val 11612"/>
              </a:avLst>
            </a:prstGeom>
            <a:solidFill>
              <a:srgbClr val="FFFFFF"/>
            </a:solidFill>
            <a:ln w="6350" cap="rnd">
              <a:solidFill>
                <a:srgbClr val="C6D8EB"/>
              </a:solidFill>
              <a:round/>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 | 01.2"/>
            <p:cNvSpPr txBox="1"/>
            <p:nvPr/>
          </p:nvSpPr>
          <p:spPr>
            <a:xfrm>
              <a:off x="4432300" y="5157914"/>
              <a:ext cx="698500" cy="240792"/>
            </a:xfrm>
            <a:prstGeom prst="rect">
              <a:avLst/>
            </a:prstGeom>
            <a:noFill/>
          </p:spPr>
          <p:txBody>
            <a:bodyPr wrap="none" lIns="0" rIns="0" tIns="0" bIns="0" anchor="t" anchorCtr="0">
              <a:noAutofit/>
            </a:bodyPr>
            <a:lstStyle/>
            <a:p>
              <a:pPr algn="l">
                <a:lnSpc>
                  <a:spcPts val="1476"/>
                </a:lnSpc>
                <a:spcBef>
                  <a:spcPts val="0"/>
                </a:spcBef>
                <a:spcAft>
                  <a:spcPts val="0"/>
                </a:spcAft>
              </a:pPr>
              <a:r>
                <a:rPr sz="1200" b="1" lang="en-US">
                  <a:solidFill>
                    <a:srgbClr val="007D9D"/>
                  </a:solidFill>
                  <a:latin typeface="Arial"/>
                  <a:ea typeface="SimHei"/>
                </a:rPr>
                <a:t>01.2</a:t>
              </a:r>
            </a:p>
          </p:txBody>
        </p:sp>
        <p:sp>
          <p:nvSpPr>
            <p:cNvPr id="22" name="Text | Why standardize"/>
            <p:cNvSpPr txBox="1"/>
            <p:nvPr/>
          </p:nvSpPr>
          <p:spPr>
            <a:xfrm>
              <a:off x="4432300" y="5492940"/>
              <a:ext cx="3321050" cy="321056"/>
            </a:xfrm>
            <a:prstGeom prst="rect">
              <a:avLst/>
            </a:prstGeom>
            <a:noFill/>
          </p:spPr>
          <p:txBody>
            <a:bodyPr wrap="none" lIns="0" rIns="0" tIns="0" bIns="0" anchor="t" anchorCtr="0">
              <a:noAutofit/>
            </a:bodyPr>
            <a:lstStyle/>
            <a:p>
              <a:pPr algn="l">
                <a:lnSpc>
                  <a:spcPts val="1968"/>
                </a:lnSpc>
                <a:spcBef>
                  <a:spcPts val="0"/>
                </a:spcBef>
                <a:spcAft>
                  <a:spcPts val="0"/>
                </a:spcAft>
              </a:pPr>
              <a:r>
                <a:rPr sz="1600" b="1" lang="en-US">
                  <a:solidFill>
                    <a:srgbClr val="082D48"/>
                  </a:solidFill>
                  <a:latin typeface="Arial"/>
                  <a:ea typeface="SimHei"/>
                </a:rPr>
                <a:t>Why standardize</a:t>
              </a:r>
            </a:p>
          </p:txBody>
        </p:sp>
      </p:grpSp>
      <p:grpSp>
        <p:nvGrpSpPr>
          <p:cNvPr id="23" name="Node | Standard workflow"/>
          <p:cNvGrpSpPr/>
          <p:nvPr/>
        </p:nvGrpSpPr>
        <p:grpSpPr>
          <a:xfrm>
            <a:off x="8115300" y="4978400"/>
            <a:ext cx="3670300" cy="984250"/>
            <a:chOff x="8115300" y="4978400"/>
            <a:chExt cx="3670300" cy="984250"/>
          </a:xfrm>
        </p:grpSpPr>
        <p:sp>
          <p:nvSpPr>
            <p:cNvPr id="24" name="Panel | 4"/>
            <p:cNvSpPr/>
            <p:nvPr/>
          </p:nvSpPr>
          <p:spPr>
            <a:xfrm>
              <a:off x="8115300" y="4978400"/>
              <a:ext cx="3670300" cy="984250"/>
            </a:xfrm>
            <a:prstGeom prst="roundRect">
              <a:avLst>
                <a:gd name="adj" fmla="val 11612"/>
              </a:avLst>
            </a:prstGeom>
            <a:solidFill>
              <a:srgbClr val="FFFFFF"/>
            </a:solidFill>
            <a:ln w="6350" cap="rnd">
              <a:solidFill>
                <a:srgbClr val="C6D8EB"/>
              </a:solidFill>
              <a:round/>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 | 01.3"/>
            <p:cNvSpPr txBox="1"/>
            <p:nvPr/>
          </p:nvSpPr>
          <p:spPr>
            <a:xfrm>
              <a:off x="8286750" y="5157914"/>
              <a:ext cx="698500" cy="240792"/>
            </a:xfrm>
            <a:prstGeom prst="rect">
              <a:avLst/>
            </a:prstGeom>
            <a:noFill/>
          </p:spPr>
          <p:txBody>
            <a:bodyPr wrap="none" lIns="0" rIns="0" tIns="0" bIns="0" anchor="t" anchorCtr="0">
              <a:noAutofit/>
            </a:bodyPr>
            <a:lstStyle/>
            <a:p>
              <a:pPr algn="l">
                <a:lnSpc>
                  <a:spcPts val="1476"/>
                </a:lnSpc>
                <a:spcBef>
                  <a:spcPts val="0"/>
                </a:spcBef>
                <a:spcAft>
                  <a:spcPts val="0"/>
                </a:spcAft>
              </a:pPr>
              <a:r>
                <a:rPr sz="1200" b="1" lang="en-US">
                  <a:solidFill>
                    <a:srgbClr val="007D9D"/>
                  </a:solidFill>
                  <a:latin typeface="Arial"/>
                  <a:ea typeface="SimHei"/>
                </a:rPr>
                <a:t>01.3</a:t>
              </a:r>
            </a:p>
          </p:txBody>
        </p:sp>
        <p:sp>
          <p:nvSpPr>
            <p:cNvPr id="26" name="Text | Standard workflow"/>
            <p:cNvSpPr txBox="1"/>
            <p:nvPr/>
          </p:nvSpPr>
          <p:spPr>
            <a:xfrm>
              <a:off x="8286750" y="5492940"/>
              <a:ext cx="3321050" cy="321056"/>
            </a:xfrm>
            <a:prstGeom prst="rect">
              <a:avLst/>
            </a:prstGeom>
            <a:noFill/>
          </p:spPr>
          <p:txBody>
            <a:bodyPr wrap="none" lIns="0" rIns="0" tIns="0" bIns="0" anchor="t" anchorCtr="0">
              <a:noAutofit/>
            </a:bodyPr>
            <a:lstStyle/>
            <a:p>
              <a:pPr algn="l">
                <a:lnSpc>
                  <a:spcPts val="1968"/>
                </a:lnSpc>
                <a:spcBef>
                  <a:spcPts val="0"/>
                </a:spcBef>
                <a:spcAft>
                  <a:spcPts val="0"/>
                </a:spcAft>
              </a:pPr>
              <a:r>
                <a:rPr sz="1600" b="1" lang="en-US">
                  <a:solidFill>
                    <a:srgbClr val="082D48"/>
                  </a:solidFill>
                  <a:latin typeface="Arial"/>
                  <a:ea typeface="SimHei"/>
                </a:rPr>
                <a:t>Standard workflow</a:t>
              </a:r>
            </a:p>
          </p:txBody>
        </p:sp>
      </p:grpSp>
      <p:sp>
        <p:nvSpPr>
          <p:cNvPr id="27" name="Text | SwiftFlow + HawkeyePlus | One shared method, two complementary platforms"/>
          <p:cNvSpPr txBox="1"/>
          <p:nvPr/>
        </p:nvSpPr>
        <p:spPr>
          <a:xfrm>
            <a:off x="520700" y="6161786"/>
            <a:ext cx="10731500" cy="250825"/>
          </a:xfrm>
          <a:prstGeom prst="rect">
            <a:avLst/>
          </a:prstGeom>
          <a:noFill/>
        </p:spPr>
        <p:txBody>
          <a:bodyPr wrap="none" lIns="0" rIns="0" tIns="0" bIns="0" anchor="t" anchorCtr="0">
            <a:noAutofit/>
          </a:bodyPr>
          <a:lstStyle/>
          <a:p>
            <a:pPr algn="l">
              <a:lnSpc>
                <a:spcPts val="1537"/>
              </a:lnSpc>
              <a:spcBef>
                <a:spcPts val="0"/>
              </a:spcBef>
              <a:spcAft>
                <a:spcPts val="0"/>
              </a:spcAft>
            </a:pPr>
            <a:r>
              <a:rPr sz="1250" b="0" lang="en-US">
                <a:solidFill>
                  <a:srgbClr val="4C6B83"/>
                </a:solidFill>
                <a:latin typeface="Arial"/>
                <a:ea typeface="SimHei"/>
              </a:rPr>
              <a:t>SwiftFlow + HawkeyePlus | One shared method, two complementary platforms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showMasterSp="0">
  <p:cSld>
    <p:bg>
      <p:bgPr>
        <a:solidFill>
          <a:srgbClr val="F5F9FF"/>
        </a:solidFill>
        <a:effectLst/>
      </p:bgPr>
    </p:bg>
    <p:spTree>
      <p:nvGrpSpPr>
        <p:cNvPr id="1" name=""/>
        <p:cNvGrpSpPr/>
        <p:nvPr/>
      </p:nvGrpSpPr>
      <p:grpSpPr/>
      <p:sp>
        <p:nvSpPr>
          <p:cNvPr id="2" name="Panel | 1"/>
          <p:cNvSpPr/>
          <p:nvPr/>
        </p:nvSpPr>
        <p:spPr>
          <a:xfrm>
            <a:off x="406400" y="342900"/>
            <a:ext cx="38100" cy="190500"/>
          </a:xfrm>
          <a:prstGeom prst="roundRect">
            <a:avLst>
              <a:gd name="adj" fmla="val 50000"/>
            </a:avLst>
          </a:prstGeom>
          <a:solidFill>
            <a:srgbClr val="007D9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 | CHAPTER 01 / VISION &amp; RATIONALE"/>
          <p:cNvSpPr txBox="1"/>
          <p:nvPr/>
        </p:nvSpPr>
        <p:spPr>
          <a:xfrm>
            <a:off x="546100" y="356680"/>
            <a:ext cx="9525000" cy="230759"/>
          </a:xfrm>
          <a:prstGeom prst="rect">
            <a:avLst/>
          </a:prstGeom>
          <a:noFill/>
        </p:spPr>
        <p:txBody>
          <a:bodyPr wrap="none" lIns="0" rIns="0" tIns="0" bIns="0" anchor="t" anchorCtr="0">
            <a:noAutofit/>
          </a:bodyPr>
          <a:lstStyle/>
          <a:p>
            <a:pPr algn="l">
              <a:lnSpc>
                <a:spcPts val="1414"/>
              </a:lnSpc>
              <a:spcBef>
                <a:spcPts val="0"/>
              </a:spcBef>
              <a:spcAft>
                <a:spcPts val="0"/>
              </a:spcAft>
            </a:pPr>
            <a:r>
              <a:rPr sz="1150" b="1" lang="en-US">
                <a:solidFill>
                  <a:srgbClr val="4C6B83"/>
                </a:solidFill>
                <a:latin typeface="Arial"/>
                <a:ea typeface="SimHei"/>
              </a:rPr>
              <a:t>CHAPTER 01 / VISION &amp; RATIONALE</a:t>
            </a:r>
          </a:p>
        </p:txBody>
      </p:sp>
      <p:pic>
        <p:nvPicPr>
          <p:cNvPr id="4" name="Picture | Independent image" descr="139ef02520a55c1aaee95c1d6e7f5f730beac004ebb72c9c012b0f76513ab85e.png"/>
          <p:cNvPicPr>
            <a:picLocks noChangeAspect="1"/>
          </p:cNvPicPr>
          <p:nvPr/>
        </p:nvPicPr>
        <p:blipFill>
          <a:blip r:embed="rId2"/>
          <a:stretch>
            <a:fillRect/>
          </a:stretch>
        </p:blipFill>
        <p:spPr>
          <a:xfrm>
            <a:off x="11061700" y="325755"/>
            <a:ext cx="704850" cy="281940"/>
          </a:xfrm>
          <a:prstGeom prst="rect">
            <a:avLst/>
          </a:prstGeom>
        </p:spPr>
      </p:pic>
      <p:sp>
        <p:nvSpPr>
          <p:cNvPr id="5" name="Text | One Standard Workflow for Inspection &amp; Measurement"/>
          <p:cNvSpPr txBox="1"/>
          <p:nvPr/>
        </p:nvSpPr>
        <p:spPr>
          <a:xfrm>
            <a:off x="406400" y="599376"/>
            <a:ext cx="11303000" cy="571881"/>
          </a:xfrm>
          <a:prstGeom prst="rect">
            <a:avLst/>
          </a:prstGeom>
          <a:noFill/>
        </p:spPr>
        <p:txBody>
          <a:bodyPr wrap="none" lIns="0" rIns="0" tIns="0" bIns="0" anchor="t" anchorCtr="0">
            <a:noAutofit/>
          </a:bodyPr>
          <a:lstStyle/>
          <a:p>
            <a:pPr algn="l">
              <a:lnSpc>
                <a:spcPts val="3505"/>
              </a:lnSpc>
              <a:spcBef>
                <a:spcPts val="0"/>
              </a:spcBef>
              <a:spcAft>
                <a:spcPts val="0"/>
              </a:spcAft>
            </a:pPr>
            <a:r>
              <a:rPr sz="2850" b="1" lang="en-US">
                <a:solidFill>
                  <a:srgbClr val="082D48"/>
                </a:solidFill>
                <a:latin typeface="Arial"/>
                <a:ea typeface="SimHei"/>
              </a:rPr>
              <a:t>One Standard Workflow for Inspection &amp; Measurement</a:t>
            </a:r>
          </a:p>
        </p:txBody>
      </p:sp>
      <p:sp>
        <p:nvSpPr>
          <p:cNvPr id="6" name="Text | Connect hardware design, inspection workflows and algorithm development through two complementary platforms"/>
          <p:cNvSpPr txBox="1"/>
          <p:nvPr/>
        </p:nvSpPr>
        <p:spPr>
          <a:xfrm>
            <a:off x="425450" y="1064578"/>
            <a:ext cx="11239500" cy="280924"/>
          </a:xfrm>
          <a:prstGeom prst="rect">
            <a:avLst/>
          </a:prstGeom>
          <a:noFill/>
        </p:spPr>
        <p:txBody>
          <a:bodyPr wrap="none" lIns="0" rIns="0" tIns="0" bIns="0" anchor="t" anchorCtr="0">
            <a:noAutofit/>
          </a:bodyPr>
          <a:lstStyle/>
          <a:p>
            <a:pPr algn="l">
              <a:lnSpc>
                <a:spcPts val="1722"/>
              </a:lnSpc>
              <a:spcBef>
                <a:spcPts val="0"/>
              </a:spcBef>
              <a:spcAft>
                <a:spcPts val="0"/>
              </a:spcAft>
            </a:pPr>
            <a:r>
              <a:rPr sz="1400" b="0" lang="en-US">
                <a:solidFill>
                  <a:srgbClr val="4C6B83"/>
                </a:solidFill>
                <a:latin typeface="Arial"/>
                <a:ea typeface="SimHei"/>
              </a:rPr>
              <a:t>Connect hardware design, inspection workflows and algorithm development through two complementary platforms</a:t>
            </a:r>
          </a:p>
        </p:txBody>
      </p:sp>
      <p:cxnSp>
        <p:nvCxnSpPr>
          <p:cNvPr id="7" name="Connector | 1"/>
          <p:cNvCxnSpPr/>
          <p:nvPr/>
        </p:nvCxnSpPr>
        <p:spPr>
          <a:xfrm>
            <a:off x="406400" y="6521450"/>
            <a:ext cx="11379200" cy="0"/>
          </a:xfrm>
          <a:prstGeom prst="line">
            <a:avLst/>
          </a:prstGeom>
          <a:ln w="6350" cap="rnd">
            <a:solidFill>
              <a:srgbClr val="C6D8EB"/>
            </a:solidFill>
            <a:round/>
          </a:ln>
        </p:spPr>
        <p:style>
          <a:lnRef idx="2">
            <a:schemeClr val="accent1"/>
          </a:lnRef>
          <a:fillRef idx="0">
            <a:schemeClr val="accent1"/>
          </a:fillRef>
          <a:effectRef idx="1">
            <a:schemeClr val="accent1"/>
          </a:effectRef>
          <a:fontRef idx="minor">
            <a:schemeClr val="tx1"/>
          </a:fontRef>
        </p:style>
      </p:cxnSp>
      <p:sp>
        <p:nvSpPr>
          <p:cNvPr id="8" name="Text | SwiftFlow + HawkeyePlus  |  Industrial Vision Engineering"/>
          <p:cNvSpPr txBox="1"/>
          <p:nvPr/>
        </p:nvSpPr>
        <p:spPr>
          <a:xfrm>
            <a:off x="412750" y="6607238"/>
            <a:ext cx="8255000" cy="160528"/>
          </a:xfrm>
          <a:prstGeom prst="rect">
            <a:avLst/>
          </a:prstGeom>
          <a:noFill/>
        </p:spPr>
        <p:txBody>
          <a:bodyPr wrap="none" lIns="0" rIns="0" tIns="0" bIns="0" anchor="t" anchorCtr="0">
            <a:noAutofit/>
          </a:bodyPr>
          <a:lstStyle/>
          <a:p>
            <a:pPr algn="l">
              <a:lnSpc>
                <a:spcPts val="984"/>
              </a:lnSpc>
              <a:spcBef>
                <a:spcPts val="0"/>
              </a:spcBef>
              <a:spcAft>
                <a:spcPts val="0"/>
              </a:spcAft>
            </a:pPr>
            <a:r>
              <a:rPr sz="800" b="0" lang="en-US">
                <a:solidFill>
                  <a:srgbClr val="4C6B83"/>
                </a:solidFill>
                <a:latin typeface="Arial"/>
                <a:ea typeface="SimHei"/>
              </a:rPr>
              <a:t>SwiftFlow + HawkeyePlus  |  Industrial Vision Engineering</a:t>
            </a:r>
          </a:p>
        </p:txBody>
      </p:sp>
      <p:sp>
        <p:nvSpPr>
          <p:cNvPr id="9" name="Text | WD CONFIDENTIAL"/>
          <p:cNvSpPr txBox="1"/>
          <p:nvPr/>
        </p:nvSpPr>
        <p:spPr>
          <a:xfrm>
            <a:off x="8559800" y="6613017"/>
            <a:ext cx="2540000" cy="150495"/>
          </a:xfrm>
          <a:prstGeom prst="rect">
            <a:avLst/>
          </a:prstGeom>
          <a:noFill/>
        </p:spPr>
        <p:txBody>
          <a:bodyPr wrap="none" lIns="0" rIns="0" tIns="0" bIns="0" anchor="t" anchorCtr="0">
            <a:noAutofit/>
          </a:bodyPr>
          <a:lstStyle/>
          <a:p>
            <a:pPr algn="r">
              <a:lnSpc>
                <a:spcPts val="922"/>
              </a:lnSpc>
              <a:spcBef>
                <a:spcPts val="0"/>
              </a:spcBef>
              <a:spcAft>
                <a:spcPts val="0"/>
              </a:spcAft>
            </a:pPr>
            <a:r>
              <a:rPr sz="750" b="0" lang="en-US">
                <a:solidFill>
                  <a:srgbClr val="4C6B83"/>
                </a:solidFill>
                <a:latin typeface="Arial"/>
                <a:ea typeface="SimHei"/>
              </a:rPr>
              <a:t>WD CONFIDENTIAL</a:t>
            </a:r>
          </a:p>
        </p:txBody>
      </p:sp>
      <p:sp>
        <p:nvSpPr>
          <p:cNvPr id="10" name="Text | 04 / 20"/>
          <p:cNvSpPr txBox="1"/>
          <p:nvPr/>
        </p:nvSpPr>
        <p:spPr>
          <a:xfrm>
            <a:off x="11137900" y="6607238"/>
            <a:ext cx="635000" cy="160528"/>
          </a:xfrm>
          <a:prstGeom prst="rect">
            <a:avLst/>
          </a:prstGeom>
          <a:noFill/>
        </p:spPr>
        <p:txBody>
          <a:bodyPr wrap="none" lIns="0" rIns="0" tIns="0" bIns="0" anchor="t" anchorCtr="0">
            <a:noAutofit/>
          </a:bodyPr>
          <a:lstStyle/>
          <a:p>
            <a:pPr algn="r">
              <a:lnSpc>
                <a:spcPts val="984"/>
              </a:lnSpc>
              <a:spcBef>
                <a:spcPts val="0"/>
              </a:spcBef>
              <a:spcAft>
                <a:spcPts val="0"/>
              </a:spcAft>
            </a:pPr>
            <a:r>
              <a:rPr sz="800" b="0" lang="en-US">
                <a:solidFill>
                  <a:srgbClr val="4C6B83"/>
                </a:solidFill>
                <a:latin typeface="Arial"/>
                <a:ea typeface="SimHei"/>
              </a:rPr>
              <a:t>04 / 20</a:t>
            </a:r>
          </a:p>
        </p:txBody>
      </p:sp>
      <p:grpSp>
        <p:nvGrpSpPr>
          <p:cNvPr id="11" name="Node | SwiftFlow"/>
          <p:cNvGrpSpPr/>
          <p:nvPr/>
        </p:nvGrpSpPr>
        <p:grpSpPr>
          <a:xfrm>
            <a:off x="406400" y="1524000"/>
            <a:ext cx="5461000" cy="2959100"/>
            <a:chOff x="406400" y="1524000"/>
            <a:chExt cx="5461000" cy="2959100"/>
          </a:xfrm>
        </p:grpSpPr>
        <p:sp>
          <p:nvSpPr>
            <p:cNvPr id="12" name="Panel | 2"/>
            <p:cNvSpPr/>
            <p:nvPr/>
          </p:nvSpPr>
          <p:spPr>
            <a:xfrm>
              <a:off x="406400" y="1524000"/>
              <a:ext cx="5461000" cy="2959100"/>
            </a:xfrm>
            <a:prstGeom prst="roundRect">
              <a:avLst>
                <a:gd name="adj" fmla="val 4935"/>
              </a:avLst>
            </a:prstGeom>
            <a:solidFill>
              <a:srgbClr val="FFFFFF"/>
            </a:solidFill>
            <a:ln w="6350" cap="rnd">
              <a:solidFill>
                <a:srgbClr val="C6D8EB"/>
              </a:solidFill>
              <a:round/>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 | SwiftFlow"/>
            <p:cNvSpPr txBox="1"/>
            <p:nvPr/>
          </p:nvSpPr>
          <p:spPr>
            <a:xfrm>
              <a:off x="609600" y="1615122"/>
              <a:ext cx="5048250" cy="461518"/>
            </a:xfrm>
            <a:prstGeom prst="rect">
              <a:avLst/>
            </a:prstGeom>
            <a:noFill/>
          </p:spPr>
          <p:txBody>
            <a:bodyPr wrap="none" lIns="0" rIns="0" tIns="0" bIns="0" anchor="t" anchorCtr="0">
              <a:noAutofit/>
            </a:bodyPr>
            <a:lstStyle/>
            <a:p>
              <a:pPr algn="l">
                <a:lnSpc>
                  <a:spcPts val="2829"/>
                </a:lnSpc>
                <a:spcBef>
                  <a:spcPts val="0"/>
                </a:spcBef>
                <a:spcAft>
                  <a:spcPts val="0"/>
                </a:spcAft>
              </a:pPr>
              <a:r>
                <a:rPr sz="2300" b="1" lang="en-US">
                  <a:solidFill>
                    <a:srgbClr val="007D9D"/>
                  </a:solidFill>
                  <a:latin typeface="Arial"/>
                  <a:ea typeface="SimHei"/>
                </a:rPr>
                <a:t>SwiftFlow</a:t>
              </a:r>
            </a:p>
          </p:txBody>
        </p:sp>
        <p:pic>
          <p:nvPicPr>
            <p:cNvPr id="14" name="Picture | Independent image" descr="5f1bcf78ecb92f4492224ef45a833bd24f87b72940a435af1d4530231d53bab7.png"/>
            <p:cNvPicPr>
              <a:picLocks noChangeAspect="1"/>
            </p:cNvPicPr>
            <p:nvPr/>
          </p:nvPicPr>
          <p:blipFill>
            <a:blip r:embed="rId3"/>
            <a:stretch>
              <a:fillRect/>
            </a:stretch>
          </p:blipFill>
          <p:spPr>
            <a:xfrm>
              <a:off x="755639" y="2057400"/>
              <a:ext cx="2266972" cy="1784350"/>
            </a:xfrm>
            <a:prstGeom prst="rect">
              <a:avLst/>
            </a:prstGeom>
          </p:spPr>
        </p:pic>
        <p:sp>
          <p:nvSpPr>
            <p:cNvPr id="15" name="Circle | 1"/>
            <p:cNvSpPr/>
            <p:nvPr/>
          </p:nvSpPr>
          <p:spPr>
            <a:xfrm>
              <a:off x="3384550" y="2413000"/>
              <a:ext cx="63500" cy="63500"/>
            </a:xfrm>
            <a:prstGeom prst="ellipse">
              <a:avLst/>
            </a:prstGeom>
            <a:solidFill>
              <a:srgbClr val="007D9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 | Equipment integration"/>
            <p:cNvSpPr txBox="1"/>
            <p:nvPr/>
          </p:nvSpPr>
          <p:spPr>
            <a:xfrm>
              <a:off x="3536950" y="2342134"/>
              <a:ext cx="2120900" cy="300990"/>
            </a:xfrm>
            <a:prstGeom prst="rect">
              <a:avLst/>
            </a:prstGeom>
            <a:noFill/>
          </p:spPr>
          <p:txBody>
            <a:bodyPr wrap="none" lIns="0" rIns="0" tIns="0" bIns="0" anchor="t" anchorCtr="0">
              <a:noAutofit/>
            </a:bodyPr>
            <a:lstStyle/>
            <a:p>
              <a:pPr algn="l">
                <a:lnSpc>
                  <a:spcPts val="1845"/>
                </a:lnSpc>
                <a:spcBef>
                  <a:spcPts val="0"/>
                </a:spcBef>
                <a:spcAft>
                  <a:spcPts val="0"/>
                </a:spcAft>
              </a:pPr>
              <a:r>
                <a:rPr sz="1500" b="0" lang="en-US">
                  <a:solidFill>
                    <a:srgbClr val="082D48"/>
                  </a:solidFill>
                  <a:latin typeface="Arial"/>
                  <a:ea typeface="SimHei"/>
                </a:rPr>
                <a:t>Equipment integration</a:t>
              </a:r>
            </a:p>
          </p:txBody>
        </p:sp>
        <p:sp>
          <p:nvSpPr>
            <p:cNvPr id="17" name="Circle | 2"/>
            <p:cNvSpPr/>
            <p:nvPr/>
          </p:nvSpPr>
          <p:spPr>
            <a:xfrm>
              <a:off x="3384550" y="2882900"/>
              <a:ext cx="63500" cy="63500"/>
            </a:xfrm>
            <a:prstGeom prst="ellipse">
              <a:avLst/>
            </a:prstGeom>
            <a:solidFill>
              <a:srgbClr val="007D9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 | Workflow orchestration"/>
            <p:cNvSpPr txBox="1"/>
            <p:nvPr/>
          </p:nvSpPr>
          <p:spPr>
            <a:xfrm>
              <a:off x="3536950" y="2812034"/>
              <a:ext cx="2120900" cy="300990"/>
            </a:xfrm>
            <a:prstGeom prst="rect">
              <a:avLst/>
            </a:prstGeom>
            <a:noFill/>
          </p:spPr>
          <p:txBody>
            <a:bodyPr wrap="none" lIns="0" rIns="0" tIns="0" bIns="0" anchor="t" anchorCtr="0">
              <a:noAutofit/>
            </a:bodyPr>
            <a:lstStyle/>
            <a:p>
              <a:pPr algn="l">
                <a:lnSpc>
                  <a:spcPts val="1845"/>
                </a:lnSpc>
                <a:spcBef>
                  <a:spcPts val="0"/>
                </a:spcBef>
                <a:spcAft>
                  <a:spcPts val="0"/>
                </a:spcAft>
              </a:pPr>
              <a:r>
                <a:rPr sz="1500" b="0" lang="en-US">
                  <a:solidFill>
                    <a:srgbClr val="082D48"/>
                  </a:solidFill>
                  <a:latin typeface="Arial"/>
                  <a:ea typeface="SimHei"/>
                </a:rPr>
                <a:t>Workflow orchestration</a:t>
              </a:r>
            </a:p>
          </p:txBody>
        </p:sp>
        <p:sp>
          <p:nvSpPr>
            <p:cNvPr id="19" name="Circle | 3"/>
            <p:cNvSpPr/>
            <p:nvPr/>
          </p:nvSpPr>
          <p:spPr>
            <a:xfrm>
              <a:off x="3384550" y="3352800"/>
              <a:ext cx="63500" cy="63500"/>
            </a:xfrm>
            <a:prstGeom prst="ellipse">
              <a:avLst/>
            </a:prstGeom>
            <a:solidFill>
              <a:srgbClr val="007D9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 | Inspection execution"/>
            <p:cNvSpPr txBox="1"/>
            <p:nvPr/>
          </p:nvSpPr>
          <p:spPr>
            <a:xfrm>
              <a:off x="3536950" y="3281934"/>
              <a:ext cx="2120900" cy="300990"/>
            </a:xfrm>
            <a:prstGeom prst="rect">
              <a:avLst/>
            </a:prstGeom>
            <a:noFill/>
          </p:spPr>
          <p:txBody>
            <a:bodyPr wrap="none" lIns="0" rIns="0" tIns="0" bIns="0" anchor="t" anchorCtr="0">
              <a:noAutofit/>
            </a:bodyPr>
            <a:lstStyle/>
            <a:p>
              <a:pPr algn="l">
                <a:lnSpc>
                  <a:spcPts val="1845"/>
                </a:lnSpc>
                <a:spcBef>
                  <a:spcPts val="0"/>
                </a:spcBef>
                <a:spcAft>
                  <a:spcPts val="0"/>
                </a:spcAft>
              </a:pPr>
              <a:r>
                <a:rPr sz="1500" b="0" lang="en-US">
                  <a:solidFill>
                    <a:srgbClr val="082D48"/>
                  </a:solidFill>
                  <a:latin typeface="Arial"/>
                  <a:ea typeface="SimHei"/>
                </a:rPr>
                <a:t>Inspection execution</a:t>
              </a:r>
            </a:p>
          </p:txBody>
        </p:sp>
        <p:sp>
          <p:nvSpPr>
            <p:cNvPr id="21" name="Text | Turn hardware, algorithms and process logic into executable workflows"/>
            <p:cNvSpPr txBox="1"/>
            <p:nvPr/>
          </p:nvSpPr>
          <p:spPr>
            <a:xfrm>
              <a:off x="628650" y="4064762"/>
              <a:ext cx="5016500" cy="242397"/>
            </a:xfrm>
            <a:prstGeom prst="rect">
              <a:avLst/>
            </a:prstGeom>
            <a:noFill/>
          </p:spPr>
          <p:txBody>
            <a:bodyPr wrap="none" lIns="0" rIns="0" tIns="0" bIns="0" anchor="t" anchorCtr="0">
              <a:noAutofit/>
            </a:bodyPr>
            <a:lstStyle/>
            <a:p>
              <a:pPr algn="ctr">
                <a:lnSpc>
                  <a:spcPts val="1485"/>
                </a:lnSpc>
                <a:spcBef>
                  <a:spcPts val="0"/>
                </a:spcBef>
                <a:spcAft>
                  <a:spcPts val="0"/>
                </a:spcAft>
              </a:pPr>
              <a:r>
                <a:rPr sz="1208" b="0" lang="en-US">
                  <a:solidFill>
                    <a:srgbClr val="4C6B83"/>
                  </a:solidFill>
                  <a:latin typeface="Arial"/>
                  <a:ea typeface="SimHei"/>
                </a:rPr>
                <a:t>Turn hardware, algorithms and process logic into executable workflows</a:t>
              </a:r>
            </a:p>
          </p:txBody>
        </p:sp>
      </p:grpSp>
      <p:grpSp>
        <p:nvGrpSpPr>
          <p:cNvPr id="22" name="Node | HawkeyePlus"/>
          <p:cNvGrpSpPr/>
          <p:nvPr/>
        </p:nvGrpSpPr>
        <p:grpSpPr>
          <a:xfrm>
            <a:off x="6324600" y="1524000"/>
            <a:ext cx="5461000" cy="2959100"/>
            <a:chOff x="6324600" y="1524000"/>
            <a:chExt cx="5461000" cy="2959100"/>
          </a:xfrm>
        </p:grpSpPr>
        <p:sp>
          <p:nvSpPr>
            <p:cNvPr id="23" name="Panel | 3"/>
            <p:cNvSpPr/>
            <p:nvPr/>
          </p:nvSpPr>
          <p:spPr>
            <a:xfrm>
              <a:off x="6324600" y="1524000"/>
              <a:ext cx="5461000" cy="2959100"/>
            </a:xfrm>
            <a:prstGeom prst="roundRect">
              <a:avLst>
                <a:gd name="adj" fmla="val 4935"/>
              </a:avLst>
            </a:prstGeom>
            <a:solidFill>
              <a:srgbClr val="FFFFFF"/>
            </a:solidFill>
            <a:ln w="6350" cap="rnd">
              <a:solidFill>
                <a:srgbClr val="C6D8EB"/>
              </a:solidFill>
              <a:round/>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 | HawkeyePlus"/>
            <p:cNvSpPr txBox="1"/>
            <p:nvPr/>
          </p:nvSpPr>
          <p:spPr>
            <a:xfrm>
              <a:off x="6527800" y="1615122"/>
              <a:ext cx="5048250" cy="461518"/>
            </a:xfrm>
            <a:prstGeom prst="rect">
              <a:avLst/>
            </a:prstGeom>
            <a:noFill/>
          </p:spPr>
          <p:txBody>
            <a:bodyPr wrap="none" lIns="0" rIns="0" tIns="0" bIns="0" anchor="t" anchorCtr="0">
              <a:noAutofit/>
            </a:bodyPr>
            <a:lstStyle/>
            <a:p>
              <a:pPr algn="l">
                <a:lnSpc>
                  <a:spcPts val="2829"/>
                </a:lnSpc>
                <a:spcBef>
                  <a:spcPts val="0"/>
                </a:spcBef>
                <a:spcAft>
                  <a:spcPts val="0"/>
                </a:spcAft>
              </a:pPr>
              <a:r>
                <a:rPr sz="2300" b="1" lang="en-US">
                  <a:solidFill>
                    <a:srgbClr val="087F79"/>
                  </a:solidFill>
                  <a:latin typeface="Arial"/>
                  <a:ea typeface="SimHei"/>
                </a:rPr>
                <a:t>HawkeyePlus</a:t>
              </a:r>
            </a:p>
          </p:txBody>
        </p:sp>
        <p:pic>
          <p:nvPicPr>
            <p:cNvPr id="25" name="Picture | Independent image" descr="0e1cacdd2dd64d49c68307ca39c10d929dcfdd478b4480a29a0805d6b17ec43b.png"/>
            <p:cNvPicPr>
              <a:picLocks noChangeAspect="1"/>
            </p:cNvPicPr>
            <p:nvPr/>
          </p:nvPicPr>
          <p:blipFill>
            <a:blip r:embed="rId4"/>
            <a:stretch>
              <a:fillRect/>
            </a:stretch>
          </p:blipFill>
          <p:spPr>
            <a:xfrm>
              <a:off x="6483350" y="2331720"/>
              <a:ext cx="2647950" cy="1235710"/>
            </a:xfrm>
            <a:prstGeom prst="rect">
              <a:avLst/>
            </a:prstGeom>
          </p:spPr>
        </p:pic>
        <p:sp>
          <p:nvSpPr>
            <p:cNvPr id="26" name="Circle | 4"/>
            <p:cNvSpPr/>
            <p:nvPr/>
          </p:nvSpPr>
          <p:spPr>
            <a:xfrm>
              <a:off x="9302750" y="2413000"/>
              <a:ext cx="63500" cy="63500"/>
            </a:xfrm>
            <a:prstGeom prst="ellipse">
              <a:avLst/>
            </a:prstGeom>
            <a:solidFill>
              <a:srgbClr val="007D9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 | Data &amp; annotations"/>
            <p:cNvSpPr txBox="1"/>
            <p:nvPr/>
          </p:nvSpPr>
          <p:spPr>
            <a:xfrm>
              <a:off x="9455150" y="2342134"/>
              <a:ext cx="2120900" cy="300990"/>
            </a:xfrm>
            <a:prstGeom prst="rect">
              <a:avLst/>
            </a:prstGeom>
            <a:noFill/>
          </p:spPr>
          <p:txBody>
            <a:bodyPr wrap="none" lIns="0" rIns="0" tIns="0" bIns="0" anchor="t" anchorCtr="0">
              <a:noAutofit/>
            </a:bodyPr>
            <a:lstStyle/>
            <a:p>
              <a:pPr algn="l">
                <a:lnSpc>
                  <a:spcPts val="1845"/>
                </a:lnSpc>
                <a:spcBef>
                  <a:spcPts val="0"/>
                </a:spcBef>
                <a:spcAft>
                  <a:spcPts val="0"/>
                </a:spcAft>
              </a:pPr>
              <a:r>
                <a:rPr sz="1500" b="0" lang="en-US">
                  <a:solidFill>
                    <a:srgbClr val="082D48"/>
                  </a:solidFill>
                  <a:latin typeface="Arial"/>
                  <a:ea typeface="SimHei"/>
                </a:rPr>
                <a:t>Data &amp; annotations</a:t>
              </a:r>
            </a:p>
          </p:txBody>
        </p:sp>
        <p:sp>
          <p:nvSpPr>
            <p:cNvPr id="28" name="Circle | 5"/>
            <p:cNvSpPr/>
            <p:nvPr/>
          </p:nvSpPr>
          <p:spPr>
            <a:xfrm>
              <a:off x="9302750" y="2882900"/>
              <a:ext cx="63500" cy="63500"/>
            </a:xfrm>
            <a:prstGeom prst="ellipse">
              <a:avLst/>
            </a:prstGeom>
            <a:solidFill>
              <a:srgbClr val="007D9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 | Model training"/>
            <p:cNvSpPr txBox="1"/>
            <p:nvPr/>
          </p:nvSpPr>
          <p:spPr>
            <a:xfrm>
              <a:off x="9455150" y="2812034"/>
              <a:ext cx="2120900" cy="300990"/>
            </a:xfrm>
            <a:prstGeom prst="rect">
              <a:avLst/>
            </a:prstGeom>
            <a:noFill/>
          </p:spPr>
          <p:txBody>
            <a:bodyPr wrap="none" lIns="0" rIns="0" tIns="0" bIns="0" anchor="t" anchorCtr="0">
              <a:noAutofit/>
            </a:bodyPr>
            <a:lstStyle/>
            <a:p>
              <a:pPr algn="l">
                <a:lnSpc>
                  <a:spcPts val="1845"/>
                </a:lnSpc>
                <a:spcBef>
                  <a:spcPts val="0"/>
                </a:spcBef>
                <a:spcAft>
                  <a:spcPts val="0"/>
                </a:spcAft>
              </a:pPr>
              <a:r>
                <a:rPr sz="1500" b="0" lang="en-US">
                  <a:solidFill>
                    <a:srgbClr val="082D48"/>
                  </a:solidFill>
                  <a:latin typeface="Arial"/>
                  <a:ea typeface="SimHei"/>
                </a:rPr>
                <a:t>Model training</a:t>
              </a:r>
            </a:p>
          </p:txBody>
        </p:sp>
        <p:sp>
          <p:nvSpPr>
            <p:cNvPr id="30" name="Circle | 6"/>
            <p:cNvSpPr/>
            <p:nvPr/>
          </p:nvSpPr>
          <p:spPr>
            <a:xfrm>
              <a:off x="9302750" y="3352800"/>
              <a:ext cx="63500" cy="63500"/>
            </a:xfrm>
            <a:prstGeom prst="ellipse">
              <a:avLst/>
            </a:prstGeom>
            <a:solidFill>
              <a:srgbClr val="007D9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 | Validation &amp; release"/>
            <p:cNvSpPr txBox="1"/>
            <p:nvPr/>
          </p:nvSpPr>
          <p:spPr>
            <a:xfrm>
              <a:off x="9455150" y="3281934"/>
              <a:ext cx="2120900" cy="300990"/>
            </a:xfrm>
            <a:prstGeom prst="rect">
              <a:avLst/>
            </a:prstGeom>
            <a:noFill/>
          </p:spPr>
          <p:txBody>
            <a:bodyPr wrap="none" lIns="0" rIns="0" tIns="0" bIns="0" anchor="t" anchorCtr="0">
              <a:noAutofit/>
            </a:bodyPr>
            <a:lstStyle/>
            <a:p>
              <a:pPr algn="l">
                <a:lnSpc>
                  <a:spcPts val="1845"/>
                </a:lnSpc>
                <a:spcBef>
                  <a:spcPts val="0"/>
                </a:spcBef>
                <a:spcAft>
                  <a:spcPts val="0"/>
                </a:spcAft>
              </a:pPr>
              <a:r>
                <a:rPr sz="1500" b="0" lang="en-US">
                  <a:solidFill>
                    <a:srgbClr val="082D48"/>
                  </a:solidFill>
                  <a:latin typeface="Arial"/>
                  <a:ea typeface="SimHei"/>
                </a:rPr>
                <a:t>Validation &amp; release</a:t>
              </a:r>
            </a:p>
          </p:txBody>
        </p:sp>
        <p:sp>
          <p:nvSpPr>
            <p:cNvPr id="32" name="Text | Turn industrial images into validated, deliverable models"/>
            <p:cNvSpPr txBox="1"/>
            <p:nvPr/>
          </p:nvSpPr>
          <p:spPr>
            <a:xfrm>
              <a:off x="6546850" y="4048442"/>
              <a:ext cx="5016500" cy="270891"/>
            </a:xfrm>
            <a:prstGeom prst="rect">
              <a:avLst/>
            </a:prstGeom>
            <a:noFill/>
          </p:spPr>
          <p:txBody>
            <a:bodyPr wrap="none" lIns="0" rIns="0" tIns="0" bIns="0" anchor="t" anchorCtr="0">
              <a:noAutofit/>
            </a:bodyPr>
            <a:lstStyle/>
            <a:p>
              <a:pPr algn="ctr">
                <a:lnSpc>
                  <a:spcPts val="1660"/>
                </a:lnSpc>
                <a:spcBef>
                  <a:spcPts val="0"/>
                </a:spcBef>
                <a:spcAft>
                  <a:spcPts val="0"/>
                </a:spcAft>
              </a:pPr>
              <a:r>
                <a:rPr sz="1350" b="0" lang="en-US">
                  <a:solidFill>
                    <a:srgbClr val="4C6B83"/>
                  </a:solidFill>
                  <a:latin typeface="Arial"/>
                  <a:ea typeface="SimHei"/>
                </a:rPr>
                <a:t>Turn industrial images into validated, deliverable models</a:t>
              </a:r>
            </a:p>
          </p:txBody>
        </p:sp>
      </p:grpSp>
      <p:sp>
        <p:nvSpPr>
          <p:cNvPr id="33" name="Text | Samples"/>
          <p:cNvSpPr txBox="1"/>
          <p:nvPr/>
        </p:nvSpPr>
        <p:spPr>
          <a:xfrm>
            <a:off x="5873750" y="2453132"/>
            <a:ext cx="444500" cy="173671"/>
          </a:xfrm>
          <a:prstGeom prst="rect">
            <a:avLst/>
          </a:prstGeom>
          <a:noFill/>
        </p:spPr>
        <p:txBody>
          <a:bodyPr wrap="none" lIns="0" rIns="0" tIns="0" bIns="0" anchor="t" anchorCtr="0">
            <a:noAutofit/>
          </a:bodyPr>
          <a:lstStyle/>
          <a:p>
            <a:pPr algn="ctr">
              <a:lnSpc>
                <a:spcPts val="1064"/>
              </a:lnSpc>
              <a:spcBef>
                <a:spcPts val="0"/>
              </a:spcBef>
              <a:spcAft>
                <a:spcPts val="0"/>
              </a:spcAft>
            </a:pPr>
            <a:r>
              <a:rPr sz="865" b="0" lang="en-US">
                <a:solidFill>
                  <a:srgbClr val="007D9D"/>
                </a:solidFill>
                <a:latin typeface="Arial"/>
                <a:ea typeface="SimHei"/>
              </a:rPr>
              <a:t>Samples</a:t>
            </a:r>
          </a:p>
        </p:txBody>
      </p:sp>
      <p:cxnSp>
        <p:nvCxnSpPr>
          <p:cNvPr id="34" name="Connector | 2"/>
          <p:cNvCxnSpPr/>
          <p:nvPr/>
        </p:nvCxnSpPr>
        <p:spPr>
          <a:xfrm>
            <a:off x="5924550" y="2686050"/>
            <a:ext cx="336550" cy="0"/>
          </a:xfrm>
          <a:prstGeom prst="line">
            <a:avLst/>
          </a:prstGeom>
          <a:ln w="15875" cap="rnd">
            <a:solidFill>
              <a:srgbClr val="007D9D"/>
            </a:solidFill>
            <a:round/>
            <a:tailEnd type="arrow" w="sm" len="sm"/>
          </a:ln>
        </p:spPr>
        <p:style>
          <a:lnRef idx="2">
            <a:schemeClr val="accent1"/>
          </a:lnRef>
          <a:fillRef idx="0">
            <a:schemeClr val="accent1"/>
          </a:fillRef>
          <a:effectRef idx="1">
            <a:schemeClr val="accent1"/>
          </a:effectRef>
          <a:fontRef idx="minor">
            <a:schemeClr val="tx1"/>
          </a:fontRef>
        </p:style>
      </p:cxnSp>
      <p:sp>
        <p:nvSpPr>
          <p:cNvPr id="35" name="Text | Models"/>
          <p:cNvSpPr txBox="1"/>
          <p:nvPr/>
        </p:nvSpPr>
        <p:spPr>
          <a:xfrm>
            <a:off x="5873750" y="3097466"/>
            <a:ext cx="444500" cy="190627"/>
          </a:xfrm>
          <a:prstGeom prst="rect">
            <a:avLst/>
          </a:prstGeom>
          <a:noFill/>
        </p:spPr>
        <p:txBody>
          <a:bodyPr wrap="none" lIns="0" rIns="0" tIns="0" bIns="0" anchor="t" anchorCtr="0">
            <a:noAutofit/>
          </a:bodyPr>
          <a:lstStyle/>
          <a:p>
            <a:pPr algn="ctr">
              <a:lnSpc>
                <a:spcPts val="1168"/>
              </a:lnSpc>
              <a:spcBef>
                <a:spcPts val="0"/>
              </a:spcBef>
              <a:spcAft>
                <a:spcPts val="0"/>
              </a:spcAft>
            </a:pPr>
            <a:r>
              <a:rPr sz="950" b="0" lang="en-US">
                <a:solidFill>
                  <a:srgbClr val="087F79"/>
                </a:solidFill>
                <a:latin typeface="Arial"/>
                <a:ea typeface="SimHei"/>
              </a:rPr>
              <a:t>Models</a:t>
            </a:r>
          </a:p>
        </p:txBody>
      </p:sp>
      <p:cxnSp>
        <p:nvCxnSpPr>
          <p:cNvPr id="36" name="Connector | 3"/>
          <p:cNvCxnSpPr/>
          <p:nvPr/>
        </p:nvCxnSpPr>
        <p:spPr>
          <a:xfrm flipH="1">
            <a:off x="5924550" y="3340100"/>
            <a:ext cx="336550" cy="0"/>
          </a:xfrm>
          <a:prstGeom prst="line">
            <a:avLst/>
          </a:prstGeom>
          <a:ln w="15875" cap="rnd">
            <a:solidFill>
              <a:srgbClr val="087F79"/>
            </a:solidFill>
            <a:round/>
            <a:tailEnd type="arrow" w="sm" len="sm"/>
          </a:ln>
        </p:spPr>
        <p:style>
          <a:lnRef idx="2">
            <a:schemeClr val="accent1"/>
          </a:lnRef>
          <a:fillRef idx="0">
            <a:schemeClr val="accent1"/>
          </a:fillRef>
          <a:effectRef idx="1">
            <a:schemeClr val="accent1"/>
          </a:effectRef>
          <a:fontRef idx="minor">
            <a:schemeClr val="tx1"/>
          </a:fontRef>
        </p:style>
      </p:cxnSp>
      <p:sp>
        <p:nvSpPr>
          <p:cNvPr id="37" name="Panel | 4"/>
          <p:cNvSpPr/>
          <p:nvPr/>
        </p:nvSpPr>
        <p:spPr>
          <a:xfrm>
            <a:off x="406400" y="4692650"/>
            <a:ext cx="11379200" cy="406400"/>
          </a:xfrm>
          <a:prstGeom prst="roundRect">
            <a:avLst>
              <a:gd name="adj" fmla="val 21875"/>
            </a:avLst>
          </a:prstGeom>
          <a:solidFill>
            <a:srgbClr val="E9F1FC"/>
          </a:solidFill>
          <a:ln w="6350" cap="rnd">
            <a:solidFill>
              <a:srgbClr val="C6D8EB"/>
            </a:solidFill>
            <a:round/>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 | Shared method: Define the goal → Design &amp; build → Adapt &amp; validate → Standardize delivery"/>
          <p:cNvSpPr txBox="1"/>
          <p:nvPr/>
        </p:nvSpPr>
        <p:spPr>
          <a:xfrm>
            <a:off x="635000" y="4792599"/>
            <a:ext cx="10922000" cy="290957"/>
          </a:xfrm>
          <a:prstGeom prst="rect">
            <a:avLst/>
          </a:prstGeom>
          <a:noFill/>
        </p:spPr>
        <p:txBody>
          <a:bodyPr wrap="none" lIns="0" rIns="0" tIns="0" bIns="0" anchor="t" anchorCtr="0">
            <a:noAutofit/>
          </a:bodyPr>
          <a:lstStyle/>
          <a:p>
            <a:pPr algn="ctr">
              <a:lnSpc>
                <a:spcPts val="1783"/>
              </a:lnSpc>
              <a:spcBef>
                <a:spcPts val="0"/>
              </a:spcBef>
              <a:spcAft>
                <a:spcPts val="0"/>
              </a:spcAft>
            </a:pPr>
            <a:r>
              <a:rPr sz="1450" b="1" lang="en-US">
                <a:solidFill>
                  <a:srgbClr val="007D9D"/>
                </a:solidFill>
                <a:latin typeface="Arial"/>
                <a:ea typeface="SimHei"/>
              </a:rPr>
              <a:t>Shared method: Define the goal → Design &amp; build → Adapt &amp; validate → Standardize delivery</a:t>
            </a:r>
          </a:p>
        </p:txBody>
      </p:sp>
      <p:grpSp>
        <p:nvGrpSpPr>
          <p:cNvPr id="39" name="Node | Inspection"/>
          <p:cNvGrpSpPr/>
          <p:nvPr/>
        </p:nvGrpSpPr>
        <p:grpSpPr>
          <a:xfrm>
            <a:off x="406400" y="5321300"/>
            <a:ext cx="3670300" cy="971550"/>
            <a:chOff x="406400" y="5321300"/>
            <a:chExt cx="3670300" cy="971550"/>
          </a:xfrm>
        </p:grpSpPr>
        <p:sp>
          <p:nvSpPr>
            <p:cNvPr id="40" name="Panel | 5"/>
            <p:cNvSpPr/>
            <p:nvPr/>
          </p:nvSpPr>
          <p:spPr>
            <a:xfrm>
              <a:off x="406400" y="5321300"/>
              <a:ext cx="3670300" cy="971550"/>
            </a:xfrm>
            <a:prstGeom prst="roundRect">
              <a:avLst>
                <a:gd name="adj" fmla="val 11111"/>
              </a:avLst>
            </a:prstGeom>
            <a:solidFill>
              <a:srgbClr val="FFFFFF"/>
            </a:solidFill>
            <a:ln w="6350" cap="rnd">
              <a:solidFill>
                <a:srgbClr val="C6D8EB"/>
              </a:solidFill>
              <a:round/>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1" name="Picture | Independent image" descr="9d8a396ed4272854fb93ae8fa019b1c482371fd2a5043a2fbf37b1757aef0d47.png"/>
            <p:cNvPicPr>
              <a:picLocks noChangeAspect="1"/>
            </p:cNvPicPr>
            <p:nvPr/>
          </p:nvPicPr>
          <p:blipFill>
            <a:blip r:embed="rId5"/>
            <a:stretch>
              <a:fillRect/>
            </a:stretch>
          </p:blipFill>
          <p:spPr>
            <a:xfrm>
              <a:off x="469900" y="5422900"/>
              <a:ext cx="838200" cy="768350"/>
            </a:xfrm>
            <a:prstGeom prst="rect">
              <a:avLst/>
            </a:prstGeom>
          </p:spPr>
        </p:pic>
        <p:sp>
          <p:nvSpPr>
            <p:cNvPr id="42" name="Text | Inspection"/>
            <p:cNvSpPr txBox="1"/>
            <p:nvPr/>
          </p:nvSpPr>
          <p:spPr>
            <a:xfrm>
              <a:off x="1390650" y="5478399"/>
              <a:ext cx="2546350" cy="290957"/>
            </a:xfrm>
            <a:prstGeom prst="rect">
              <a:avLst/>
            </a:prstGeom>
            <a:noFill/>
          </p:spPr>
          <p:txBody>
            <a:bodyPr wrap="none" lIns="0" rIns="0" tIns="0" bIns="0" anchor="t" anchorCtr="0">
              <a:noAutofit/>
            </a:bodyPr>
            <a:lstStyle/>
            <a:p>
              <a:pPr algn="l">
                <a:lnSpc>
                  <a:spcPts val="1783"/>
                </a:lnSpc>
                <a:spcBef>
                  <a:spcPts val="0"/>
                </a:spcBef>
                <a:spcAft>
                  <a:spcPts val="0"/>
                </a:spcAft>
              </a:pPr>
              <a:r>
                <a:rPr sz="1450" b="1" lang="en-US">
                  <a:solidFill>
                    <a:srgbClr val="082D48"/>
                  </a:solidFill>
                  <a:latin typeface="Arial"/>
                  <a:ea typeface="SimHei"/>
                </a:rPr>
                <a:t>Inspection</a:t>
              </a:r>
            </a:p>
          </p:txBody>
        </p:sp>
        <p:sp>
          <p:nvSpPr>
            <p:cNvPr id="43" name="Text | Defect location · Type · Decision"/>
            <p:cNvSpPr txBox="1"/>
            <p:nvPr/>
          </p:nvSpPr>
          <p:spPr>
            <a:xfrm>
              <a:off x="1390650" y="5805614"/>
              <a:ext cx="2546350" cy="240792"/>
            </a:xfrm>
            <a:prstGeom prst="rect">
              <a:avLst/>
            </a:prstGeom>
            <a:noFill/>
          </p:spPr>
          <p:txBody>
            <a:bodyPr wrap="none" lIns="0" rIns="0" tIns="0" bIns="0" anchor="t" anchorCtr="0">
              <a:noAutofit/>
            </a:bodyPr>
            <a:lstStyle/>
            <a:p>
              <a:pPr algn="l">
                <a:lnSpc>
                  <a:spcPts val="1476"/>
                </a:lnSpc>
                <a:spcBef>
                  <a:spcPts val="0"/>
                </a:spcBef>
                <a:spcAft>
                  <a:spcPts val="0"/>
                </a:spcAft>
              </a:pPr>
              <a:r>
                <a:rPr sz="1200" b="0" lang="en-US">
                  <a:solidFill>
                    <a:srgbClr val="4C6B83"/>
                  </a:solidFill>
                  <a:latin typeface="Arial"/>
                  <a:ea typeface="SimHei"/>
                </a:rPr>
                <a:t>Defect location · Type · Decision</a:t>
              </a:r>
            </a:p>
          </p:txBody>
        </p:sp>
      </p:grpSp>
      <p:grpSp>
        <p:nvGrpSpPr>
          <p:cNvPr id="44" name="Node | Measurement"/>
          <p:cNvGrpSpPr/>
          <p:nvPr/>
        </p:nvGrpSpPr>
        <p:grpSpPr>
          <a:xfrm>
            <a:off x="4260850" y="5321300"/>
            <a:ext cx="3670300" cy="971550"/>
            <a:chOff x="4260850" y="5321300"/>
            <a:chExt cx="3670300" cy="971550"/>
          </a:xfrm>
        </p:grpSpPr>
        <p:sp>
          <p:nvSpPr>
            <p:cNvPr id="45" name="Panel | 6"/>
            <p:cNvSpPr/>
            <p:nvPr/>
          </p:nvSpPr>
          <p:spPr>
            <a:xfrm>
              <a:off x="4260850" y="5321300"/>
              <a:ext cx="3670300" cy="971550"/>
            </a:xfrm>
            <a:prstGeom prst="roundRect">
              <a:avLst>
                <a:gd name="adj" fmla="val 11111"/>
              </a:avLst>
            </a:prstGeom>
            <a:solidFill>
              <a:srgbClr val="FFFFFF"/>
            </a:solidFill>
            <a:ln w="6350" cap="rnd">
              <a:solidFill>
                <a:srgbClr val="C6D8EB"/>
              </a:solidFill>
              <a:round/>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6" name="Picture | Independent image" descr="938386b544cc3dcea0cd3895eb322acc6b99443d97c62c56d09096f190c4de0d.png"/>
            <p:cNvPicPr>
              <a:picLocks noChangeAspect="1"/>
            </p:cNvPicPr>
            <p:nvPr/>
          </p:nvPicPr>
          <p:blipFill>
            <a:blip r:embed="rId6"/>
            <a:stretch>
              <a:fillRect/>
            </a:stretch>
          </p:blipFill>
          <p:spPr>
            <a:xfrm>
              <a:off x="4324350" y="5422900"/>
              <a:ext cx="838200" cy="768350"/>
            </a:xfrm>
            <a:prstGeom prst="rect">
              <a:avLst/>
            </a:prstGeom>
          </p:spPr>
        </p:pic>
        <p:sp>
          <p:nvSpPr>
            <p:cNvPr id="47" name="Text | Measurement"/>
            <p:cNvSpPr txBox="1"/>
            <p:nvPr/>
          </p:nvSpPr>
          <p:spPr>
            <a:xfrm>
              <a:off x="5245100" y="5478399"/>
              <a:ext cx="2546350" cy="290957"/>
            </a:xfrm>
            <a:prstGeom prst="rect">
              <a:avLst/>
            </a:prstGeom>
            <a:noFill/>
          </p:spPr>
          <p:txBody>
            <a:bodyPr wrap="none" lIns="0" rIns="0" tIns="0" bIns="0" anchor="t" anchorCtr="0">
              <a:noAutofit/>
            </a:bodyPr>
            <a:lstStyle/>
            <a:p>
              <a:pPr algn="l">
                <a:lnSpc>
                  <a:spcPts val="1783"/>
                </a:lnSpc>
                <a:spcBef>
                  <a:spcPts val="0"/>
                </a:spcBef>
                <a:spcAft>
                  <a:spcPts val="0"/>
                </a:spcAft>
              </a:pPr>
              <a:r>
                <a:rPr sz="1450" b="1" lang="en-US">
                  <a:solidFill>
                    <a:srgbClr val="082D48"/>
                  </a:solidFill>
                  <a:latin typeface="Arial"/>
                  <a:ea typeface="SimHei"/>
                </a:rPr>
                <a:t>Measurement</a:t>
              </a:r>
            </a:p>
          </p:txBody>
        </p:sp>
        <p:sp>
          <p:nvSpPr>
            <p:cNvPr id="48" name="Text | Dimensions · Height · Geometry"/>
            <p:cNvSpPr txBox="1"/>
            <p:nvPr/>
          </p:nvSpPr>
          <p:spPr>
            <a:xfrm>
              <a:off x="5245100" y="5805614"/>
              <a:ext cx="2546350" cy="240792"/>
            </a:xfrm>
            <a:prstGeom prst="rect">
              <a:avLst/>
            </a:prstGeom>
            <a:noFill/>
          </p:spPr>
          <p:txBody>
            <a:bodyPr wrap="none" lIns="0" rIns="0" tIns="0" bIns="0" anchor="t" anchorCtr="0">
              <a:noAutofit/>
            </a:bodyPr>
            <a:lstStyle/>
            <a:p>
              <a:pPr algn="l">
                <a:lnSpc>
                  <a:spcPts val="1476"/>
                </a:lnSpc>
                <a:spcBef>
                  <a:spcPts val="0"/>
                </a:spcBef>
                <a:spcAft>
                  <a:spcPts val="0"/>
                </a:spcAft>
              </a:pPr>
              <a:r>
                <a:rPr sz="1200" b="0" lang="en-US">
                  <a:solidFill>
                    <a:srgbClr val="4C6B83"/>
                  </a:solidFill>
                  <a:latin typeface="Arial"/>
                  <a:ea typeface="SimHei"/>
                </a:rPr>
                <a:t>Dimensions · Height · Geometry</a:t>
              </a:r>
            </a:p>
          </p:txBody>
        </p:sp>
      </p:grpSp>
      <p:grpSp>
        <p:nvGrpSpPr>
          <p:cNvPr id="49" name="Node | Traceable delivery"/>
          <p:cNvGrpSpPr/>
          <p:nvPr/>
        </p:nvGrpSpPr>
        <p:grpSpPr>
          <a:xfrm>
            <a:off x="8115300" y="5321300"/>
            <a:ext cx="3670300" cy="971550"/>
            <a:chOff x="8115300" y="5321300"/>
            <a:chExt cx="3670300" cy="971550"/>
          </a:xfrm>
        </p:grpSpPr>
        <p:sp>
          <p:nvSpPr>
            <p:cNvPr id="50" name="Panel | 7"/>
            <p:cNvSpPr/>
            <p:nvPr/>
          </p:nvSpPr>
          <p:spPr>
            <a:xfrm>
              <a:off x="8115300" y="5321300"/>
              <a:ext cx="3670300" cy="971550"/>
            </a:xfrm>
            <a:prstGeom prst="roundRect">
              <a:avLst>
                <a:gd name="adj" fmla="val 11111"/>
              </a:avLst>
            </a:prstGeom>
            <a:solidFill>
              <a:srgbClr val="FFFFFF"/>
            </a:solidFill>
            <a:ln w="6350" cap="rnd">
              <a:solidFill>
                <a:srgbClr val="C6D8EB"/>
              </a:solidFill>
              <a:round/>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1" name="Picture | Independent image" descr="7c3bcb38bbd7e2e2c643083a079a2905b3d45de7da56f071c27b404acc55d820.png"/>
            <p:cNvPicPr>
              <a:picLocks noChangeAspect="1"/>
            </p:cNvPicPr>
            <p:nvPr/>
          </p:nvPicPr>
          <p:blipFill>
            <a:blip r:embed="rId7"/>
            <a:stretch>
              <a:fillRect/>
            </a:stretch>
          </p:blipFill>
          <p:spPr>
            <a:xfrm>
              <a:off x="8178800" y="5422900"/>
              <a:ext cx="838200" cy="768350"/>
            </a:xfrm>
            <a:prstGeom prst="rect">
              <a:avLst/>
            </a:prstGeom>
          </p:spPr>
        </p:pic>
        <p:sp>
          <p:nvSpPr>
            <p:cNvPr id="52" name="Text | Traceable delivery"/>
            <p:cNvSpPr txBox="1"/>
            <p:nvPr/>
          </p:nvSpPr>
          <p:spPr>
            <a:xfrm>
              <a:off x="9099550" y="5478399"/>
              <a:ext cx="2546350" cy="290957"/>
            </a:xfrm>
            <a:prstGeom prst="rect">
              <a:avLst/>
            </a:prstGeom>
            <a:noFill/>
          </p:spPr>
          <p:txBody>
            <a:bodyPr wrap="none" lIns="0" rIns="0" tIns="0" bIns="0" anchor="t" anchorCtr="0">
              <a:noAutofit/>
            </a:bodyPr>
            <a:lstStyle/>
            <a:p>
              <a:pPr algn="l">
                <a:lnSpc>
                  <a:spcPts val="1783"/>
                </a:lnSpc>
                <a:spcBef>
                  <a:spcPts val="0"/>
                </a:spcBef>
                <a:spcAft>
                  <a:spcPts val="0"/>
                </a:spcAft>
              </a:pPr>
              <a:r>
                <a:rPr sz="1450" b="1" lang="en-US">
                  <a:solidFill>
                    <a:srgbClr val="082D48"/>
                  </a:solidFill>
                  <a:latin typeface="Arial"/>
                  <a:ea typeface="SimHei"/>
                </a:rPr>
                <a:t>Traceable delivery</a:t>
              </a:r>
            </a:p>
          </p:txBody>
        </p:sp>
        <p:sp>
          <p:nvSpPr>
            <p:cNvPr id="53" name="Text | Configuration · Version · Evidence"/>
            <p:cNvSpPr txBox="1"/>
            <p:nvPr/>
          </p:nvSpPr>
          <p:spPr>
            <a:xfrm>
              <a:off x="9099550" y="5805614"/>
              <a:ext cx="2546350" cy="240792"/>
            </a:xfrm>
            <a:prstGeom prst="rect">
              <a:avLst/>
            </a:prstGeom>
            <a:noFill/>
          </p:spPr>
          <p:txBody>
            <a:bodyPr wrap="none" lIns="0" rIns="0" tIns="0" bIns="0" anchor="t" anchorCtr="0">
              <a:noAutofit/>
            </a:bodyPr>
            <a:lstStyle/>
            <a:p>
              <a:pPr algn="l">
                <a:lnSpc>
                  <a:spcPts val="1476"/>
                </a:lnSpc>
                <a:spcBef>
                  <a:spcPts val="0"/>
                </a:spcBef>
                <a:spcAft>
                  <a:spcPts val="0"/>
                </a:spcAft>
              </a:pPr>
              <a:r>
                <a:rPr sz="1200" b="0" lang="en-US">
                  <a:solidFill>
                    <a:srgbClr val="4C6B83"/>
                  </a:solidFill>
                  <a:latin typeface="Arial"/>
                  <a:ea typeface="SimHei"/>
                </a:rPr>
                <a:t>Configuration · Version · Evidence</a:t>
              </a:r>
            </a:p>
          </p:txBody>
        </p:sp>
      </p:gr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showMasterSp="0">
  <p:cSld>
    <p:bg>
      <p:bgPr>
        <a:solidFill>
          <a:srgbClr val="F5F9FF"/>
        </a:solidFill>
        <a:effectLst/>
      </p:bgPr>
    </p:bg>
    <p:spTree>
      <p:nvGrpSpPr>
        <p:cNvPr id="1" name=""/>
        <p:cNvGrpSpPr/>
        <p:nvPr/>
      </p:nvGrpSpPr>
      <p:grpSpPr/>
      <p:sp>
        <p:nvSpPr>
          <p:cNvPr id="2" name="Panel | 1"/>
          <p:cNvSpPr/>
          <p:nvPr/>
        </p:nvSpPr>
        <p:spPr>
          <a:xfrm>
            <a:off x="406400" y="342900"/>
            <a:ext cx="38100" cy="190500"/>
          </a:xfrm>
          <a:prstGeom prst="roundRect">
            <a:avLst>
              <a:gd name="adj" fmla="val 50000"/>
            </a:avLst>
          </a:prstGeom>
          <a:solidFill>
            <a:srgbClr val="007D9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 | CHAPTER 01 / VISION &amp; RATIONALE"/>
          <p:cNvSpPr txBox="1"/>
          <p:nvPr/>
        </p:nvSpPr>
        <p:spPr>
          <a:xfrm>
            <a:off x="546100" y="356680"/>
            <a:ext cx="9525000" cy="230759"/>
          </a:xfrm>
          <a:prstGeom prst="rect">
            <a:avLst/>
          </a:prstGeom>
          <a:noFill/>
        </p:spPr>
        <p:txBody>
          <a:bodyPr wrap="none" lIns="0" rIns="0" tIns="0" bIns="0" anchor="t" anchorCtr="0">
            <a:noAutofit/>
          </a:bodyPr>
          <a:lstStyle/>
          <a:p>
            <a:pPr algn="l">
              <a:lnSpc>
                <a:spcPts val="1414"/>
              </a:lnSpc>
              <a:spcBef>
                <a:spcPts val="0"/>
              </a:spcBef>
              <a:spcAft>
                <a:spcPts val="0"/>
              </a:spcAft>
            </a:pPr>
            <a:r>
              <a:rPr sz="1150" b="1" lang="en-US">
                <a:solidFill>
                  <a:srgbClr val="4C6B83"/>
                </a:solidFill>
                <a:latin typeface="Arial"/>
                <a:ea typeface="SimHei"/>
              </a:rPr>
              <a:t>CHAPTER 01 / VISION &amp; RATIONALE</a:t>
            </a:r>
          </a:p>
        </p:txBody>
      </p:sp>
      <p:pic>
        <p:nvPicPr>
          <p:cNvPr id="4" name="Picture | Independent image" descr="139ef02520a55c1aaee95c1d6e7f5f730beac004ebb72c9c012b0f76513ab85e.png"/>
          <p:cNvPicPr>
            <a:picLocks noChangeAspect="1"/>
          </p:cNvPicPr>
          <p:nvPr/>
        </p:nvPicPr>
        <p:blipFill>
          <a:blip r:embed="rId2"/>
          <a:stretch>
            <a:fillRect/>
          </a:stretch>
        </p:blipFill>
        <p:spPr>
          <a:xfrm>
            <a:off x="11061700" y="325755"/>
            <a:ext cx="704850" cy="281940"/>
          </a:xfrm>
          <a:prstGeom prst="rect">
            <a:avLst/>
          </a:prstGeom>
        </p:spPr>
      </p:pic>
      <p:sp>
        <p:nvSpPr>
          <p:cNvPr id="5" name="Text | Why a Shared Engineering Method Matters"/>
          <p:cNvSpPr txBox="1"/>
          <p:nvPr/>
        </p:nvSpPr>
        <p:spPr>
          <a:xfrm>
            <a:off x="406400" y="599376"/>
            <a:ext cx="11303000" cy="571881"/>
          </a:xfrm>
          <a:prstGeom prst="rect">
            <a:avLst/>
          </a:prstGeom>
          <a:noFill/>
        </p:spPr>
        <p:txBody>
          <a:bodyPr wrap="none" lIns="0" rIns="0" tIns="0" bIns="0" anchor="t" anchorCtr="0">
            <a:noAutofit/>
          </a:bodyPr>
          <a:lstStyle/>
          <a:p>
            <a:pPr algn="l">
              <a:lnSpc>
                <a:spcPts val="3505"/>
              </a:lnSpc>
              <a:spcBef>
                <a:spcPts val="0"/>
              </a:spcBef>
              <a:spcAft>
                <a:spcPts val="0"/>
              </a:spcAft>
            </a:pPr>
            <a:r>
              <a:rPr sz="2850" b="1" lang="en-US">
                <a:solidFill>
                  <a:srgbClr val="082D48"/>
                </a:solidFill>
                <a:latin typeface="Arial"/>
                <a:ea typeface="SimHei"/>
              </a:rPr>
              <a:t>Why a Shared Engineering Method Matters</a:t>
            </a:r>
          </a:p>
        </p:txBody>
      </p:sp>
      <p:sp>
        <p:nvSpPr>
          <p:cNvPr id="6" name="Text | Make inputs, deliverables and acceptance criteria clear at every step"/>
          <p:cNvSpPr txBox="1"/>
          <p:nvPr/>
        </p:nvSpPr>
        <p:spPr>
          <a:xfrm>
            <a:off x="425450" y="1064578"/>
            <a:ext cx="11239500" cy="280924"/>
          </a:xfrm>
          <a:prstGeom prst="rect">
            <a:avLst/>
          </a:prstGeom>
          <a:noFill/>
        </p:spPr>
        <p:txBody>
          <a:bodyPr wrap="none" lIns="0" rIns="0" tIns="0" bIns="0" anchor="t" anchorCtr="0">
            <a:noAutofit/>
          </a:bodyPr>
          <a:lstStyle/>
          <a:p>
            <a:pPr algn="l">
              <a:lnSpc>
                <a:spcPts val="1722"/>
              </a:lnSpc>
              <a:spcBef>
                <a:spcPts val="0"/>
              </a:spcBef>
              <a:spcAft>
                <a:spcPts val="0"/>
              </a:spcAft>
            </a:pPr>
            <a:r>
              <a:rPr sz="1400" b="0" lang="en-US">
                <a:solidFill>
                  <a:srgbClr val="4C6B83"/>
                </a:solidFill>
                <a:latin typeface="Arial"/>
                <a:ea typeface="SimHei"/>
              </a:rPr>
              <a:t>Make inputs, deliverables and acceptance criteria clear at every step</a:t>
            </a:r>
          </a:p>
        </p:txBody>
      </p:sp>
      <p:cxnSp>
        <p:nvCxnSpPr>
          <p:cNvPr id="7" name="Connector | 1"/>
          <p:cNvCxnSpPr/>
          <p:nvPr/>
        </p:nvCxnSpPr>
        <p:spPr>
          <a:xfrm>
            <a:off x="406400" y="6521450"/>
            <a:ext cx="11379200" cy="0"/>
          </a:xfrm>
          <a:prstGeom prst="line">
            <a:avLst/>
          </a:prstGeom>
          <a:ln w="6350" cap="rnd">
            <a:solidFill>
              <a:srgbClr val="C6D8EB"/>
            </a:solidFill>
            <a:round/>
          </a:ln>
        </p:spPr>
        <p:style>
          <a:lnRef idx="2">
            <a:schemeClr val="accent1"/>
          </a:lnRef>
          <a:fillRef idx="0">
            <a:schemeClr val="accent1"/>
          </a:fillRef>
          <a:effectRef idx="1">
            <a:schemeClr val="accent1"/>
          </a:effectRef>
          <a:fontRef idx="minor">
            <a:schemeClr val="tx1"/>
          </a:fontRef>
        </p:style>
      </p:cxnSp>
      <p:sp>
        <p:nvSpPr>
          <p:cNvPr id="8" name="Text | SwiftFlow + HawkeyePlus  |  Industrial Vision Engineering"/>
          <p:cNvSpPr txBox="1"/>
          <p:nvPr/>
        </p:nvSpPr>
        <p:spPr>
          <a:xfrm>
            <a:off x="412750" y="6607238"/>
            <a:ext cx="8255000" cy="160528"/>
          </a:xfrm>
          <a:prstGeom prst="rect">
            <a:avLst/>
          </a:prstGeom>
          <a:noFill/>
        </p:spPr>
        <p:txBody>
          <a:bodyPr wrap="none" lIns="0" rIns="0" tIns="0" bIns="0" anchor="t" anchorCtr="0">
            <a:noAutofit/>
          </a:bodyPr>
          <a:lstStyle/>
          <a:p>
            <a:pPr algn="l">
              <a:lnSpc>
                <a:spcPts val="984"/>
              </a:lnSpc>
              <a:spcBef>
                <a:spcPts val="0"/>
              </a:spcBef>
              <a:spcAft>
                <a:spcPts val="0"/>
              </a:spcAft>
            </a:pPr>
            <a:r>
              <a:rPr sz="800" b="0" lang="en-US">
                <a:solidFill>
                  <a:srgbClr val="4C6B83"/>
                </a:solidFill>
                <a:latin typeface="Arial"/>
                <a:ea typeface="SimHei"/>
              </a:rPr>
              <a:t>SwiftFlow + HawkeyePlus  |  Industrial Vision Engineering</a:t>
            </a:r>
          </a:p>
        </p:txBody>
      </p:sp>
      <p:sp>
        <p:nvSpPr>
          <p:cNvPr id="9" name="Text | WD CONFIDENTIAL"/>
          <p:cNvSpPr txBox="1"/>
          <p:nvPr/>
        </p:nvSpPr>
        <p:spPr>
          <a:xfrm>
            <a:off x="8559800" y="6613017"/>
            <a:ext cx="2540000" cy="150495"/>
          </a:xfrm>
          <a:prstGeom prst="rect">
            <a:avLst/>
          </a:prstGeom>
          <a:noFill/>
        </p:spPr>
        <p:txBody>
          <a:bodyPr wrap="none" lIns="0" rIns="0" tIns="0" bIns="0" anchor="t" anchorCtr="0">
            <a:noAutofit/>
          </a:bodyPr>
          <a:lstStyle/>
          <a:p>
            <a:pPr algn="r">
              <a:lnSpc>
                <a:spcPts val="922"/>
              </a:lnSpc>
              <a:spcBef>
                <a:spcPts val="0"/>
              </a:spcBef>
              <a:spcAft>
                <a:spcPts val="0"/>
              </a:spcAft>
            </a:pPr>
            <a:r>
              <a:rPr sz="750" b="0" lang="en-US">
                <a:solidFill>
                  <a:srgbClr val="4C6B83"/>
                </a:solidFill>
                <a:latin typeface="Arial"/>
                <a:ea typeface="SimHei"/>
              </a:rPr>
              <a:t>WD CONFIDENTIAL</a:t>
            </a:r>
          </a:p>
        </p:txBody>
      </p:sp>
      <p:sp>
        <p:nvSpPr>
          <p:cNvPr id="10" name="Text | 05 / 20"/>
          <p:cNvSpPr txBox="1"/>
          <p:nvPr/>
        </p:nvSpPr>
        <p:spPr>
          <a:xfrm>
            <a:off x="11137900" y="6607238"/>
            <a:ext cx="635000" cy="160528"/>
          </a:xfrm>
          <a:prstGeom prst="rect">
            <a:avLst/>
          </a:prstGeom>
          <a:noFill/>
        </p:spPr>
        <p:txBody>
          <a:bodyPr wrap="none" lIns="0" rIns="0" tIns="0" bIns="0" anchor="t" anchorCtr="0">
            <a:noAutofit/>
          </a:bodyPr>
          <a:lstStyle/>
          <a:p>
            <a:pPr algn="r">
              <a:lnSpc>
                <a:spcPts val="984"/>
              </a:lnSpc>
              <a:spcBef>
                <a:spcPts val="0"/>
              </a:spcBef>
              <a:spcAft>
                <a:spcPts val="0"/>
              </a:spcAft>
            </a:pPr>
            <a:r>
              <a:rPr sz="800" b="0" lang="en-US">
                <a:solidFill>
                  <a:srgbClr val="4C6B83"/>
                </a:solidFill>
                <a:latin typeface="Arial"/>
                <a:ea typeface="SimHei"/>
              </a:rPr>
              <a:t>05 / 20</a:t>
            </a:r>
          </a:p>
        </p:txBody>
      </p:sp>
      <p:grpSp>
        <p:nvGrpSpPr>
          <p:cNvPr id="11" name="Node | Align engineering inputs"/>
          <p:cNvGrpSpPr/>
          <p:nvPr/>
        </p:nvGrpSpPr>
        <p:grpSpPr>
          <a:xfrm>
            <a:off x="406400" y="1536700"/>
            <a:ext cx="3670300" cy="3829050"/>
            <a:chOff x="406400" y="1536700"/>
            <a:chExt cx="3670300" cy="3829050"/>
          </a:xfrm>
        </p:grpSpPr>
        <p:sp>
          <p:nvSpPr>
            <p:cNvPr id="12" name="Panel | 2"/>
            <p:cNvSpPr/>
            <p:nvPr/>
          </p:nvSpPr>
          <p:spPr>
            <a:xfrm>
              <a:off x="406400" y="1536700"/>
              <a:ext cx="3670300" cy="3829050"/>
            </a:xfrm>
            <a:prstGeom prst="roundRect">
              <a:avLst>
                <a:gd name="adj" fmla="val 3806"/>
              </a:avLst>
            </a:prstGeom>
            <a:solidFill>
              <a:srgbClr val="FFFFFF"/>
            </a:solidFill>
            <a:ln w="6350" cap="rnd">
              <a:solidFill>
                <a:srgbClr val="C6D8EB"/>
              </a:solidFill>
              <a:round/>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 | Align engineering inputs"/>
            <p:cNvSpPr txBox="1"/>
            <p:nvPr/>
          </p:nvSpPr>
          <p:spPr>
            <a:xfrm>
              <a:off x="584200" y="1677162"/>
              <a:ext cx="3314700" cy="331089"/>
            </a:xfrm>
            <a:prstGeom prst="rect">
              <a:avLst/>
            </a:prstGeom>
            <a:noFill/>
          </p:spPr>
          <p:txBody>
            <a:bodyPr wrap="none" lIns="0" rIns="0" tIns="0" bIns="0" anchor="t" anchorCtr="0">
              <a:noAutofit/>
            </a:bodyPr>
            <a:lstStyle/>
            <a:p>
              <a:pPr algn="l">
                <a:lnSpc>
                  <a:spcPts val="2029"/>
                </a:lnSpc>
                <a:spcBef>
                  <a:spcPts val="0"/>
                </a:spcBef>
                <a:spcAft>
                  <a:spcPts val="0"/>
                </a:spcAft>
              </a:pPr>
              <a:r>
                <a:rPr sz="1650" b="1" lang="en-US">
                  <a:solidFill>
                    <a:srgbClr val="082D48"/>
                  </a:solidFill>
                  <a:latin typeface="Arial"/>
                  <a:ea typeface="SimHei"/>
                </a:rPr>
                <a:t>Align engineering inputs</a:t>
              </a:r>
            </a:p>
          </p:txBody>
        </p:sp>
        <p:pic>
          <p:nvPicPr>
            <p:cNvPr id="14" name="Picture | Independent image" descr="085782651a052b950f6c4aa546074ea7e352e9df9e9ba1e1d1a63e6cbbeeaac3.png"/>
            <p:cNvPicPr>
              <a:picLocks noChangeAspect="1"/>
            </p:cNvPicPr>
            <p:nvPr/>
          </p:nvPicPr>
          <p:blipFill>
            <a:blip r:embed="rId3"/>
            <a:stretch>
              <a:fillRect/>
            </a:stretch>
          </p:blipFill>
          <p:spPr>
            <a:xfrm>
              <a:off x="1406814" y="2000250"/>
              <a:ext cx="1669473" cy="1530350"/>
            </a:xfrm>
            <a:prstGeom prst="rect">
              <a:avLst/>
            </a:prstGeom>
          </p:spPr>
        </p:pic>
        <p:sp>
          <p:nvSpPr>
            <p:cNvPr id="15" name="Text | Align hardware, imaging and algorithm needs"/>
            <p:cNvSpPr txBox="1"/>
            <p:nvPr/>
          </p:nvSpPr>
          <p:spPr>
            <a:xfrm>
              <a:off x="603250" y="3624136"/>
              <a:ext cx="3276600" cy="246812"/>
            </a:xfrm>
            <a:prstGeom prst="rect">
              <a:avLst/>
            </a:prstGeom>
            <a:noFill/>
          </p:spPr>
          <p:txBody>
            <a:bodyPr wrap="none" lIns="0" rIns="0" tIns="0" bIns="0" anchor="t" anchorCtr="0">
              <a:noAutofit/>
            </a:bodyPr>
            <a:lstStyle/>
            <a:p>
              <a:pPr algn="ctr">
                <a:lnSpc>
                  <a:spcPts val="1512"/>
                </a:lnSpc>
                <a:spcBef>
                  <a:spcPts val="0"/>
                </a:spcBef>
                <a:spcAft>
                  <a:spcPts val="0"/>
                </a:spcAft>
              </a:pPr>
              <a:r>
                <a:rPr sz="1230" b="0" lang="en-US">
                  <a:solidFill>
                    <a:srgbClr val="4C6B83"/>
                  </a:solidFill>
                  <a:latin typeface="Arial"/>
                  <a:ea typeface="SimHei"/>
                </a:rPr>
                <a:t>Align hardware, imaging and algorithm needs</a:t>
              </a:r>
            </a:p>
          </p:txBody>
        </p:sp>
        <p:cxnSp>
          <p:nvCxnSpPr>
            <p:cNvPr id="16" name="Connector | 2"/>
            <p:cNvCxnSpPr/>
            <p:nvPr/>
          </p:nvCxnSpPr>
          <p:spPr>
            <a:xfrm>
              <a:off x="584200" y="3956050"/>
              <a:ext cx="3314700" cy="0"/>
            </a:xfrm>
            <a:prstGeom prst="line">
              <a:avLst/>
            </a:prstGeom>
            <a:ln w="6350" cap="rnd">
              <a:solidFill>
                <a:srgbClr val="C6D8EB"/>
              </a:solidFill>
              <a:round/>
            </a:ln>
          </p:spPr>
          <p:style>
            <a:lnRef idx="2">
              <a:schemeClr val="accent1"/>
            </a:lnRef>
            <a:fillRef idx="0">
              <a:schemeClr val="accent1"/>
            </a:fillRef>
            <a:effectRef idx="1">
              <a:schemeClr val="accent1"/>
            </a:effectRef>
            <a:fontRef idx="minor">
              <a:schemeClr val="tx1"/>
            </a:fontRef>
          </p:style>
        </p:cxnSp>
        <p:sp>
          <p:nvSpPr>
            <p:cNvPr id="17" name="Text | Common design inputs"/>
            <p:cNvSpPr txBox="1"/>
            <p:nvPr/>
          </p:nvSpPr>
          <p:spPr>
            <a:xfrm>
              <a:off x="584200" y="4095305"/>
              <a:ext cx="3302000" cy="311023"/>
            </a:xfrm>
            <a:prstGeom prst="rect">
              <a:avLst/>
            </a:prstGeom>
            <a:noFill/>
          </p:spPr>
          <p:txBody>
            <a:bodyPr wrap="none" lIns="0" rIns="0" tIns="0" bIns="0" anchor="t" anchorCtr="0">
              <a:noAutofit/>
            </a:bodyPr>
            <a:lstStyle/>
            <a:p>
              <a:pPr algn="l">
                <a:lnSpc>
                  <a:spcPts val="1906"/>
                </a:lnSpc>
                <a:spcBef>
                  <a:spcPts val="0"/>
                </a:spcBef>
                <a:spcAft>
                  <a:spcPts val="0"/>
                </a:spcAft>
              </a:pPr>
              <a:r>
                <a:rPr sz="1550" b="1" lang="en-US">
                  <a:solidFill>
                    <a:srgbClr val="007D9D"/>
                  </a:solidFill>
                  <a:latin typeface="Arial"/>
                  <a:ea typeface="SimHei"/>
                </a:rPr>
                <a:t>Common design inputs</a:t>
              </a:r>
            </a:p>
          </p:txBody>
        </p:sp>
        <p:sp>
          <p:nvSpPr>
            <p:cNvPr id="18" name="Circle | 1"/>
            <p:cNvSpPr/>
            <p:nvPr/>
          </p:nvSpPr>
          <p:spPr>
            <a:xfrm>
              <a:off x="584200" y="4546600"/>
              <a:ext cx="50800" cy="50800"/>
            </a:xfrm>
            <a:prstGeom prst="ellipse">
              <a:avLst/>
            </a:prstGeom>
            <a:solidFill>
              <a:srgbClr val="087F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 | Inspection / measurement goals"/>
            <p:cNvSpPr txBox="1"/>
            <p:nvPr/>
          </p:nvSpPr>
          <p:spPr>
            <a:xfrm>
              <a:off x="717550" y="4486592"/>
              <a:ext cx="3181350" cy="270891"/>
            </a:xfrm>
            <a:prstGeom prst="rect">
              <a:avLst/>
            </a:prstGeom>
            <a:noFill/>
          </p:spPr>
          <p:txBody>
            <a:bodyPr wrap="none" lIns="0" rIns="0" tIns="0" bIns="0" anchor="t" anchorCtr="0">
              <a:noAutofit/>
            </a:bodyPr>
            <a:lstStyle/>
            <a:p>
              <a:pPr algn="l">
                <a:lnSpc>
                  <a:spcPts val="1660"/>
                </a:lnSpc>
                <a:spcBef>
                  <a:spcPts val="0"/>
                </a:spcBef>
                <a:spcAft>
                  <a:spcPts val="0"/>
                </a:spcAft>
              </a:pPr>
              <a:r>
                <a:rPr sz="1350" b="0" lang="en-US">
                  <a:solidFill>
                    <a:srgbClr val="082D48"/>
                  </a:solidFill>
                  <a:latin typeface="Arial"/>
                  <a:ea typeface="SimHei"/>
                </a:rPr>
                <a:t>Inspection / measurement goals</a:t>
              </a:r>
            </a:p>
          </p:txBody>
        </p:sp>
        <p:sp>
          <p:nvSpPr>
            <p:cNvPr id="20" name="Circle | 2"/>
            <p:cNvSpPr/>
            <p:nvPr/>
          </p:nvSpPr>
          <p:spPr>
            <a:xfrm>
              <a:off x="584200" y="4940300"/>
              <a:ext cx="50800" cy="50800"/>
            </a:xfrm>
            <a:prstGeom prst="ellipse">
              <a:avLst/>
            </a:prstGeom>
            <a:solidFill>
              <a:srgbClr val="087F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 | Image quality and calibration"/>
            <p:cNvSpPr txBox="1"/>
            <p:nvPr/>
          </p:nvSpPr>
          <p:spPr>
            <a:xfrm>
              <a:off x="717550" y="4880292"/>
              <a:ext cx="3181350" cy="270891"/>
            </a:xfrm>
            <a:prstGeom prst="rect">
              <a:avLst/>
            </a:prstGeom>
            <a:noFill/>
          </p:spPr>
          <p:txBody>
            <a:bodyPr wrap="none" lIns="0" rIns="0" tIns="0" bIns="0" anchor="t" anchorCtr="0">
              <a:noAutofit/>
            </a:bodyPr>
            <a:lstStyle/>
            <a:p>
              <a:pPr algn="l">
                <a:lnSpc>
                  <a:spcPts val="1660"/>
                </a:lnSpc>
                <a:spcBef>
                  <a:spcPts val="0"/>
                </a:spcBef>
                <a:spcAft>
                  <a:spcPts val="0"/>
                </a:spcAft>
              </a:pPr>
              <a:r>
                <a:rPr sz="1350" b="0" lang="en-US">
                  <a:solidFill>
                    <a:srgbClr val="082D48"/>
                  </a:solidFill>
                  <a:latin typeface="Arial"/>
                  <a:ea typeface="SimHei"/>
                </a:rPr>
                <a:t>Image quality and calibration</a:t>
              </a:r>
            </a:p>
          </p:txBody>
        </p:sp>
      </p:grpSp>
      <p:grpSp>
        <p:nvGrpSpPr>
          <p:cNvPr id="22" name="Node | Reuse proven work"/>
          <p:cNvGrpSpPr/>
          <p:nvPr/>
        </p:nvGrpSpPr>
        <p:grpSpPr>
          <a:xfrm>
            <a:off x="4260850" y="1536700"/>
            <a:ext cx="3670300" cy="3829050"/>
            <a:chOff x="4260850" y="1536700"/>
            <a:chExt cx="3670300" cy="3829050"/>
          </a:xfrm>
        </p:grpSpPr>
        <p:sp>
          <p:nvSpPr>
            <p:cNvPr id="23" name="Panel | 3"/>
            <p:cNvSpPr/>
            <p:nvPr/>
          </p:nvSpPr>
          <p:spPr>
            <a:xfrm>
              <a:off x="4260850" y="1536700"/>
              <a:ext cx="3670300" cy="3829050"/>
            </a:xfrm>
            <a:prstGeom prst="roundRect">
              <a:avLst>
                <a:gd name="adj" fmla="val 3806"/>
              </a:avLst>
            </a:prstGeom>
            <a:solidFill>
              <a:srgbClr val="FFFFFF"/>
            </a:solidFill>
            <a:ln w="6350" cap="rnd">
              <a:solidFill>
                <a:srgbClr val="C6D8EB"/>
              </a:solidFill>
              <a:round/>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 | Reuse proven work"/>
            <p:cNvSpPr txBox="1"/>
            <p:nvPr/>
          </p:nvSpPr>
          <p:spPr>
            <a:xfrm>
              <a:off x="4438650" y="1677162"/>
              <a:ext cx="3314700" cy="331089"/>
            </a:xfrm>
            <a:prstGeom prst="rect">
              <a:avLst/>
            </a:prstGeom>
            <a:noFill/>
          </p:spPr>
          <p:txBody>
            <a:bodyPr wrap="none" lIns="0" rIns="0" tIns="0" bIns="0" anchor="t" anchorCtr="0">
              <a:noAutofit/>
            </a:bodyPr>
            <a:lstStyle/>
            <a:p>
              <a:pPr algn="l">
                <a:lnSpc>
                  <a:spcPts val="2029"/>
                </a:lnSpc>
                <a:spcBef>
                  <a:spcPts val="0"/>
                </a:spcBef>
                <a:spcAft>
                  <a:spcPts val="0"/>
                </a:spcAft>
              </a:pPr>
              <a:r>
                <a:rPr sz="1650" b="1" lang="en-US">
                  <a:solidFill>
                    <a:srgbClr val="082D48"/>
                  </a:solidFill>
                  <a:latin typeface="Arial"/>
                  <a:ea typeface="SimHei"/>
                </a:rPr>
                <a:t>Reuse proven work</a:t>
              </a:r>
            </a:p>
          </p:txBody>
        </p:sp>
        <p:pic>
          <p:nvPicPr>
            <p:cNvPr id="25" name="Picture | Independent image" descr="d235d7460685fbce7c25a12631d1439d4d6219b6901e988eaac07fae35a8f6fe.png"/>
            <p:cNvPicPr>
              <a:picLocks noChangeAspect="1"/>
            </p:cNvPicPr>
            <p:nvPr/>
          </p:nvPicPr>
          <p:blipFill>
            <a:blip r:embed="rId4"/>
            <a:stretch>
              <a:fillRect/>
            </a:stretch>
          </p:blipFill>
          <p:spPr>
            <a:xfrm>
              <a:off x="5261264" y="2000250"/>
              <a:ext cx="1669473" cy="1530350"/>
            </a:xfrm>
            <a:prstGeom prst="rect">
              <a:avLst/>
            </a:prstGeom>
          </p:spPr>
        </p:pic>
        <p:sp>
          <p:nvSpPr>
            <p:cNvPr id="26" name="Text | Turn proven knowledge into reusable assets"/>
            <p:cNvSpPr txBox="1"/>
            <p:nvPr/>
          </p:nvSpPr>
          <p:spPr>
            <a:xfrm>
              <a:off x="4457700" y="3621786"/>
              <a:ext cx="3276600" cy="250825"/>
            </a:xfrm>
            <a:prstGeom prst="rect">
              <a:avLst/>
            </a:prstGeom>
            <a:noFill/>
          </p:spPr>
          <p:txBody>
            <a:bodyPr wrap="none" lIns="0" rIns="0" tIns="0" bIns="0" anchor="t" anchorCtr="0">
              <a:noAutofit/>
            </a:bodyPr>
            <a:lstStyle/>
            <a:p>
              <a:pPr algn="ctr">
                <a:lnSpc>
                  <a:spcPts val="1537"/>
                </a:lnSpc>
                <a:spcBef>
                  <a:spcPts val="0"/>
                </a:spcBef>
                <a:spcAft>
                  <a:spcPts val="0"/>
                </a:spcAft>
              </a:pPr>
              <a:r>
                <a:rPr sz="1250" b="0" lang="en-US">
                  <a:solidFill>
                    <a:srgbClr val="4C6B83"/>
                  </a:solidFill>
                  <a:latin typeface="Arial"/>
                  <a:ea typeface="SimHei"/>
                </a:rPr>
                <a:t>Turn proven knowledge into reusable assets</a:t>
              </a:r>
            </a:p>
          </p:txBody>
        </p:sp>
        <p:cxnSp>
          <p:nvCxnSpPr>
            <p:cNvPr id="27" name="Connector | 3"/>
            <p:cNvCxnSpPr/>
            <p:nvPr/>
          </p:nvCxnSpPr>
          <p:spPr>
            <a:xfrm>
              <a:off x="4438650" y="3956050"/>
              <a:ext cx="3314700" cy="0"/>
            </a:xfrm>
            <a:prstGeom prst="line">
              <a:avLst/>
            </a:prstGeom>
            <a:ln w="6350" cap="rnd">
              <a:solidFill>
                <a:srgbClr val="C6D8EB"/>
              </a:solidFill>
              <a:round/>
            </a:ln>
          </p:spPr>
          <p:style>
            <a:lnRef idx="2">
              <a:schemeClr val="accent1"/>
            </a:lnRef>
            <a:fillRef idx="0">
              <a:schemeClr val="accent1"/>
            </a:fillRef>
            <a:effectRef idx="1">
              <a:schemeClr val="accent1"/>
            </a:effectRef>
            <a:fontRef idx="minor">
              <a:schemeClr val="tx1"/>
            </a:fontRef>
          </p:style>
        </p:cxnSp>
        <p:sp>
          <p:nvSpPr>
            <p:cNvPr id="28" name="Text | Reusable deliverables"/>
            <p:cNvSpPr txBox="1"/>
            <p:nvPr/>
          </p:nvSpPr>
          <p:spPr>
            <a:xfrm>
              <a:off x="4438650" y="4095305"/>
              <a:ext cx="3302000" cy="311023"/>
            </a:xfrm>
            <a:prstGeom prst="rect">
              <a:avLst/>
            </a:prstGeom>
            <a:noFill/>
          </p:spPr>
          <p:txBody>
            <a:bodyPr wrap="none" lIns="0" rIns="0" tIns="0" bIns="0" anchor="t" anchorCtr="0">
              <a:noAutofit/>
            </a:bodyPr>
            <a:lstStyle/>
            <a:p>
              <a:pPr algn="l">
                <a:lnSpc>
                  <a:spcPts val="1906"/>
                </a:lnSpc>
                <a:spcBef>
                  <a:spcPts val="0"/>
                </a:spcBef>
                <a:spcAft>
                  <a:spcPts val="0"/>
                </a:spcAft>
              </a:pPr>
              <a:r>
                <a:rPr sz="1550" b="1" lang="en-US">
                  <a:solidFill>
                    <a:srgbClr val="007D9D"/>
                  </a:solidFill>
                  <a:latin typeface="Arial"/>
                  <a:ea typeface="SimHei"/>
                </a:rPr>
                <a:t>Reusable deliverables</a:t>
              </a:r>
            </a:p>
          </p:txBody>
        </p:sp>
        <p:sp>
          <p:nvSpPr>
            <p:cNvPr id="29" name="Circle | 3"/>
            <p:cNvSpPr/>
            <p:nvPr/>
          </p:nvSpPr>
          <p:spPr>
            <a:xfrm>
              <a:off x="4438650" y="4546600"/>
              <a:ext cx="50800" cy="50800"/>
            </a:xfrm>
            <a:prstGeom prst="ellipse">
              <a:avLst/>
            </a:prstGeom>
            <a:solidFill>
              <a:srgbClr val="087F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 | Device and workflow configuration"/>
            <p:cNvSpPr txBox="1"/>
            <p:nvPr/>
          </p:nvSpPr>
          <p:spPr>
            <a:xfrm>
              <a:off x="4572000" y="4486592"/>
              <a:ext cx="3181350" cy="270891"/>
            </a:xfrm>
            <a:prstGeom prst="rect">
              <a:avLst/>
            </a:prstGeom>
            <a:noFill/>
          </p:spPr>
          <p:txBody>
            <a:bodyPr wrap="none" lIns="0" rIns="0" tIns="0" bIns="0" anchor="t" anchorCtr="0">
              <a:noAutofit/>
            </a:bodyPr>
            <a:lstStyle/>
            <a:p>
              <a:pPr algn="l">
                <a:lnSpc>
                  <a:spcPts val="1660"/>
                </a:lnSpc>
                <a:spcBef>
                  <a:spcPts val="0"/>
                </a:spcBef>
                <a:spcAft>
                  <a:spcPts val="0"/>
                </a:spcAft>
              </a:pPr>
              <a:r>
                <a:rPr sz="1350" b="0" lang="en-US">
                  <a:solidFill>
                    <a:srgbClr val="082D48"/>
                  </a:solidFill>
                  <a:latin typeface="Arial"/>
                  <a:ea typeface="SimHei"/>
                </a:rPr>
                <a:t>Device and workflow configuration</a:t>
              </a:r>
            </a:p>
          </p:txBody>
        </p:sp>
        <p:sp>
          <p:nvSpPr>
            <p:cNvPr id="31" name="Circle | 4"/>
            <p:cNvSpPr/>
            <p:nvPr/>
          </p:nvSpPr>
          <p:spPr>
            <a:xfrm>
              <a:off x="4438650" y="4940300"/>
              <a:ext cx="50800" cy="50800"/>
            </a:xfrm>
            <a:prstGeom prst="ellipse">
              <a:avLst/>
            </a:prstGeom>
            <a:solidFill>
              <a:srgbClr val="087F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 | Models and algorithm parameters"/>
            <p:cNvSpPr txBox="1"/>
            <p:nvPr/>
          </p:nvSpPr>
          <p:spPr>
            <a:xfrm>
              <a:off x="4572000" y="4880292"/>
              <a:ext cx="3181350" cy="270891"/>
            </a:xfrm>
            <a:prstGeom prst="rect">
              <a:avLst/>
            </a:prstGeom>
            <a:noFill/>
          </p:spPr>
          <p:txBody>
            <a:bodyPr wrap="none" lIns="0" rIns="0" tIns="0" bIns="0" anchor="t" anchorCtr="0">
              <a:noAutofit/>
            </a:bodyPr>
            <a:lstStyle/>
            <a:p>
              <a:pPr algn="l">
                <a:lnSpc>
                  <a:spcPts val="1660"/>
                </a:lnSpc>
                <a:spcBef>
                  <a:spcPts val="0"/>
                </a:spcBef>
                <a:spcAft>
                  <a:spcPts val="0"/>
                </a:spcAft>
              </a:pPr>
              <a:r>
                <a:rPr sz="1350" b="0" lang="en-US">
                  <a:solidFill>
                    <a:srgbClr val="082D48"/>
                  </a:solidFill>
                  <a:latin typeface="Arial"/>
                  <a:ea typeface="SimHei"/>
                </a:rPr>
                <a:t>Models and algorithm parameters</a:t>
              </a:r>
            </a:p>
          </p:txBody>
        </p:sp>
      </p:grpSp>
      <p:grpSp>
        <p:nvGrpSpPr>
          <p:cNvPr id="33" name="Node | Make acceptance explicit"/>
          <p:cNvGrpSpPr/>
          <p:nvPr/>
        </p:nvGrpSpPr>
        <p:grpSpPr>
          <a:xfrm>
            <a:off x="8115300" y="1536700"/>
            <a:ext cx="3670300" cy="3829050"/>
            <a:chOff x="8115300" y="1536700"/>
            <a:chExt cx="3670300" cy="3829050"/>
          </a:xfrm>
        </p:grpSpPr>
        <p:sp>
          <p:nvSpPr>
            <p:cNvPr id="34" name="Panel | 4"/>
            <p:cNvSpPr/>
            <p:nvPr/>
          </p:nvSpPr>
          <p:spPr>
            <a:xfrm>
              <a:off x="8115300" y="1536700"/>
              <a:ext cx="3670300" cy="3829050"/>
            </a:xfrm>
            <a:prstGeom prst="roundRect">
              <a:avLst>
                <a:gd name="adj" fmla="val 3806"/>
              </a:avLst>
            </a:prstGeom>
            <a:solidFill>
              <a:srgbClr val="FFFFFF"/>
            </a:solidFill>
            <a:ln w="6350" cap="rnd">
              <a:solidFill>
                <a:srgbClr val="C6D8EB"/>
              </a:solidFill>
              <a:round/>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 | Make acceptance explicit"/>
            <p:cNvSpPr txBox="1"/>
            <p:nvPr/>
          </p:nvSpPr>
          <p:spPr>
            <a:xfrm>
              <a:off x="8293100" y="1677162"/>
              <a:ext cx="3314700" cy="331089"/>
            </a:xfrm>
            <a:prstGeom prst="rect">
              <a:avLst/>
            </a:prstGeom>
            <a:noFill/>
          </p:spPr>
          <p:txBody>
            <a:bodyPr wrap="none" lIns="0" rIns="0" tIns="0" bIns="0" anchor="t" anchorCtr="0">
              <a:noAutofit/>
            </a:bodyPr>
            <a:lstStyle/>
            <a:p>
              <a:pPr algn="l">
                <a:lnSpc>
                  <a:spcPts val="2029"/>
                </a:lnSpc>
                <a:spcBef>
                  <a:spcPts val="0"/>
                </a:spcBef>
                <a:spcAft>
                  <a:spcPts val="0"/>
                </a:spcAft>
              </a:pPr>
              <a:r>
                <a:rPr sz="1650" b="1" lang="en-US">
                  <a:solidFill>
                    <a:srgbClr val="082D48"/>
                  </a:solidFill>
                  <a:latin typeface="Arial"/>
                  <a:ea typeface="SimHei"/>
                </a:rPr>
                <a:t>Make acceptance explicit</a:t>
              </a:r>
            </a:p>
          </p:txBody>
        </p:sp>
        <p:pic>
          <p:nvPicPr>
            <p:cNvPr id="36" name="Picture | Independent image" descr="8724be1c571d7951e3224ef9c59a82f3745f377f3c70e7de67150b9fc71ffc17.png"/>
            <p:cNvPicPr>
              <a:picLocks noChangeAspect="1"/>
            </p:cNvPicPr>
            <p:nvPr/>
          </p:nvPicPr>
          <p:blipFill>
            <a:blip r:embed="rId5"/>
            <a:stretch>
              <a:fillRect/>
            </a:stretch>
          </p:blipFill>
          <p:spPr>
            <a:xfrm>
              <a:off x="9115714" y="2000250"/>
              <a:ext cx="1669473" cy="1530350"/>
            </a:xfrm>
            <a:prstGeom prst="rect">
              <a:avLst/>
            </a:prstGeom>
          </p:spPr>
        </p:pic>
        <p:sp>
          <p:nvSpPr>
            <p:cNvPr id="37" name="Text | Reproduce results on production equipment"/>
            <p:cNvSpPr txBox="1"/>
            <p:nvPr/>
          </p:nvSpPr>
          <p:spPr>
            <a:xfrm>
              <a:off x="8312150" y="3621786"/>
              <a:ext cx="3276600" cy="250825"/>
            </a:xfrm>
            <a:prstGeom prst="rect">
              <a:avLst/>
            </a:prstGeom>
            <a:noFill/>
          </p:spPr>
          <p:txBody>
            <a:bodyPr wrap="none" lIns="0" rIns="0" tIns="0" bIns="0" anchor="t" anchorCtr="0">
              <a:noAutofit/>
            </a:bodyPr>
            <a:lstStyle/>
            <a:p>
              <a:pPr algn="ctr">
                <a:lnSpc>
                  <a:spcPts val="1537"/>
                </a:lnSpc>
                <a:spcBef>
                  <a:spcPts val="0"/>
                </a:spcBef>
                <a:spcAft>
                  <a:spcPts val="0"/>
                </a:spcAft>
              </a:pPr>
              <a:r>
                <a:rPr sz="1250" b="0" lang="en-US">
                  <a:solidFill>
                    <a:srgbClr val="4C6B83"/>
                  </a:solidFill>
                  <a:latin typeface="Arial"/>
                  <a:ea typeface="SimHei"/>
                </a:rPr>
                <a:t>Reproduce results on production equipment</a:t>
              </a:r>
            </a:p>
          </p:txBody>
        </p:sp>
        <p:cxnSp>
          <p:nvCxnSpPr>
            <p:cNvPr id="38" name="Connector | 4"/>
            <p:cNvCxnSpPr/>
            <p:nvPr/>
          </p:nvCxnSpPr>
          <p:spPr>
            <a:xfrm>
              <a:off x="8293100" y="3956050"/>
              <a:ext cx="3314700" cy="0"/>
            </a:xfrm>
            <a:prstGeom prst="line">
              <a:avLst/>
            </a:prstGeom>
            <a:ln w="6350" cap="rnd">
              <a:solidFill>
                <a:srgbClr val="C6D8EB"/>
              </a:solidFill>
              <a:round/>
            </a:ln>
          </p:spPr>
          <p:style>
            <a:lnRef idx="2">
              <a:schemeClr val="accent1"/>
            </a:lnRef>
            <a:fillRef idx="0">
              <a:schemeClr val="accent1"/>
            </a:fillRef>
            <a:effectRef idx="1">
              <a:schemeClr val="accent1"/>
            </a:effectRef>
            <a:fontRef idx="minor">
              <a:schemeClr val="tx1"/>
            </a:fontRef>
          </p:style>
        </p:cxnSp>
        <p:sp>
          <p:nvSpPr>
            <p:cNvPr id="39" name="Text | Shared acceptance criteria"/>
            <p:cNvSpPr txBox="1"/>
            <p:nvPr/>
          </p:nvSpPr>
          <p:spPr>
            <a:xfrm>
              <a:off x="8293100" y="4095305"/>
              <a:ext cx="3302000" cy="311023"/>
            </a:xfrm>
            <a:prstGeom prst="rect">
              <a:avLst/>
            </a:prstGeom>
            <a:noFill/>
          </p:spPr>
          <p:txBody>
            <a:bodyPr wrap="none" lIns="0" rIns="0" tIns="0" bIns="0" anchor="t" anchorCtr="0">
              <a:noAutofit/>
            </a:bodyPr>
            <a:lstStyle/>
            <a:p>
              <a:pPr algn="l">
                <a:lnSpc>
                  <a:spcPts val="1906"/>
                </a:lnSpc>
                <a:spcBef>
                  <a:spcPts val="0"/>
                </a:spcBef>
                <a:spcAft>
                  <a:spcPts val="0"/>
                </a:spcAft>
              </a:pPr>
              <a:r>
                <a:rPr sz="1550" b="1" lang="en-US">
                  <a:solidFill>
                    <a:srgbClr val="007D9D"/>
                  </a:solidFill>
                  <a:latin typeface="Arial"/>
                  <a:ea typeface="SimHei"/>
                </a:rPr>
                <a:t>Shared acceptance criteria</a:t>
              </a:r>
            </a:p>
          </p:txBody>
        </p:sp>
        <p:sp>
          <p:nvSpPr>
            <p:cNvPr id="40" name="Circle | 5"/>
            <p:cNvSpPr/>
            <p:nvPr/>
          </p:nvSpPr>
          <p:spPr>
            <a:xfrm>
              <a:off x="8293100" y="4546600"/>
              <a:ext cx="50800" cy="50800"/>
            </a:xfrm>
            <a:prstGeom prst="ellipse">
              <a:avLst/>
            </a:prstGeom>
            <a:solidFill>
              <a:srgbClr val="087F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 | Independent samples and references"/>
            <p:cNvSpPr txBox="1"/>
            <p:nvPr/>
          </p:nvSpPr>
          <p:spPr>
            <a:xfrm>
              <a:off x="8426450" y="4486592"/>
              <a:ext cx="3181350" cy="270891"/>
            </a:xfrm>
            <a:prstGeom prst="rect">
              <a:avLst/>
            </a:prstGeom>
            <a:noFill/>
          </p:spPr>
          <p:txBody>
            <a:bodyPr wrap="none" lIns="0" rIns="0" tIns="0" bIns="0" anchor="t" anchorCtr="0">
              <a:noAutofit/>
            </a:bodyPr>
            <a:lstStyle/>
            <a:p>
              <a:pPr algn="l">
                <a:lnSpc>
                  <a:spcPts val="1660"/>
                </a:lnSpc>
                <a:spcBef>
                  <a:spcPts val="0"/>
                </a:spcBef>
                <a:spcAft>
                  <a:spcPts val="0"/>
                </a:spcAft>
              </a:pPr>
              <a:r>
                <a:rPr sz="1350" b="0" lang="en-US">
                  <a:solidFill>
                    <a:srgbClr val="082D48"/>
                  </a:solidFill>
                  <a:latin typeface="Arial"/>
                  <a:ea typeface="SimHei"/>
                </a:rPr>
                <a:t>Independent samples and references</a:t>
              </a:r>
            </a:p>
          </p:txBody>
        </p:sp>
        <p:sp>
          <p:nvSpPr>
            <p:cNvPr id="42" name="Circle | 6"/>
            <p:cNvSpPr/>
            <p:nvPr/>
          </p:nvSpPr>
          <p:spPr>
            <a:xfrm>
              <a:off x="8293100" y="4940300"/>
              <a:ext cx="50800" cy="50800"/>
            </a:xfrm>
            <a:prstGeom prst="ellipse">
              <a:avLst/>
            </a:prstGeom>
            <a:solidFill>
              <a:srgbClr val="087F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 | Quality, timing and traceable results"/>
            <p:cNvSpPr txBox="1"/>
            <p:nvPr/>
          </p:nvSpPr>
          <p:spPr>
            <a:xfrm>
              <a:off x="8426450" y="4880292"/>
              <a:ext cx="3181350" cy="270891"/>
            </a:xfrm>
            <a:prstGeom prst="rect">
              <a:avLst/>
            </a:prstGeom>
            <a:noFill/>
          </p:spPr>
          <p:txBody>
            <a:bodyPr wrap="none" lIns="0" rIns="0" tIns="0" bIns="0" anchor="t" anchorCtr="0">
              <a:noAutofit/>
            </a:bodyPr>
            <a:lstStyle/>
            <a:p>
              <a:pPr algn="l">
                <a:lnSpc>
                  <a:spcPts val="1660"/>
                </a:lnSpc>
                <a:spcBef>
                  <a:spcPts val="0"/>
                </a:spcBef>
                <a:spcAft>
                  <a:spcPts val="0"/>
                </a:spcAft>
              </a:pPr>
              <a:r>
                <a:rPr sz="1350" b="0" lang="en-US">
                  <a:solidFill>
                    <a:srgbClr val="082D48"/>
                  </a:solidFill>
                  <a:latin typeface="Arial"/>
                  <a:ea typeface="SimHei"/>
                </a:rPr>
                <a:t>Quality, timing and traceable results</a:t>
              </a:r>
            </a:p>
          </p:txBody>
        </p:sp>
      </p:grpSp>
      <p:sp>
        <p:nvSpPr>
          <p:cNvPr id="44" name="Panel | 5"/>
          <p:cNvSpPr/>
          <p:nvPr/>
        </p:nvSpPr>
        <p:spPr>
          <a:xfrm>
            <a:off x="406400" y="5607050"/>
            <a:ext cx="11379200" cy="685800"/>
          </a:xfrm>
          <a:prstGeom prst="roundRect">
            <a:avLst>
              <a:gd name="adj" fmla="val 15740"/>
            </a:avLst>
          </a:prstGeom>
          <a:solidFill>
            <a:srgbClr val="E9F1FC"/>
          </a:solidFill>
          <a:ln w="6350" cap="rnd">
            <a:solidFill>
              <a:srgbClr val="C6D8EB"/>
            </a:solidFill>
            <a:round/>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 | Standardization gives handoffs, reuse and maintenance a shared baseline"/>
          <p:cNvSpPr txBox="1"/>
          <p:nvPr/>
        </p:nvSpPr>
        <p:spPr>
          <a:xfrm>
            <a:off x="666750" y="5696140"/>
            <a:ext cx="10858500" cy="321056"/>
          </a:xfrm>
          <a:prstGeom prst="rect">
            <a:avLst/>
          </a:prstGeom>
          <a:noFill/>
        </p:spPr>
        <p:txBody>
          <a:bodyPr wrap="none" lIns="0" rIns="0" tIns="0" bIns="0" anchor="t" anchorCtr="0">
            <a:noAutofit/>
          </a:bodyPr>
          <a:lstStyle/>
          <a:p>
            <a:pPr algn="ctr">
              <a:lnSpc>
                <a:spcPts val="1968"/>
              </a:lnSpc>
              <a:spcBef>
                <a:spcPts val="0"/>
              </a:spcBef>
              <a:spcAft>
                <a:spcPts val="0"/>
              </a:spcAft>
            </a:pPr>
            <a:r>
              <a:rPr sz="1600" b="1" lang="en-US">
                <a:solidFill>
                  <a:srgbClr val="087F79"/>
                </a:solidFill>
                <a:latin typeface="Arial"/>
                <a:ea typeface="SimHei"/>
              </a:rPr>
              <a:t>Standardization gives handoffs, reuse and maintenance a shared baseline</a:t>
            </a:r>
          </a:p>
        </p:txBody>
      </p:sp>
      <p:sp>
        <p:nvSpPr>
          <p:cNvPr id="46" name="Text | Define the method and delivery agreements; use both platforms to execute them"/>
          <p:cNvSpPr txBox="1"/>
          <p:nvPr/>
        </p:nvSpPr>
        <p:spPr>
          <a:xfrm>
            <a:off x="666750" y="6010021"/>
            <a:ext cx="10858500" cy="260858"/>
          </a:xfrm>
          <a:prstGeom prst="rect">
            <a:avLst/>
          </a:prstGeom>
          <a:noFill/>
        </p:spPr>
        <p:txBody>
          <a:bodyPr wrap="none" lIns="0" rIns="0" tIns="0" bIns="0" anchor="t" anchorCtr="0">
            <a:noAutofit/>
          </a:bodyPr>
          <a:lstStyle/>
          <a:p>
            <a:pPr algn="ctr">
              <a:lnSpc>
                <a:spcPts val="1599"/>
              </a:lnSpc>
              <a:spcBef>
                <a:spcPts val="0"/>
              </a:spcBef>
              <a:spcAft>
                <a:spcPts val="0"/>
              </a:spcAft>
            </a:pPr>
            <a:r>
              <a:rPr sz="1300" b="0" lang="en-US">
                <a:solidFill>
                  <a:srgbClr val="4C6B83"/>
                </a:solidFill>
                <a:latin typeface="Arial"/>
                <a:ea typeface="SimHei"/>
              </a:rPr>
              <a:t>Define the method and delivery agreements; use both platforms to execute them</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showMasterSp="0">
  <p:cSld>
    <p:bg>
      <p:bgPr>
        <a:solidFill>
          <a:srgbClr val="F5F9FF"/>
        </a:solidFill>
        <a:effectLst/>
      </p:bgPr>
    </p:bg>
    <p:spTree>
      <p:nvGrpSpPr>
        <p:cNvPr id="1" name=""/>
        <p:cNvGrpSpPr/>
        <p:nvPr/>
      </p:nvGrpSpPr>
      <p:grpSpPr/>
      <p:sp>
        <p:nvSpPr>
          <p:cNvPr id="2" name="Panel | 1"/>
          <p:cNvSpPr/>
          <p:nvPr/>
        </p:nvSpPr>
        <p:spPr>
          <a:xfrm>
            <a:off x="406400" y="342900"/>
            <a:ext cx="38100" cy="190500"/>
          </a:xfrm>
          <a:prstGeom prst="roundRect">
            <a:avLst>
              <a:gd name="adj" fmla="val 50000"/>
            </a:avLst>
          </a:prstGeom>
          <a:solidFill>
            <a:srgbClr val="007D9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 | CHAPTER 01 / VISION &amp; RATIONALE"/>
          <p:cNvSpPr txBox="1"/>
          <p:nvPr/>
        </p:nvSpPr>
        <p:spPr>
          <a:xfrm>
            <a:off x="546100" y="356680"/>
            <a:ext cx="9525000" cy="230759"/>
          </a:xfrm>
          <a:prstGeom prst="rect">
            <a:avLst/>
          </a:prstGeom>
          <a:noFill/>
        </p:spPr>
        <p:txBody>
          <a:bodyPr wrap="none" lIns="0" rIns="0" tIns="0" bIns="0" anchor="t" anchorCtr="0">
            <a:noAutofit/>
          </a:bodyPr>
          <a:lstStyle/>
          <a:p>
            <a:pPr algn="l">
              <a:lnSpc>
                <a:spcPts val="1414"/>
              </a:lnSpc>
              <a:spcBef>
                <a:spcPts val="0"/>
              </a:spcBef>
              <a:spcAft>
                <a:spcPts val="0"/>
              </a:spcAft>
            </a:pPr>
            <a:r>
              <a:rPr sz="1150" b="1" lang="en-US">
                <a:solidFill>
                  <a:srgbClr val="4C6B83"/>
                </a:solidFill>
                <a:latin typeface="Arial"/>
                <a:ea typeface="SimHei"/>
              </a:rPr>
              <a:t>CHAPTER 01 / VISION &amp; RATIONALE</a:t>
            </a:r>
          </a:p>
        </p:txBody>
      </p:sp>
      <p:pic>
        <p:nvPicPr>
          <p:cNvPr id="4" name="Picture | Independent image" descr="139ef02520a55c1aaee95c1d6e7f5f730beac004ebb72c9c012b0f76513ab85e.png"/>
          <p:cNvPicPr>
            <a:picLocks noChangeAspect="1"/>
          </p:cNvPicPr>
          <p:nvPr/>
        </p:nvPicPr>
        <p:blipFill>
          <a:blip r:embed="rId2"/>
          <a:stretch>
            <a:fillRect/>
          </a:stretch>
        </p:blipFill>
        <p:spPr>
          <a:xfrm>
            <a:off x="11061700" y="325755"/>
            <a:ext cx="704850" cy="281940"/>
          </a:xfrm>
          <a:prstGeom prst="rect">
            <a:avLst/>
          </a:prstGeom>
        </p:spPr>
      </p:pic>
      <p:sp>
        <p:nvSpPr>
          <p:cNvPr id="5" name="Text | From Engineering Goals to Standardized Delivery"/>
          <p:cNvSpPr txBox="1"/>
          <p:nvPr/>
        </p:nvSpPr>
        <p:spPr>
          <a:xfrm>
            <a:off x="406400" y="599376"/>
            <a:ext cx="11303000" cy="571881"/>
          </a:xfrm>
          <a:prstGeom prst="rect">
            <a:avLst/>
          </a:prstGeom>
          <a:noFill/>
        </p:spPr>
        <p:txBody>
          <a:bodyPr wrap="none" lIns="0" rIns="0" tIns="0" bIns="0" anchor="t" anchorCtr="0">
            <a:noAutofit/>
          </a:bodyPr>
          <a:lstStyle/>
          <a:p>
            <a:pPr algn="l">
              <a:lnSpc>
                <a:spcPts val="3505"/>
              </a:lnSpc>
              <a:spcBef>
                <a:spcPts val="0"/>
              </a:spcBef>
              <a:spcAft>
                <a:spcPts val="0"/>
              </a:spcAft>
            </a:pPr>
            <a:r>
              <a:rPr sz="2850" b="1" lang="en-US">
                <a:solidFill>
                  <a:srgbClr val="082D48"/>
                </a:solidFill>
                <a:latin typeface="Arial"/>
                <a:ea typeface="SimHei"/>
              </a:rPr>
              <a:t>From Engineering Goals to Standardized Delivery</a:t>
            </a:r>
          </a:p>
        </p:txBody>
      </p:sp>
      <p:sp>
        <p:nvSpPr>
          <p:cNvPr id="6" name="Text | Recommended workflow: clear inputs, engineering responsibilities and reviewable deliverables"/>
          <p:cNvSpPr txBox="1"/>
          <p:nvPr/>
        </p:nvSpPr>
        <p:spPr>
          <a:xfrm>
            <a:off x="425450" y="1064578"/>
            <a:ext cx="11239500" cy="280924"/>
          </a:xfrm>
          <a:prstGeom prst="rect">
            <a:avLst/>
          </a:prstGeom>
          <a:noFill/>
        </p:spPr>
        <p:txBody>
          <a:bodyPr wrap="none" lIns="0" rIns="0" tIns="0" bIns="0" anchor="t" anchorCtr="0">
            <a:noAutofit/>
          </a:bodyPr>
          <a:lstStyle/>
          <a:p>
            <a:pPr algn="l">
              <a:lnSpc>
                <a:spcPts val="1722"/>
              </a:lnSpc>
              <a:spcBef>
                <a:spcPts val="0"/>
              </a:spcBef>
              <a:spcAft>
                <a:spcPts val="0"/>
              </a:spcAft>
            </a:pPr>
            <a:r>
              <a:rPr sz="1400" b="0" lang="en-US">
                <a:solidFill>
                  <a:srgbClr val="4C6B83"/>
                </a:solidFill>
                <a:latin typeface="Arial"/>
                <a:ea typeface="SimHei"/>
              </a:rPr>
              <a:t>Recommended workflow: clear inputs, engineering responsibilities and reviewable deliverables</a:t>
            </a:r>
          </a:p>
        </p:txBody>
      </p:sp>
      <p:cxnSp>
        <p:nvCxnSpPr>
          <p:cNvPr id="7" name="Connector | 1"/>
          <p:cNvCxnSpPr/>
          <p:nvPr/>
        </p:nvCxnSpPr>
        <p:spPr>
          <a:xfrm>
            <a:off x="406400" y="6521450"/>
            <a:ext cx="11379200" cy="0"/>
          </a:xfrm>
          <a:prstGeom prst="line">
            <a:avLst/>
          </a:prstGeom>
          <a:ln w="6350" cap="rnd">
            <a:solidFill>
              <a:srgbClr val="C6D8EB"/>
            </a:solidFill>
            <a:round/>
          </a:ln>
        </p:spPr>
        <p:style>
          <a:lnRef idx="2">
            <a:schemeClr val="accent1"/>
          </a:lnRef>
          <a:fillRef idx="0">
            <a:schemeClr val="accent1"/>
          </a:fillRef>
          <a:effectRef idx="1">
            <a:schemeClr val="accent1"/>
          </a:effectRef>
          <a:fontRef idx="minor">
            <a:schemeClr val="tx1"/>
          </a:fontRef>
        </p:style>
      </p:cxnSp>
      <p:sp>
        <p:nvSpPr>
          <p:cNvPr id="8" name="Text | SwiftFlow + HawkeyePlus  |  Industrial Vision Engineering"/>
          <p:cNvSpPr txBox="1"/>
          <p:nvPr/>
        </p:nvSpPr>
        <p:spPr>
          <a:xfrm>
            <a:off x="412750" y="6607238"/>
            <a:ext cx="8255000" cy="160528"/>
          </a:xfrm>
          <a:prstGeom prst="rect">
            <a:avLst/>
          </a:prstGeom>
          <a:noFill/>
        </p:spPr>
        <p:txBody>
          <a:bodyPr wrap="none" lIns="0" rIns="0" tIns="0" bIns="0" anchor="t" anchorCtr="0">
            <a:noAutofit/>
          </a:bodyPr>
          <a:lstStyle/>
          <a:p>
            <a:pPr algn="l">
              <a:lnSpc>
                <a:spcPts val="984"/>
              </a:lnSpc>
              <a:spcBef>
                <a:spcPts val="0"/>
              </a:spcBef>
              <a:spcAft>
                <a:spcPts val="0"/>
              </a:spcAft>
            </a:pPr>
            <a:r>
              <a:rPr sz="800" b="0" lang="en-US">
                <a:solidFill>
                  <a:srgbClr val="4C6B83"/>
                </a:solidFill>
                <a:latin typeface="Arial"/>
                <a:ea typeface="SimHei"/>
              </a:rPr>
              <a:t>SwiftFlow + HawkeyePlus  |  Industrial Vision Engineering</a:t>
            </a:r>
          </a:p>
        </p:txBody>
      </p:sp>
      <p:sp>
        <p:nvSpPr>
          <p:cNvPr id="9" name="Text | WD CONFIDENTIAL"/>
          <p:cNvSpPr txBox="1"/>
          <p:nvPr/>
        </p:nvSpPr>
        <p:spPr>
          <a:xfrm>
            <a:off x="8559800" y="6613017"/>
            <a:ext cx="2540000" cy="150495"/>
          </a:xfrm>
          <a:prstGeom prst="rect">
            <a:avLst/>
          </a:prstGeom>
          <a:noFill/>
        </p:spPr>
        <p:txBody>
          <a:bodyPr wrap="none" lIns="0" rIns="0" tIns="0" bIns="0" anchor="t" anchorCtr="0">
            <a:noAutofit/>
          </a:bodyPr>
          <a:lstStyle/>
          <a:p>
            <a:pPr algn="r">
              <a:lnSpc>
                <a:spcPts val="922"/>
              </a:lnSpc>
              <a:spcBef>
                <a:spcPts val="0"/>
              </a:spcBef>
              <a:spcAft>
                <a:spcPts val="0"/>
              </a:spcAft>
            </a:pPr>
            <a:r>
              <a:rPr sz="750" b="0" lang="en-US">
                <a:solidFill>
                  <a:srgbClr val="4C6B83"/>
                </a:solidFill>
                <a:latin typeface="Arial"/>
                <a:ea typeface="SimHei"/>
              </a:rPr>
              <a:t>WD CONFIDENTIAL</a:t>
            </a:r>
          </a:p>
        </p:txBody>
      </p:sp>
      <p:sp>
        <p:nvSpPr>
          <p:cNvPr id="10" name="Text | 06 / 20"/>
          <p:cNvSpPr txBox="1"/>
          <p:nvPr/>
        </p:nvSpPr>
        <p:spPr>
          <a:xfrm>
            <a:off x="11137900" y="6607238"/>
            <a:ext cx="635000" cy="160528"/>
          </a:xfrm>
          <a:prstGeom prst="rect">
            <a:avLst/>
          </a:prstGeom>
          <a:noFill/>
        </p:spPr>
        <p:txBody>
          <a:bodyPr wrap="none" lIns="0" rIns="0" tIns="0" bIns="0" anchor="t" anchorCtr="0">
            <a:noAutofit/>
          </a:bodyPr>
          <a:lstStyle/>
          <a:p>
            <a:pPr algn="r">
              <a:lnSpc>
                <a:spcPts val="984"/>
              </a:lnSpc>
              <a:spcBef>
                <a:spcPts val="0"/>
              </a:spcBef>
              <a:spcAft>
                <a:spcPts val="0"/>
              </a:spcAft>
            </a:pPr>
            <a:r>
              <a:rPr sz="800" b="0" lang="en-US">
                <a:solidFill>
                  <a:srgbClr val="4C6B83"/>
                </a:solidFill>
                <a:latin typeface="Arial"/>
                <a:ea typeface="SimHei"/>
              </a:rPr>
              <a:t>06 / 20</a:t>
            </a:r>
          </a:p>
        </p:txBody>
      </p:sp>
      <p:grpSp>
        <p:nvGrpSpPr>
          <p:cNvPr id="11" name="Node | Define goals"/>
          <p:cNvGrpSpPr/>
          <p:nvPr/>
        </p:nvGrpSpPr>
        <p:grpSpPr>
          <a:xfrm>
            <a:off x="406400" y="1555750"/>
            <a:ext cx="1790700" cy="3219450"/>
            <a:chOff x="406400" y="1555750"/>
            <a:chExt cx="1790700" cy="3219450"/>
          </a:xfrm>
        </p:grpSpPr>
        <p:sp>
          <p:nvSpPr>
            <p:cNvPr id="12" name="Panel | 2"/>
            <p:cNvSpPr/>
            <p:nvPr/>
          </p:nvSpPr>
          <p:spPr>
            <a:xfrm>
              <a:off x="406400" y="1555750"/>
              <a:ext cx="1790700" cy="3219450"/>
            </a:xfrm>
            <a:prstGeom prst="roundRect">
              <a:avLst>
                <a:gd name="adj" fmla="val 6382"/>
              </a:avLst>
            </a:prstGeom>
            <a:solidFill>
              <a:srgbClr val="FFFFFF"/>
            </a:solidFill>
            <a:ln w="6350" cap="rnd">
              <a:solidFill>
                <a:srgbClr val="C6D8EB"/>
              </a:solidFill>
              <a:round/>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 | 01"/>
            <p:cNvSpPr txBox="1"/>
            <p:nvPr/>
          </p:nvSpPr>
          <p:spPr>
            <a:xfrm>
              <a:off x="552450" y="1683258"/>
              <a:ext cx="635000" cy="220726"/>
            </a:xfrm>
            <a:prstGeom prst="rect">
              <a:avLst/>
            </a:prstGeom>
            <a:noFill/>
          </p:spPr>
          <p:txBody>
            <a:bodyPr wrap="none" lIns="0" rIns="0" tIns="0" bIns="0" anchor="t" anchorCtr="0">
              <a:noAutofit/>
            </a:bodyPr>
            <a:lstStyle/>
            <a:p>
              <a:pPr algn="l">
                <a:lnSpc>
                  <a:spcPts val="1353"/>
                </a:lnSpc>
                <a:spcBef>
                  <a:spcPts val="0"/>
                </a:spcBef>
                <a:spcAft>
                  <a:spcPts val="0"/>
                </a:spcAft>
              </a:pPr>
              <a:r>
                <a:rPr sz="1100" b="1" lang="en-US">
                  <a:solidFill>
                    <a:srgbClr val="007D9D"/>
                  </a:solidFill>
                  <a:latin typeface="Arial"/>
                  <a:ea typeface="SimHei"/>
                </a:rPr>
                <a:t>01</a:t>
              </a:r>
            </a:p>
          </p:txBody>
        </p:sp>
        <p:sp>
          <p:nvSpPr>
            <p:cNvPr id="14" name="Text | Define goals"/>
            <p:cNvSpPr txBox="1"/>
            <p:nvPr/>
          </p:nvSpPr>
          <p:spPr>
            <a:xfrm>
              <a:off x="527050" y="1935099"/>
              <a:ext cx="1549400" cy="290957"/>
            </a:xfrm>
            <a:prstGeom prst="rect">
              <a:avLst/>
            </a:prstGeom>
            <a:noFill/>
          </p:spPr>
          <p:txBody>
            <a:bodyPr wrap="none" lIns="0" rIns="0" tIns="0" bIns="0" anchor="t" anchorCtr="0">
              <a:noAutofit/>
            </a:bodyPr>
            <a:lstStyle/>
            <a:p>
              <a:pPr algn="ctr">
                <a:lnSpc>
                  <a:spcPts val="1783"/>
                </a:lnSpc>
                <a:spcBef>
                  <a:spcPts val="0"/>
                </a:spcBef>
                <a:spcAft>
                  <a:spcPts val="0"/>
                </a:spcAft>
              </a:pPr>
              <a:r>
                <a:rPr sz="1450" b="1" lang="en-US">
                  <a:solidFill>
                    <a:srgbClr val="082D48"/>
                  </a:solidFill>
                  <a:latin typeface="Arial"/>
                  <a:ea typeface="SimHei"/>
                </a:rPr>
                <a:t>Define goals</a:t>
              </a:r>
            </a:p>
          </p:txBody>
        </p:sp>
        <p:pic>
          <p:nvPicPr>
            <p:cNvPr id="15" name="Picture | Independent image" descr="7c3bcb38bbd7e2e2c643083a079a2905b3d45de7da56f071c27b404acc55d820.png"/>
            <p:cNvPicPr>
              <a:picLocks noChangeAspect="1"/>
            </p:cNvPicPr>
            <p:nvPr/>
          </p:nvPicPr>
          <p:blipFill>
            <a:blip r:embed="rId3"/>
            <a:stretch>
              <a:fillRect/>
            </a:stretch>
          </p:blipFill>
          <p:spPr>
            <a:xfrm>
              <a:off x="660977" y="2241550"/>
              <a:ext cx="1281545" cy="1174750"/>
            </a:xfrm>
            <a:prstGeom prst="rect">
              <a:avLst/>
            </a:prstGeom>
          </p:spPr>
        </p:pic>
        <p:sp>
          <p:nvSpPr>
            <p:cNvPr id="16" name="Text | What to inspect or measure"/>
            <p:cNvSpPr txBox="1"/>
            <p:nvPr/>
          </p:nvSpPr>
          <p:spPr>
            <a:xfrm>
              <a:off x="520700" y="3559429"/>
              <a:ext cx="1562100" cy="193436"/>
            </a:xfrm>
            <a:prstGeom prst="rect">
              <a:avLst/>
            </a:prstGeom>
            <a:noFill/>
          </p:spPr>
          <p:txBody>
            <a:bodyPr wrap="none" lIns="0" rIns="0" tIns="0" bIns="0" anchor="t" anchorCtr="0">
              <a:noAutofit/>
            </a:bodyPr>
            <a:lstStyle/>
            <a:p>
              <a:pPr algn="ctr">
                <a:lnSpc>
                  <a:spcPts val="1185"/>
                </a:lnSpc>
                <a:spcBef>
                  <a:spcPts val="0"/>
                </a:spcBef>
                <a:spcAft>
                  <a:spcPts val="0"/>
                </a:spcAft>
              </a:pPr>
              <a:r>
                <a:rPr sz="964" b="0" lang="en-US">
                  <a:solidFill>
                    <a:srgbClr val="4C6B83"/>
                  </a:solidFill>
                  <a:latin typeface="Arial"/>
                  <a:ea typeface="SimHei"/>
                </a:rPr>
                <a:t>What to inspect or measure</a:t>
              </a:r>
            </a:p>
          </p:txBody>
        </p:sp>
        <p:sp>
          <p:nvSpPr>
            <p:cNvPr id="17" name="Text | Quality, timing and constraints"/>
            <p:cNvSpPr txBox="1"/>
            <p:nvPr/>
          </p:nvSpPr>
          <p:spPr>
            <a:xfrm>
              <a:off x="520700" y="3842004"/>
              <a:ext cx="1562100" cy="176781"/>
            </a:xfrm>
            <a:prstGeom prst="rect">
              <a:avLst/>
            </a:prstGeom>
            <a:noFill/>
          </p:spPr>
          <p:txBody>
            <a:bodyPr wrap="none" lIns="0" rIns="0" tIns="0" bIns="0" anchor="t" anchorCtr="0">
              <a:noAutofit/>
            </a:bodyPr>
            <a:lstStyle/>
            <a:p>
              <a:pPr algn="ctr">
                <a:lnSpc>
                  <a:spcPts val="1083"/>
                </a:lnSpc>
                <a:spcBef>
                  <a:spcPts val="0"/>
                </a:spcBef>
                <a:spcAft>
                  <a:spcPts val="0"/>
                </a:spcAft>
              </a:pPr>
              <a:r>
                <a:rPr sz="881" b="0" lang="en-US">
                  <a:solidFill>
                    <a:srgbClr val="4C6B83"/>
                  </a:solidFill>
                  <a:latin typeface="Arial"/>
                  <a:ea typeface="SimHei"/>
                </a:rPr>
                <a:t>Quality, timing and constraints</a:t>
              </a:r>
            </a:p>
          </p:txBody>
        </p:sp>
        <p:cxnSp>
          <p:nvCxnSpPr>
            <p:cNvPr id="18" name="Connector | 2"/>
            <p:cNvCxnSpPr/>
            <p:nvPr/>
          </p:nvCxnSpPr>
          <p:spPr>
            <a:xfrm>
              <a:off x="546100" y="4121150"/>
              <a:ext cx="1511300" cy="0"/>
            </a:xfrm>
            <a:prstGeom prst="line">
              <a:avLst/>
            </a:prstGeom>
            <a:ln w="6350" cap="rnd">
              <a:solidFill>
                <a:srgbClr val="C6D8EB"/>
              </a:solidFill>
              <a:round/>
            </a:ln>
          </p:spPr>
          <p:style>
            <a:lnRef idx="2">
              <a:schemeClr val="accent1"/>
            </a:lnRef>
            <a:fillRef idx="0">
              <a:schemeClr val="accent1"/>
            </a:fillRef>
            <a:effectRef idx="1">
              <a:schemeClr val="accent1"/>
            </a:effectRef>
            <a:fontRef idx="minor">
              <a:schemeClr val="tx1"/>
            </a:fontRef>
          </p:style>
        </p:cxnSp>
        <p:sp>
          <p:nvSpPr>
            <p:cNvPr id="19" name="Text | Requirements &amp; acceptance"/>
            <p:cNvSpPr txBox="1"/>
            <p:nvPr/>
          </p:nvSpPr>
          <p:spPr>
            <a:xfrm>
              <a:off x="517525" y="4323969"/>
              <a:ext cx="1568450" cy="177985"/>
            </a:xfrm>
            <a:prstGeom prst="rect">
              <a:avLst/>
            </a:prstGeom>
            <a:noFill/>
          </p:spPr>
          <p:txBody>
            <a:bodyPr wrap="none" lIns="0" rIns="0" tIns="0" bIns="0" anchor="t" anchorCtr="0">
              <a:noAutofit/>
            </a:bodyPr>
            <a:lstStyle/>
            <a:p>
              <a:pPr algn="ctr">
                <a:lnSpc>
                  <a:spcPts val="1091"/>
                </a:lnSpc>
                <a:spcBef>
                  <a:spcPts val="0"/>
                </a:spcBef>
                <a:spcAft>
                  <a:spcPts val="0"/>
                </a:spcAft>
              </a:pPr>
              <a:r>
                <a:rPr sz="887" b="1" lang="en-US">
                  <a:solidFill>
                    <a:srgbClr val="087F79"/>
                  </a:solidFill>
                  <a:latin typeface="Arial"/>
                  <a:ea typeface="SimHei"/>
                </a:rPr>
                <a:t>Requirements &amp; acceptance</a:t>
              </a:r>
            </a:p>
          </p:txBody>
        </p:sp>
      </p:grpSp>
      <p:cxnSp>
        <p:nvCxnSpPr>
          <p:cNvPr id="20" name="Connector | 3"/>
          <p:cNvCxnSpPr/>
          <p:nvPr/>
        </p:nvCxnSpPr>
        <p:spPr>
          <a:xfrm>
            <a:off x="2222500" y="2952750"/>
            <a:ext cx="82550" cy="0"/>
          </a:xfrm>
          <a:prstGeom prst="line">
            <a:avLst/>
          </a:prstGeom>
          <a:ln w="11430" cap="rnd">
            <a:solidFill>
              <a:srgbClr val="007D9D"/>
            </a:solidFill>
            <a:round/>
            <a:tailEnd type="arrow" w="sm" len="sm"/>
          </a:ln>
        </p:spPr>
        <p:style>
          <a:lnRef idx="2">
            <a:schemeClr val="accent1"/>
          </a:lnRef>
          <a:fillRef idx="0">
            <a:schemeClr val="accent1"/>
          </a:fillRef>
          <a:effectRef idx="1">
            <a:schemeClr val="accent1"/>
          </a:effectRef>
          <a:fontRef idx="minor">
            <a:schemeClr val="tx1"/>
          </a:fontRef>
        </p:style>
      </p:cxnSp>
      <p:grpSp>
        <p:nvGrpSpPr>
          <p:cNvPr id="21" name="Node | Design hardware"/>
          <p:cNvGrpSpPr/>
          <p:nvPr/>
        </p:nvGrpSpPr>
        <p:grpSpPr>
          <a:xfrm>
            <a:off x="2324100" y="1555750"/>
            <a:ext cx="1790700" cy="3219450"/>
            <a:chOff x="2324100" y="1555750"/>
            <a:chExt cx="1790700" cy="3219450"/>
          </a:xfrm>
        </p:grpSpPr>
        <p:sp>
          <p:nvSpPr>
            <p:cNvPr id="22" name="Panel | 3"/>
            <p:cNvSpPr/>
            <p:nvPr/>
          </p:nvSpPr>
          <p:spPr>
            <a:xfrm>
              <a:off x="2324100" y="1555750"/>
              <a:ext cx="1790700" cy="3219450"/>
            </a:xfrm>
            <a:prstGeom prst="roundRect">
              <a:avLst>
                <a:gd name="adj" fmla="val 6382"/>
              </a:avLst>
            </a:prstGeom>
            <a:solidFill>
              <a:srgbClr val="FFFFFF"/>
            </a:solidFill>
            <a:ln w="6350" cap="rnd">
              <a:solidFill>
                <a:srgbClr val="C6D8EB"/>
              </a:solidFill>
              <a:round/>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 | 02"/>
            <p:cNvSpPr txBox="1"/>
            <p:nvPr/>
          </p:nvSpPr>
          <p:spPr>
            <a:xfrm>
              <a:off x="2470150" y="1683258"/>
              <a:ext cx="635000" cy="220726"/>
            </a:xfrm>
            <a:prstGeom prst="rect">
              <a:avLst/>
            </a:prstGeom>
            <a:noFill/>
          </p:spPr>
          <p:txBody>
            <a:bodyPr wrap="none" lIns="0" rIns="0" tIns="0" bIns="0" anchor="t" anchorCtr="0">
              <a:noAutofit/>
            </a:bodyPr>
            <a:lstStyle/>
            <a:p>
              <a:pPr algn="l">
                <a:lnSpc>
                  <a:spcPts val="1353"/>
                </a:lnSpc>
                <a:spcBef>
                  <a:spcPts val="0"/>
                </a:spcBef>
                <a:spcAft>
                  <a:spcPts val="0"/>
                </a:spcAft>
              </a:pPr>
              <a:r>
                <a:rPr sz="1100" b="1" lang="en-US">
                  <a:solidFill>
                    <a:srgbClr val="007D9D"/>
                  </a:solidFill>
                  <a:latin typeface="Arial"/>
                  <a:ea typeface="SimHei"/>
                </a:rPr>
                <a:t>02</a:t>
              </a:r>
            </a:p>
          </p:txBody>
        </p:sp>
        <p:sp>
          <p:nvSpPr>
            <p:cNvPr id="24" name="Text | Design hardware"/>
            <p:cNvSpPr txBox="1"/>
            <p:nvPr/>
          </p:nvSpPr>
          <p:spPr>
            <a:xfrm>
              <a:off x="2444750" y="1935099"/>
              <a:ext cx="1549400" cy="290957"/>
            </a:xfrm>
            <a:prstGeom prst="rect">
              <a:avLst/>
            </a:prstGeom>
            <a:noFill/>
          </p:spPr>
          <p:txBody>
            <a:bodyPr wrap="none" lIns="0" rIns="0" tIns="0" bIns="0" anchor="t" anchorCtr="0">
              <a:noAutofit/>
            </a:bodyPr>
            <a:lstStyle/>
            <a:p>
              <a:pPr algn="ctr">
                <a:lnSpc>
                  <a:spcPts val="1783"/>
                </a:lnSpc>
                <a:spcBef>
                  <a:spcPts val="0"/>
                </a:spcBef>
                <a:spcAft>
                  <a:spcPts val="0"/>
                </a:spcAft>
              </a:pPr>
              <a:r>
                <a:rPr sz="1450" b="1" lang="en-US">
                  <a:solidFill>
                    <a:srgbClr val="082D48"/>
                  </a:solidFill>
                  <a:latin typeface="Arial"/>
                  <a:ea typeface="SimHei"/>
                </a:rPr>
                <a:t>Design hardware</a:t>
              </a:r>
            </a:p>
          </p:txBody>
        </p:sp>
        <p:pic>
          <p:nvPicPr>
            <p:cNvPr id="25" name="Picture | Independent image" descr="085782651a052b950f6c4aa546074ea7e352e9df9e9ba1e1d1a63e6cbbeeaac3.png"/>
            <p:cNvPicPr>
              <a:picLocks noChangeAspect="1"/>
            </p:cNvPicPr>
            <p:nvPr/>
          </p:nvPicPr>
          <p:blipFill>
            <a:blip r:embed="rId4"/>
            <a:stretch>
              <a:fillRect/>
            </a:stretch>
          </p:blipFill>
          <p:spPr>
            <a:xfrm>
              <a:off x="2578677" y="2241550"/>
              <a:ext cx="1281545" cy="1174750"/>
            </a:xfrm>
            <a:prstGeom prst="rect">
              <a:avLst/>
            </a:prstGeom>
          </p:spPr>
        </p:pic>
        <p:sp>
          <p:nvSpPr>
            <p:cNvPr id="26" name="Text | Camera, optics and lighting"/>
            <p:cNvSpPr txBox="1"/>
            <p:nvPr/>
          </p:nvSpPr>
          <p:spPr>
            <a:xfrm>
              <a:off x="2438400" y="3558159"/>
              <a:ext cx="1562100" cy="195644"/>
            </a:xfrm>
            <a:prstGeom prst="rect">
              <a:avLst/>
            </a:prstGeom>
            <a:noFill/>
          </p:spPr>
          <p:txBody>
            <a:bodyPr wrap="none" lIns="0" rIns="0" tIns="0" bIns="0" anchor="t" anchorCtr="0">
              <a:noAutofit/>
            </a:bodyPr>
            <a:lstStyle/>
            <a:p>
              <a:pPr algn="ctr">
                <a:lnSpc>
                  <a:spcPts val="1199"/>
                </a:lnSpc>
                <a:spcBef>
                  <a:spcPts val="0"/>
                </a:spcBef>
                <a:spcAft>
                  <a:spcPts val="0"/>
                </a:spcAft>
              </a:pPr>
              <a:r>
                <a:rPr sz="975" b="0" lang="en-US">
                  <a:solidFill>
                    <a:srgbClr val="4C6B83"/>
                  </a:solidFill>
                  <a:latin typeface="Arial"/>
                  <a:ea typeface="SimHei"/>
                </a:rPr>
                <a:t>Camera, optics and lighting</a:t>
              </a:r>
            </a:p>
          </p:txBody>
        </p:sp>
        <p:sp>
          <p:nvSpPr>
            <p:cNvPr id="27" name="Text | Motion, sensing and calibration"/>
            <p:cNvSpPr txBox="1"/>
            <p:nvPr/>
          </p:nvSpPr>
          <p:spPr>
            <a:xfrm>
              <a:off x="2438400" y="3844734"/>
              <a:ext cx="1562100" cy="172066"/>
            </a:xfrm>
            <a:prstGeom prst="rect">
              <a:avLst/>
            </a:prstGeom>
            <a:noFill/>
          </p:spPr>
          <p:txBody>
            <a:bodyPr wrap="none" lIns="0" rIns="0" tIns="0" bIns="0" anchor="t" anchorCtr="0">
              <a:noAutofit/>
            </a:bodyPr>
            <a:lstStyle/>
            <a:p>
              <a:pPr algn="ctr">
                <a:lnSpc>
                  <a:spcPts val="1054"/>
                </a:lnSpc>
                <a:spcBef>
                  <a:spcPts val="0"/>
                </a:spcBef>
                <a:spcAft>
                  <a:spcPts val="0"/>
                </a:spcAft>
              </a:pPr>
              <a:r>
                <a:rPr sz="857" b="0" lang="en-US">
                  <a:solidFill>
                    <a:srgbClr val="4C6B83"/>
                  </a:solidFill>
                  <a:latin typeface="Arial"/>
                  <a:ea typeface="SimHei"/>
                </a:rPr>
                <a:t>Motion, sensing and calibration</a:t>
              </a:r>
            </a:p>
          </p:txBody>
        </p:sp>
        <p:cxnSp>
          <p:nvCxnSpPr>
            <p:cNvPr id="28" name="Connector | 4"/>
            <p:cNvCxnSpPr/>
            <p:nvPr/>
          </p:nvCxnSpPr>
          <p:spPr>
            <a:xfrm>
              <a:off x="2463800" y="4121150"/>
              <a:ext cx="1511300" cy="0"/>
            </a:xfrm>
            <a:prstGeom prst="line">
              <a:avLst/>
            </a:prstGeom>
            <a:ln w="6350" cap="rnd">
              <a:solidFill>
                <a:srgbClr val="C6D8EB"/>
              </a:solidFill>
              <a:round/>
            </a:ln>
          </p:spPr>
          <p:style>
            <a:lnRef idx="2">
              <a:schemeClr val="accent1"/>
            </a:lnRef>
            <a:fillRef idx="0">
              <a:schemeClr val="accent1"/>
            </a:fillRef>
            <a:effectRef idx="1">
              <a:schemeClr val="accent1"/>
            </a:effectRef>
            <a:fontRef idx="minor">
              <a:schemeClr val="tx1"/>
            </a:fontRef>
          </p:style>
        </p:cxnSp>
        <p:sp>
          <p:nvSpPr>
            <p:cNvPr id="29" name="Text | Hardware design &amp; samples"/>
            <p:cNvSpPr txBox="1"/>
            <p:nvPr/>
          </p:nvSpPr>
          <p:spPr>
            <a:xfrm>
              <a:off x="2435225" y="4323588"/>
              <a:ext cx="1568450" cy="178587"/>
            </a:xfrm>
            <a:prstGeom prst="rect">
              <a:avLst/>
            </a:prstGeom>
            <a:noFill/>
          </p:spPr>
          <p:txBody>
            <a:bodyPr wrap="none" lIns="0" rIns="0" tIns="0" bIns="0" anchor="t" anchorCtr="0">
              <a:noAutofit/>
            </a:bodyPr>
            <a:lstStyle/>
            <a:p>
              <a:pPr algn="ctr">
                <a:lnSpc>
                  <a:spcPts val="1094"/>
                </a:lnSpc>
                <a:spcBef>
                  <a:spcPts val="0"/>
                </a:spcBef>
                <a:spcAft>
                  <a:spcPts val="0"/>
                </a:spcAft>
              </a:pPr>
              <a:r>
                <a:rPr sz="890" b="1" lang="en-US">
                  <a:solidFill>
                    <a:srgbClr val="087F79"/>
                  </a:solidFill>
                  <a:latin typeface="Arial"/>
                  <a:ea typeface="SimHei"/>
                </a:rPr>
                <a:t>Hardware design &amp; samples</a:t>
              </a:r>
            </a:p>
          </p:txBody>
        </p:sp>
      </p:grpSp>
      <p:cxnSp>
        <p:nvCxnSpPr>
          <p:cNvPr id="30" name="Connector | 5"/>
          <p:cNvCxnSpPr/>
          <p:nvPr/>
        </p:nvCxnSpPr>
        <p:spPr>
          <a:xfrm>
            <a:off x="4140200" y="2952750"/>
            <a:ext cx="82550" cy="0"/>
          </a:xfrm>
          <a:prstGeom prst="line">
            <a:avLst/>
          </a:prstGeom>
          <a:ln w="11430" cap="rnd">
            <a:solidFill>
              <a:srgbClr val="007D9D"/>
            </a:solidFill>
            <a:round/>
            <a:tailEnd type="arrow" w="sm" len="sm"/>
          </a:ln>
        </p:spPr>
        <p:style>
          <a:lnRef idx="2">
            <a:schemeClr val="accent1"/>
          </a:lnRef>
          <a:fillRef idx="0">
            <a:schemeClr val="accent1"/>
          </a:fillRef>
          <a:effectRef idx="1">
            <a:schemeClr val="accent1"/>
          </a:effectRef>
          <a:fontRef idx="minor">
            <a:schemeClr val="tx1"/>
          </a:fontRef>
        </p:style>
      </p:cxnSp>
      <p:grpSp>
        <p:nvGrpSpPr>
          <p:cNvPr id="31" name="Node | Design workflows"/>
          <p:cNvGrpSpPr/>
          <p:nvPr/>
        </p:nvGrpSpPr>
        <p:grpSpPr>
          <a:xfrm>
            <a:off x="4241800" y="1555750"/>
            <a:ext cx="1790700" cy="3219450"/>
            <a:chOff x="4241800" y="1555750"/>
            <a:chExt cx="1790700" cy="3219450"/>
          </a:xfrm>
        </p:grpSpPr>
        <p:sp>
          <p:nvSpPr>
            <p:cNvPr id="32" name="Panel | 4"/>
            <p:cNvSpPr/>
            <p:nvPr/>
          </p:nvSpPr>
          <p:spPr>
            <a:xfrm>
              <a:off x="4241800" y="1555750"/>
              <a:ext cx="1790700" cy="3219450"/>
            </a:xfrm>
            <a:prstGeom prst="roundRect">
              <a:avLst>
                <a:gd name="adj" fmla="val 6382"/>
              </a:avLst>
            </a:prstGeom>
            <a:solidFill>
              <a:srgbClr val="FFFFFF"/>
            </a:solidFill>
            <a:ln w="6350" cap="rnd">
              <a:solidFill>
                <a:srgbClr val="C6D8EB"/>
              </a:solidFill>
              <a:round/>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 | 03"/>
            <p:cNvSpPr txBox="1"/>
            <p:nvPr/>
          </p:nvSpPr>
          <p:spPr>
            <a:xfrm>
              <a:off x="4387850" y="1683258"/>
              <a:ext cx="635000" cy="220726"/>
            </a:xfrm>
            <a:prstGeom prst="rect">
              <a:avLst/>
            </a:prstGeom>
            <a:noFill/>
          </p:spPr>
          <p:txBody>
            <a:bodyPr wrap="none" lIns="0" rIns="0" tIns="0" bIns="0" anchor="t" anchorCtr="0">
              <a:noAutofit/>
            </a:bodyPr>
            <a:lstStyle/>
            <a:p>
              <a:pPr algn="l">
                <a:lnSpc>
                  <a:spcPts val="1353"/>
                </a:lnSpc>
                <a:spcBef>
                  <a:spcPts val="0"/>
                </a:spcBef>
                <a:spcAft>
                  <a:spcPts val="0"/>
                </a:spcAft>
              </a:pPr>
              <a:r>
                <a:rPr sz="1100" b="1" lang="en-US">
                  <a:solidFill>
                    <a:srgbClr val="007D9D"/>
                  </a:solidFill>
                  <a:latin typeface="Arial"/>
                  <a:ea typeface="SimHei"/>
                </a:rPr>
                <a:t>03</a:t>
              </a:r>
            </a:p>
          </p:txBody>
        </p:sp>
        <p:sp>
          <p:nvSpPr>
            <p:cNvPr id="34" name="Text | Design workflows"/>
            <p:cNvSpPr txBox="1"/>
            <p:nvPr/>
          </p:nvSpPr>
          <p:spPr>
            <a:xfrm>
              <a:off x="4362450" y="1943735"/>
              <a:ext cx="1549400" cy="275908"/>
            </a:xfrm>
            <a:prstGeom prst="rect">
              <a:avLst/>
            </a:prstGeom>
            <a:noFill/>
          </p:spPr>
          <p:txBody>
            <a:bodyPr wrap="none" lIns="0" rIns="0" tIns="0" bIns="0" anchor="t" anchorCtr="0">
              <a:noAutofit/>
            </a:bodyPr>
            <a:lstStyle/>
            <a:p>
              <a:pPr algn="ctr">
                <a:lnSpc>
                  <a:spcPts val="1691"/>
                </a:lnSpc>
                <a:spcBef>
                  <a:spcPts val="0"/>
                </a:spcBef>
                <a:spcAft>
                  <a:spcPts val="0"/>
                </a:spcAft>
              </a:pPr>
              <a:r>
                <a:rPr sz="1375" b="1" lang="en-US">
                  <a:solidFill>
                    <a:srgbClr val="082D48"/>
                  </a:solidFill>
                  <a:latin typeface="Arial"/>
                  <a:ea typeface="SimHei"/>
                </a:rPr>
                <a:t>Design workflows</a:t>
              </a:r>
            </a:p>
          </p:txBody>
        </p:sp>
        <p:pic>
          <p:nvPicPr>
            <p:cNvPr id="35" name="Picture | Independent image" descr="d235d7460685fbce7c25a12631d1439d4d6219b6901e988eaac07fae35a8f6fe.png"/>
            <p:cNvPicPr>
              <a:picLocks noChangeAspect="1"/>
            </p:cNvPicPr>
            <p:nvPr/>
          </p:nvPicPr>
          <p:blipFill>
            <a:blip r:embed="rId5"/>
            <a:stretch>
              <a:fillRect/>
            </a:stretch>
          </p:blipFill>
          <p:spPr>
            <a:xfrm>
              <a:off x="4496377" y="2241550"/>
              <a:ext cx="1281545" cy="1174750"/>
            </a:xfrm>
            <a:prstGeom prst="rect">
              <a:avLst/>
            </a:prstGeom>
          </p:spPr>
        </p:pic>
        <p:sp>
          <p:nvSpPr>
            <p:cNvPr id="36" name="Text | Positioning, capture and timing"/>
            <p:cNvSpPr txBox="1"/>
            <p:nvPr/>
          </p:nvSpPr>
          <p:spPr>
            <a:xfrm>
              <a:off x="4356100" y="3570922"/>
              <a:ext cx="1562100" cy="173370"/>
            </a:xfrm>
            <a:prstGeom prst="rect">
              <a:avLst/>
            </a:prstGeom>
            <a:noFill/>
          </p:spPr>
          <p:txBody>
            <a:bodyPr wrap="none" lIns="0" rIns="0" tIns="0" bIns="0" anchor="t" anchorCtr="0">
              <a:noAutofit/>
            </a:bodyPr>
            <a:lstStyle/>
            <a:p>
              <a:pPr algn="ctr">
                <a:lnSpc>
                  <a:spcPts val="1062"/>
                </a:lnSpc>
                <a:spcBef>
                  <a:spcPts val="0"/>
                </a:spcBef>
                <a:spcAft>
                  <a:spcPts val="0"/>
                </a:spcAft>
              </a:pPr>
              <a:r>
                <a:rPr sz="864" b="0" lang="en-US">
                  <a:solidFill>
                    <a:srgbClr val="4C6B83"/>
                  </a:solidFill>
                  <a:latin typeface="Arial"/>
                  <a:ea typeface="SimHei"/>
                </a:rPr>
                <a:t>Positioning, capture and timing</a:t>
              </a:r>
            </a:p>
          </p:txBody>
        </p:sp>
        <p:sp>
          <p:nvSpPr>
            <p:cNvPr id="37" name="Text | Exceptions and result handling"/>
            <p:cNvSpPr txBox="1"/>
            <p:nvPr/>
          </p:nvSpPr>
          <p:spPr>
            <a:xfrm>
              <a:off x="4356100" y="3843464"/>
              <a:ext cx="1562100" cy="174273"/>
            </a:xfrm>
            <a:prstGeom prst="rect">
              <a:avLst/>
            </a:prstGeom>
            <a:noFill/>
          </p:spPr>
          <p:txBody>
            <a:bodyPr wrap="none" lIns="0" rIns="0" tIns="0" bIns="0" anchor="t" anchorCtr="0">
              <a:noAutofit/>
            </a:bodyPr>
            <a:lstStyle/>
            <a:p>
              <a:pPr algn="ctr">
                <a:lnSpc>
                  <a:spcPts val="1068"/>
                </a:lnSpc>
                <a:spcBef>
                  <a:spcPts val="0"/>
                </a:spcBef>
                <a:spcAft>
                  <a:spcPts val="0"/>
                </a:spcAft>
              </a:pPr>
              <a:r>
                <a:rPr sz="868" b="0" lang="en-US">
                  <a:solidFill>
                    <a:srgbClr val="4C6B83"/>
                  </a:solidFill>
                  <a:latin typeface="Arial"/>
                  <a:ea typeface="SimHei"/>
                </a:rPr>
                <a:t>Exceptions and result handling</a:t>
              </a:r>
            </a:p>
          </p:txBody>
        </p:sp>
        <p:cxnSp>
          <p:nvCxnSpPr>
            <p:cNvPr id="38" name="Connector | 6"/>
            <p:cNvCxnSpPr/>
            <p:nvPr/>
          </p:nvCxnSpPr>
          <p:spPr>
            <a:xfrm>
              <a:off x="4381500" y="4121150"/>
              <a:ext cx="1511300" cy="0"/>
            </a:xfrm>
            <a:prstGeom prst="line">
              <a:avLst/>
            </a:prstGeom>
            <a:ln w="6350" cap="rnd">
              <a:solidFill>
                <a:srgbClr val="C6D8EB"/>
              </a:solidFill>
              <a:round/>
            </a:ln>
          </p:spPr>
          <p:style>
            <a:lnRef idx="2">
              <a:schemeClr val="accent1"/>
            </a:lnRef>
            <a:fillRef idx="0">
              <a:schemeClr val="accent1"/>
            </a:fillRef>
            <a:effectRef idx="1">
              <a:schemeClr val="accent1"/>
            </a:effectRef>
            <a:fontRef idx="minor">
              <a:schemeClr val="tx1"/>
            </a:fontRef>
          </p:style>
        </p:cxnSp>
        <p:sp>
          <p:nvSpPr>
            <p:cNvPr id="39" name="Text | Flow &amp; device configuration"/>
            <p:cNvSpPr txBox="1"/>
            <p:nvPr/>
          </p:nvSpPr>
          <p:spPr>
            <a:xfrm>
              <a:off x="4352925" y="4323969"/>
              <a:ext cx="1568450" cy="177985"/>
            </a:xfrm>
            <a:prstGeom prst="rect">
              <a:avLst/>
            </a:prstGeom>
            <a:noFill/>
          </p:spPr>
          <p:txBody>
            <a:bodyPr wrap="none" lIns="0" rIns="0" tIns="0" bIns="0" anchor="t" anchorCtr="0">
              <a:noAutofit/>
            </a:bodyPr>
            <a:lstStyle/>
            <a:p>
              <a:pPr algn="ctr">
                <a:lnSpc>
                  <a:spcPts val="1091"/>
                </a:lnSpc>
                <a:spcBef>
                  <a:spcPts val="0"/>
                </a:spcBef>
                <a:spcAft>
                  <a:spcPts val="0"/>
                </a:spcAft>
              </a:pPr>
              <a:r>
                <a:rPr sz="887" b="1" lang="en-US">
                  <a:solidFill>
                    <a:srgbClr val="087F79"/>
                  </a:solidFill>
                  <a:latin typeface="Arial"/>
                  <a:ea typeface="SimHei"/>
                </a:rPr>
                <a:t>Flow &amp; device configuration</a:t>
              </a:r>
            </a:p>
          </p:txBody>
        </p:sp>
      </p:grpSp>
      <p:cxnSp>
        <p:nvCxnSpPr>
          <p:cNvPr id="40" name="Connector | 7"/>
          <p:cNvCxnSpPr/>
          <p:nvPr/>
        </p:nvCxnSpPr>
        <p:spPr>
          <a:xfrm>
            <a:off x="6057900" y="2952750"/>
            <a:ext cx="82550" cy="0"/>
          </a:xfrm>
          <a:prstGeom prst="line">
            <a:avLst/>
          </a:prstGeom>
          <a:ln w="11430" cap="rnd">
            <a:solidFill>
              <a:srgbClr val="007D9D"/>
            </a:solidFill>
            <a:round/>
            <a:tailEnd type="arrow" w="sm" len="sm"/>
          </a:ln>
        </p:spPr>
        <p:style>
          <a:lnRef idx="2">
            <a:schemeClr val="accent1"/>
          </a:lnRef>
          <a:fillRef idx="0">
            <a:schemeClr val="accent1"/>
          </a:fillRef>
          <a:effectRef idx="1">
            <a:schemeClr val="accent1"/>
          </a:effectRef>
          <a:fontRef idx="minor">
            <a:schemeClr val="tx1"/>
          </a:fontRef>
        </p:style>
      </p:cxnSp>
      <p:grpSp>
        <p:nvGrpSpPr>
          <p:cNvPr id="41" name="Node | Develop algorithms"/>
          <p:cNvGrpSpPr/>
          <p:nvPr/>
        </p:nvGrpSpPr>
        <p:grpSpPr>
          <a:xfrm>
            <a:off x="6159500" y="1555750"/>
            <a:ext cx="1790700" cy="3219450"/>
            <a:chOff x="6159500" y="1555750"/>
            <a:chExt cx="1790700" cy="3219450"/>
          </a:xfrm>
        </p:grpSpPr>
        <p:sp>
          <p:nvSpPr>
            <p:cNvPr id="42" name="Panel | 5"/>
            <p:cNvSpPr/>
            <p:nvPr/>
          </p:nvSpPr>
          <p:spPr>
            <a:xfrm>
              <a:off x="6159500" y="1555750"/>
              <a:ext cx="1790700" cy="3219450"/>
            </a:xfrm>
            <a:prstGeom prst="roundRect">
              <a:avLst>
                <a:gd name="adj" fmla="val 6382"/>
              </a:avLst>
            </a:prstGeom>
            <a:solidFill>
              <a:srgbClr val="FFFFFF"/>
            </a:solidFill>
            <a:ln w="6350" cap="rnd">
              <a:solidFill>
                <a:srgbClr val="C6D8EB"/>
              </a:solidFill>
              <a:round/>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 | 04"/>
            <p:cNvSpPr txBox="1"/>
            <p:nvPr/>
          </p:nvSpPr>
          <p:spPr>
            <a:xfrm>
              <a:off x="6305550" y="1683258"/>
              <a:ext cx="635000" cy="220726"/>
            </a:xfrm>
            <a:prstGeom prst="rect">
              <a:avLst/>
            </a:prstGeom>
            <a:noFill/>
          </p:spPr>
          <p:txBody>
            <a:bodyPr wrap="none" lIns="0" rIns="0" tIns="0" bIns="0" anchor="t" anchorCtr="0">
              <a:noAutofit/>
            </a:bodyPr>
            <a:lstStyle/>
            <a:p>
              <a:pPr algn="l">
                <a:lnSpc>
                  <a:spcPts val="1353"/>
                </a:lnSpc>
                <a:spcBef>
                  <a:spcPts val="0"/>
                </a:spcBef>
                <a:spcAft>
                  <a:spcPts val="0"/>
                </a:spcAft>
              </a:pPr>
              <a:r>
                <a:rPr sz="1100" b="1" lang="en-US">
                  <a:solidFill>
                    <a:srgbClr val="007D9D"/>
                  </a:solidFill>
                  <a:latin typeface="Arial"/>
                  <a:ea typeface="SimHei"/>
                </a:rPr>
                <a:t>04</a:t>
              </a:r>
            </a:p>
          </p:txBody>
        </p:sp>
        <p:sp>
          <p:nvSpPr>
            <p:cNvPr id="44" name="Text | Develop algorithms"/>
            <p:cNvSpPr txBox="1"/>
            <p:nvPr/>
          </p:nvSpPr>
          <p:spPr>
            <a:xfrm>
              <a:off x="6280150" y="1957070"/>
              <a:ext cx="1549400" cy="252631"/>
            </a:xfrm>
            <a:prstGeom prst="rect">
              <a:avLst/>
            </a:prstGeom>
            <a:noFill/>
          </p:spPr>
          <p:txBody>
            <a:bodyPr wrap="none" lIns="0" rIns="0" tIns="0" bIns="0" anchor="t" anchorCtr="0">
              <a:noAutofit/>
            </a:bodyPr>
            <a:lstStyle/>
            <a:p>
              <a:pPr algn="ctr">
                <a:lnSpc>
                  <a:spcPts val="1548"/>
                </a:lnSpc>
                <a:spcBef>
                  <a:spcPts val="0"/>
                </a:spcBef>
                <a:spcAft>
                  <a:spcPts val="0"/>
                </a:spcAft>
              </a:pPr>
              <a:r>
                <a:rPr sz="1259" b="1" lang="en-US">
                  <a:solidFill>
                    <a:srgbClr val="082D48"/>
                  </a:solidFill>
                  <a:latin typeface="Arial"/>
                  <a:ea typeface="SimHei"/>
                </a:rPr>
                <a:t>Develop algorithms</a:t>
              </a:r>
            </a:p>
          </p:txBody>
        </p:sp>
        <p:pic>
          <p:nvPicPr>
            <p:cNvPr id="45" name="Picture | Independent image" descr="0e1cacdd2dd64d49c68307ca39c10d929dcfdd478b4480a29a0805d6b17ec43b.png"/>
            <p:cNvPicPr>
              <a:picLocks noChangeAspect="1"/>
            </p:cNvPicPr>
            <p:nvPr/>
          </p:nvPicPr>
          <p:blipFill>
            <a:blip r:embed="rId6"/>
            <a:stretch>
              <a:fillRect/>
            </a:stretch>
          </p:blipFill>
          <p:spPr>
            <a:xfrm>
              <a:off x="6330950" y="2491105"/>
              <a:ext cx="1447800" cy="675640"/>
            </a:xfrm>
            <a:prstGeom prst="rect">
              <a:avLst/>
            </a:prstGeom>
          </p:spPr>
        </p:pic>
        <p:sp>
          <p:nvSpPr>
            <p:cNvPr id="46" name="Text | Classical vision / geometry"/>
            <p:cNvSpPr txBox="1"/>
            <p:nvPr/>
          </p:nvSpPr>
          <p:spPr>
            <a:xfrm>
              <a:off x="6273800" y="3555492"/>
              <a:ext cx="1562100" cy="200359"/>
            </a:xfrm>
            <a:prstGeom prst="rect">
              <a:avLst/>
            </a:prstGeom>
            <a:noFill/>
          </p:spPr>
          <p:txBody>
            <a:bodyPr wrap="none" lIns="0" rIns="0" tIns="0" bIns="0" anchor="t" anchorCtr="0">
              <a:noAutofit/>
            </a:bodyPr>
            <a:lstStyle/>
            <a:p>
              <a:pPr algn="ctr">
                <a:lnSpc>
                  <a:spcPts val="1228"/>
                </a:lnSpc>
                <a:spcBef>
                  <a:spcPts val="0"/>
                </a:spcBef>
                <a:spcAft>
                  <a:spcPts val="0"/>
                </a:spcAft>
              </a:pPr>
              <a:r>
                <a:rPr sz="998" b="0" lang="en-US">
                  <a:solidFill>
                    <a:srgbClr val="4C6B83"/>
                  </a:solidFill>
                  <a:latin typeface="Arial"/>
                  <a:ea typeface="SimHei"/>
                </a:rPr>
                <a:t>Classical vision / geometry</a:t>
              </a:r>
            </a:p>
          </p:txBody>
        </p:sp>
        <p:sp>
          <p:nvSpPr>
            <p:cNvPr id="47" name="Text | AI training and validation"/>
            <p:cNvSpPr txBox="1"/>
            <p:nvPr/>
          </p:nvSpPr>
          <p:spPr>
            <a:xfrm>
              <a:off x="6273800" y="3819144"/>
              <a:ext cx="1562100" cy="216713"/>
            </a:xfrm>
            <a:prstGeom prst="rect">
              <a:avLst/>
            </a:prstGeom>
            <a:noFill/>
          </p:spPr>
          <p:txBody>
            <a:bodyPr wrap="none" lIns="0" rIns="0" tIns="0" bIns="0" anchor="t" anchorCtr="0">
              <a:noAutofit/>
            </a:bodyPr>
            <a:lstStyle/>
            <a:p>
              <a:pPr algn="ctr">
                <a:lnSpc>
                  <a:spcPts val="1328"/>
                </a:lnSpc>
                <a:spcBef>
                  <a:spcPts val="0"/>
                </a:spcBef>
                <a:spcAft>
                  <a:spcPts val="0"/>
                </a:spcAft>
              </a:pPr>
              <a:r>
                <a:rPr sz="1080" b="0" lang="en-US">
                  <a:solidFill>
                    <a:srgbClr val="4C6B83"/>
                  </a:solidFill>
                  <a:latin typeface="Arial"/>
                  <a:ea typeface="SimHei"/>
                </a:rPr>
                <a:t>AI training and validation</a:t>
              </a:r>
            </a:p>
          </p:txBody>
        </p:sp>
        <p:cxnSp>
          <p:nvCxnSpPr>
            <p:cNvPr id="48" name="Connector | 8"/>
            <p:cNvCxnSpPr/>
            <p:nvPr/>
          </p:nvCxnSpPr>
          <p:spPr>
            <a:xfrm>
              <a:off x="6299200" y="4121150"/>
              <a:ext cx="1511300" cy="0"/>
            </a:xfrm>
            <a:prstGeom prst="line">
              <a:avLst/>
            </a:prstGeom>
            <a:ln w="6350" cap="rnd">
              <a:solidFill>
                <a:srgbClr val="C6D8EB"/>
              </a:solidFill>
              <a:round/>
            </a:ln>
          </p:spPr>
          <p:style>
            <a:lnRef idx="2">
              <a:schemeClr val="accent1"/>
            </a:lnRef>
            <a:fillRef idx="0">
              <a:schemeClr val="accent1"/>
            </a:fillRef>
            <a:effectRef idx="1">
              <a:schemeClr val="accent1"/>
            </a:effectRef>
            <a:fontRef idx="minor">
              <a:schemeClr val="tx1"/>
            </a:fontRef>
          </p:style>
        </p:cxnSp>
        <p:sp>
          <p:nvSpPr>
            <p:cNvPr id="49" name="Text | Parameters / model package"/>
            <p:cNvSpPr txBox="1"/>
            <p:nvPr/>
          </p:nvSpPr>
          <p:spPr>
            <a:xfrm>
              <a:off x="6270625" y="4324794"/>
              <a:ext cx="1568450" cy="176480"/>
            </a:xfrm>
            <a:prstGeom prst="rect">
              <a:avLst/>
            </a:prstGeom>
            <a:noFill/>
          </p:spPr>
          <p:txBody>
            <a:bodyPr wrap="none" lIns="0" rIns="0" tIns="0" bIns="0" anchor="t" anchorCtr="0">
              <a:noAutofit/>
            </a:bodyPr>
            <a:lstStyle/>
            <a:p>
              <a:pPr algn="ctr">
                <a:lnSpc>
                  <a:spcPts val="1081"/>
                </a:lnSpc>
                <a:spcBef>
                  <a:spcPts val="0"/>
                </a:spcBef>
                <a:spcAft>
                  <a:spcPts val="0"/>
                </a:spcAft>
              </a:pPr>
              <a:r>
                <a:rPr sz="879" b="1" lang="en-US">
                  <a:solidFill>
                    <a:srgbClr val="087F79"/>
                  </a:solidFill>
                  <a:latin typeface="Arial"/>
                  <a:ea typeface="SimHei"/>
                </a:rPr>
                <a:t>Parameters / model package</a:t>
              </a:r>
            </a:p>
          </p:txBody>
        </p:sp>
      </p:grpSp>
      <p:cxnSp>
        <p:nvCxnSpPr>
          <p:cNvPr id="50" name="Connector | 9"/>
          <p:cNvCxnSpPr/>
          <p:nvPr/>
        </p:nvCxnSpPr>
        <p:spPr>
          <a:xfrm>
            <a:off x="7975600" y="2952750"/>
            <a:ext cx="82550" cy="0"/>
          </a:xfrm>
          <a:prstGeom prst="line">
            <a:avLst/>
          </a:prstGeom>
          <a:ln w="11430" cap="rnd">
            <a:solidFill>
              <a:srgbClr val="007D9D"/>
            </a:solidFill>
            <a:round/>
            <a:tailEnd type="arrow" w="sm" len="sm"/>
          </a:ln>
        </p:spPr>
        <p:style>
          <a:lnRef idx="2">
            <a:schemeClr val="accent1"/>
          </a:lnRef>
          <a:fillRef idx="0">
            <a:schemeClr val="accent1"/>
          </a:fillRef>
          <a:effectRef idx="1">
            <a:schemeClr val="accent1"/>
          </a:effectRef>
          <a:fontRef idx="minor">
            <a:schemeClr val="tx1"/>
          </a:fontRef>
        </p:style>
      </p:cxnSp>
      <p:grpSp>
        <p:nvGrpSpPr>
          <p:cNvPr id="51" name="Node | Validate jointly"/>
          <p:cNvGrpSpPr/>
          <p:nvPr/>
        </p:nvGrpSpPr>
        <p:grpSpPr>
          <a:xfrm>
            <a:off x="8077200" y="1555750"/>
            <a:ext cx="1790700" cy="3219450"/>
            <a:chOff x="8077200" y="1555750"/>
            <a:chExt cx="1790700" cy="3219450"/>
          </a:xfrm>
        </p:grpSpPr>
        <p:sp>
          <p:nvSpPr>
            <p:cNvPr id="52" name="Panel | 6"/>
            <p:cNvSpPr/>
            <p:nvPr/>
          </p:nvSpPr>
          <p:spPr>
            <a:xfrm>
              <a:off x="8077200" y="1555750"/>
              <a:ext cx="1790700" cy="3219450"/>
            </a:xfrm>
            <a:prstGeom prst="roundRect">
              <a:avLst>
                <a:gd name="adj" fmla="val 6382"/>
              </a:avLst>
            </a:prstGeom>
            <a:solidFill>
              <a:srgbClr val="FFFFFF"/>
            </a:solidFill>
            <a:ln w="6350" cap="rnd">
              <a:solidFill>
                <a:srgbClr val="C6D8EB"/>
              </a:solidFill>
              <a:round/>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 | 05"/>
            <p:cNvSpPr txBox="1"/>
            <p:nvPr/>
          </p:nvSpPr>
          <p:spPr>
            <a:xfrm>
              <a:off x="8223250" y="1683258"/>
              <a:ext cx="635000" cy="220726"/>
            </a:xfrm>
            <a:prstGeom prst="rect">
              <a:avLst/>
            </a:prstGeom>
            <a:noFill/>
          </p:spPr>
          <p:txBody>
            <a:bodyPr wrap="none" lIns="0" rIns="0" tIns="0" bIns="0" anchor="t" anchorCtr="0">
              <a:noAutofit/>
            </a:bodyPr>
            <a:lstStyle/>
            <a:p>
              <a:pPr algn="l">
                <a:lnSpc>
                  <a:spcPts val="1353"/>
                </a:lnSpc>
                <a:spcBef>
                  <a:spcPts val="0"/>
                </a:spcBef>
                <a:spcAft>
                  <a:spcPts val="0"/>
                </a:spcAft>
              </a:pPr>
              <a:r>
                <a:rPr sz="1100" b="1" lang="en-US">
                  <a:solidFill>
                    <a:srgbClr val="007D9D"/>
                  </a:solidFill>
                  <a:latin typeface="Arial"/>
                  <a:ea typeface="SimHei"/>
                </a:rPr>
                <a:t>05</a:t>
              </a:r>
            </a:p>
          </p:txBody>
        </p:sp>
        <p:sp>
          <p:nvSpPr>
            <p:cNvPr id="54" name="Text | Validate jointly"/>
            <p:cNvSpPr txBox="1"/>
            <p:nvPr/>
          </p:nvSpPr>
          <p:spPr>
            <a:xfrm>
              <a:off x="8197850" y="1935099"/>
              <a:ext cx="1549400" cy="290957"/>
            </a:xfrm>
            <a:prstGeom prst="rect">
              <a:avLst/>
            </a:prstGeom>
            <a:noFill/>
          </p:spPr>
          <p:txBody>
            <a:bodyPr wrap="none" lIns="0" rIns="0" tIns="0" bIns="0" anchor="t" anchorCtr="0">
              <a:noAutofit/>
            </a:bodyPr>
            <a:lstStyle/>
            <a:p>
              <a:pPr algn="ctr">
                <a:lnSpc>
                  <a:spcPts val="1783"/>
                </a:lnSpc>
                <a:spcBef>
                  <a:spcPts val="0"/>
                </a:spcBef>
                <a:spcAft>
                  <a:spcPts val="0"/>
                </a:spcAft>
              </a:pPr>
              <a:r>
                <a:rPr sz="1450" b="1" lang="en-US">
                  <a:solidFill>
                    <a:srgbClr val="082D48"/>
                  </a:solidFill>
                  <a:latin typeface="Arial"/>
                  <a:ea typeface="SimHei"/>
                </a:rPr>
                <a:t>Validate jointly</a:t>
              </a:r>
            </a:p>
          </p:txBody>
        </p:sp>
        <p:pic>
          <p:nvPicPr>
            <p:cNvPr id="55" name="Picture | Independent image" descr="69b9b6f2f57fe9517a0b04037aba969f2ed0c2d42b08a20aa15893bd43b01753.png"/>
            <p:cNvPicPr>
              <a:picLocks noChangeAspect="1"/>
            </p:cNvPicPr>
            <p:nvPr/>
          </p:nvPicPr>
          <p:blipFill>
            <a:blip r:embed="rId7"/>
            <a:stretch>
              <a:fillRect/>
            </a:stretch>
          </p:blipFill>
          <p:spPr>
            <a:xfrm>
              <a:off x="8331777" y="2241550"/>
              <a:ext cx="1281545" cy="1174750"/>
            </a:xfrm>
            <a:prstGeom prst="rect">
              <a:avLst/>
            </a:prstGeom>
          </p:spPr>
        </p:pic>
        <p:sp>
          <p:nvSpPr>
            <p:cNvPr id="56" name="Text | Site samples and references"/>
            <p:cNvSpPr txBox="1"/>
            <p:nvPr/>
          </p:nvSpPr>
          <p:spPr>
            <a:xfrm>
              <a:off x="8191500" y="3563176"/>
              <a:ext cx="1562100" cy="186915"/>
            </a:xfrm>
            <a:prstGeom prst="rect">
              <a:avLst/>
            </a:prstGeom>
            <a:noFill/>
          </p:spPr>
          <p:txBody>
            <a:bodyPr wrap="none" lIns="0" rIns="0" tIns="0" bIns="0" anchor="t" anchorCtr="0">
              <a:noAutofit/>
            </a:bodyPr>
            <a:lstStyle/>
            <a:p>
              <a:pPr algn="ctr">
                <a:lnSpc>
                  <a:spcPts val="1145"/>
                </a:lnSpc>
                <a:spcBef>
                  <a:spcPts val="0"/>
                </a:spcBef>
                <a:spcAft>
                  <a:spcPts val="0"/>
                </a:spcAft>
              </a:pPr>
              <a:r>
                <a:rPr sz="931" b="0" lang="en-US">
                  <a:solidFill>
                    <a:srgbClr val="4C6B83"/>
                  </a:solidFill>
                  <a:latin typeface="Arial"/>
                  <a:ea typeface="SimHei"/>
                </a:rPr>
                <a:t>Site samples and references</a:t>
              </a:r>
            </a:p>
          </p:txBody>
        </p:sp>
        <p:sp>
          <p:nvSpPr>
            <p:cNvPr id="57" name="Text | Quality, metrology and timing"/>
            <p:cNvSpPr txBox="1"/>
            <p:nvPr/>
          </p:nvSpPr>
          <p:spPr>
            <a:xfrm>
              <a:off x="8191500" y="3838512"/>
              <a:ext cx="1562100" cy="182902"/>
            </a:xfrm>
            <a:prstGeom prst="rect">
              <a:avLst/>
            </a:prstGeom>
            <a:noFill/>
          </p:spPr>
          <p:txBody>
            <a:bodyPr wrap="none" lIns="0" rIns="0" tIns="0" bIns="0" anchor="t" anchorCtr="0">
              <a:noAutofit/>
            </a:bodyPr>
            <a:lstStyle/>
            <a:p>
              <a:pPr algn="ctr">
                <a:lnSpc>
                  <a:spcPts val="1121"/>
                </a:lnSpc>
                <a:spcBef>
                  <a:spcPts val="0"/>
                </a:spcBef>
                <a:spcAft>
                  <a:spcPts val="0"/>
                </a:spcAft>
              </a:pPr>
              <a:r>
                <a:rPr sz="911" b="0" lang="en-US">
                  <a:solidFill>
                    <a:srgbClr val="4C6B83"/>
                  </a:solidFill>
                  <a:latin typeface="Arial"/>
                  <a:ea typeface="SimHei"/>
                </a:rPr>
                <a:t>Quality, metrology and timing</a:t>
              </a:r>
            </a:p>
          </p:txBody>
        </p:sp>
        <p:cxnSp>
          <p:nvCxnSpPr>
            <p:cNvPr id="58" name="Connector | 10"/>
            <p:cNvCxnSpPr/>
            <p:nvPr/>
          </p:nvCxnSpPr>
          <p:spPr>
            <a:xfrm>
              <a:off x="8216900" y="4121150"/>
              <a:ext cx="1511300" cy="0"/>
            </a:xfrm>
            <a:prstGeom prst="line">
              <a:avLst/>
            </a:prstGeom>
            <a:ln w="6350" cap="rnd">
              <a:solidFill>
                <a:srgbClr val="C6D8EB"/>
              </a:solidFill>
              <a:round/>
            </a:ln>
          </p:spPr>
          <p:style>
            <a:lnRef idx="2">
              <a:schemeClr val="accent1"/>
            </a:lnRef>
            <a:fillRef idx="0">
              <a:schemeClr val="accent1"/>
            </a:fillRef>
            <a:effectRef idx="1">
              <a:schemeClr val="accent1"/>
            </a:effectRef>
            <a:fontRef idx="minor">
              <a:schemeClr val="tx1"/>
            </a:fontRef>
          </p:style>
        </p:cxnSp>
        <p:sp>
          <p:nvSpPr>
            <p:cNvPr id="59" name="Text | Acceptance evidence"/>
            <p:cNvSpPr txBox="1"/>
            <p:nvPr/>
          </p:nvSpPr>
          <p:spPr>
            <a:xfrm>
              <a:off x="8188325" y="4291584"/>
              <a:ext cx="1568450" cy="234471"/>
            </a:xfrm>
            <a:prstGeom prst="rect">
              <a:avLst/>
            </a:prstGeom>
            <a:noFill/>
          </p:spPr>
          <p:txBody>
            <a:bodyPr wrap="none" lIns="0" rIns="0" tIns="0" bIns="0" anchor="t" anchorCtr="0">
              <a:noAutofit/>
            </a:bodyPr>
            <a:lstStyle/>
            <a:p>
              <a:pPr algn="ctr">
                <a:lnSpc>
                  <a:spcPts val="1437"/>
                </a:lnSpc>
                <a:spcBef>
                  <a:spcPts val="0"/>
                </a:spcBef>
                <a:spcAft>
                  <a:spcPts val="0"/>
                </a:spcAft>
              </a:pPr>
              <a:r>
                <a:rPr sz="1168" b="1" lang="en-US">
                  <a:solidFill>
                    <a:srgbClr val="087F79"/>
                  </a:solidFill>
                  <a:latin typeface="Arial"/>
                  <a:ea typeface="SimHei"/>
                </a:rPr>
                <a:t>Acceptance evidence</a:t>
              </a:r>
            </a:p>
          </p:txBody>
        </p:sp>
      </p:grpSp>
      <p:cxnSp>
        <p:nvCxnSpPr>
          <p:cNvPr id="60" name="Connector | 11"/>
          <p:cNvCxnSpPr/>
          <p:nvPr/>
        </p:nvCxnSpPr>
        <p:spPr>
          <a:xfrm>
            <a:off x="9893300" y="2952750"/>
            <a:ext cx="82550" cy="0"/>
          </a:xfrm>
          <a:prstGeom prst="line">
            <a:avLst/>
          </a:prstGeom>
          <a:ln w="11430" cap="rnd">
            <a:solidFill>
              <a:srgbClr val="007D9D"/>
            </a:solidFill>
            <a:round/>
            <a:tailEnd type="arrow" w="sm" len="sm"/>
          </a:ln>
        </p:spPr>
        <p:style>
          <a:lnRef idx="2">
            <a:schemeClr val="accent1"/>
          </a:lnRef>
          <a:fillRef idx="0">
            <a:schemeClr val="accent1"/>
          </a:fillRef>
          <a:effectRef idx="1">
            <a:schemeClr val="accent1"/>
          </a:effectRef>
          <a:fontRef idx="minor">
            <a:schemeClr val="tx1"/>
          </a:fontRef>
        </p:style>
      </p:cxnSp>
      <p:grpSp>
        <p:nvGrpSpPr>
          <p:cNvPr id="61" name="Node | Deliver a baseline"/>
          <p:cNvGrpSpPr/>
          <p:nvPr/>
        </p:nvGrpSpPr>
        <p:grpSpPr>
          <a:xfrm>
            <a:off x="9994900" y="1555750"/>
            <a:ext cx="1790700" cy="3219450"/>
            <a:chOff x="9994900" y="1555750"/>
            <a:chExt cx="1790700" cy="3219450"/>
          </a:xfrm>
        </p:grpSpPr>
        <p:sp>
          <p:nvSpPr>
            <p:cNvPr id="62" name="Panel | 7"/>
            <p:cNvSpPr/>
            <p:nvPr/>
          </p:nvSpPr>
          <p:spPr>
            <a:xfrm>
              <a:off x="9994900" y="1555750"/>
              <a:ext cx="1790700" cy="3219450"/>
            </a:xfrm>
            <a:prstGeom prst="roundRect">
              <a:avLst>
                <a:gd name="adj" fmla="val 6382"/>
              </a:avLst>
            </a:prstGeom>
            <a:solidFill>
              <a:srgbClr val="FFFFFF"/>
            </a:solidFill>
            <a:ln w="6350" cap="rnd">
              <a:solidFill>
                <a:srgbClr val="C6D8EB"/>
              </a:solidFill>
              <a:round/>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Text | 06"/>
            <p:cNvSpPr txBox="1"/>
            <p:nvPr/>
          </p:nvSpPr>
          <p:spPr>
            <a:xfrm>
              <a:off x="10140950" y="1683258"/>
              <a:ext cx="635000" cy="220726"/>
            </a:xfrm>
            <a:prstGeom prst="rect">
              <a:avLst/>
            </a:prstGeom>
            <a:noFill/>
          </p:spPr>
          <p:txBody>
            <a:bodyPr wrap="none" lIns="0" rIns="0" tIns="0" bIns="0" anchor="t" anchorCtr="0">
              <a:noAutofit/>
            </a:bodyPr>
            <a:lstStyle/>
            <a:p>
              <a:pPr algn="l">
                <a:lnSpc>
                  <a:spcPts val="1353"/>
                </a:lnSpc>
                <a:spcBef>
                  <a:spcPts val="0"/>
                </a:spcBef>
                <a:spcAft>
                  <a:spcPts val="0"/>
                </a:spcAft>
              </a:pPr>
              <a:r>
                <a:rPr sz="1100" b="1" lang="en-US">
                  <a:solidFill>
                    <a:srgbClr val="007D9D"/>
                  </a:solidFill>
                  <a:latin typeface="Arial"/>
                  <a:ea typeface="SimHei"/>
                </a:rPr>
                <a:t>06</a:t>
              </a:r>
            </a:p>
          </p:txBody>
        </p:sp>
        <p:sp>
          <p:nvSpPr>
            <p:cNvPr id="64" name="Text | Deliver a baseline"/>
            <p:cNvSpPr txBox="1"/>
            <p:nvPr/>
          </p:nvSpPr>
          <p:spPr>
            <a:xfrm>
              <a:off x="10115550" y="1942910"/>
              <a:ext cx="1549400" cy="277312"/>
            </a:xfrm>
            <a:prstGeom prst="rect">
              <a:avLst/>
            </a:prstGeom>
            <a:noFill/>
          </p:spPr>
          <p:txBody>
            <a:bodyPr wrap="none" lIns="0" rIns="0" tIns="0" bIns="0" anchor="t" anchorCtr="0">
              <a:noAutofit/>
            </a:bodyPr>
            <a:lstStyle/>
            <a:p>
              <a:pPr algn="ctr">
                <a:lnSpc>
                  <a:spcPts val="1699"/>
                </a:lnSpc>
                <a:spcBef>
                  <a:spcPts val="0"/>
                </a:spcBef>
                <a:spcAft>
                  <a:spcPts val="0"/>
                </a:spcAft>
              </a:pPr>
              <a:r>
                <a:rPr sz="1382" b="1" lang="en-US">
                  <a:solidFill>
                    <a:srgbClr val="082D48"/>
                  </a:solidFill>
                  <a:latin typeface="Arial"/>
                  <a:ea typeface="SimHei"/>
                </a:rPr>
                <a:t>Deliver a baseline</a:t>
              </a:r>
            </a:p>
          </p:txBody>
        </p:sp>
        <p:pic>
          <p:nvPicPr>
            <p:cNvPr id="65" name="Picture | Independent image" descr="12bb1e3e4f2e170eca1f6489649f4e45a3b3250e5c5303eec76095d714b0e260.png"/>
            <p:cNvPicPr>
              <a:picLocks noChangeAspect="1"/>
            </p:cNvPicPr>
            <p:nvPr/>
          </p:nvPicPr>
          <p:blipFill>
            <a:blip r:embed="rId8"/>
            <a:stretch>
              <a:fillRect/>
            </a:stretch>
          </p:blipFill>
          <p:spPr>
            <a:xfrm>
              <a:off x="10249477" y="2241550"/>
              <a:ext cx="1281545" cy="1174750"/>
            </a:xfrm>
            <a:prstGeom prst="rect">
              <a:avLst/>
            </a:prstGeom>
          </p:spPr>
        </p:pic>
        <p:sp>
          <p:nvSpPr>
            <p:cNvPr id="66" name="Text | Configuration, models, versions"/>
            <p:cNvSpPr txBox="1"/>
            <p:nvPr/>
          </p:nvSpPr>
          <p:spPr>
            <a:xfrm>
              <a:off x="10109200" y="3573272"/>
              <a:ext cx="1562100" cy="169257"/>
            </a:xfrm>
            <a:prstGeom prst="rect">
              <a:avLst/>
            </a:prstGeom>
            <a:noFill/>
          </p:spPr>
          <p:txBody>
            <a:bodyPr wrap="none" lIns="0" rIns="0" tIns="0" bIns="0" anchor="t" anchorCtr="0">
              <a:noAutofit/>
            </a:bodyPr>
            <a:lstStyle/>
            <a:p>
              <a:pPr algn="ctr">
                <a:lnSpc>
                  <a:spcPts val="1037"/>
                </a:lnSpc>
                <a:spcBef>
                  <a:spcPts val="0"/>
                </a:spcBef>
                <a:spcAft>
                  <a:spcPts val="0"/>
                </a:spcAft>
              </a:pPr>
              <a:r>
                <a:rPr sz="843" b="0" lang="en-US">
                  <a:solidFill>
                    <a:srgbClr val="4C6B83"/>
                  </a:solidFill>
                  <a:latin typeface="Arial"/>
                  <a:ea typeface="SimHei"/>
                </a:rPr>
                <a:t>Configuration, models, versions</a:t>
              </a:r>
            </a:p>
          </p:txBody>
        </p:sp>
        <p:sp>
          <p:nvSpPr>
            <p:cNvPr id="67" name="Text | Traceable results and iteration"/>
            <p:cNvSpPr txBox="1"/>
            <p:nvPr/>
          </p:nvSpPr>
          <p:spPr>
            <a:xfrm>
              <a:off x="10109200" y="3842385"/>
              <a:ext cx="1562100" cy="176179"/>
            </a:xfrm>
            <a:prstGeom prst="rect">
              <a:avLst/>
            </a:prstGeom>
            <a:noFill/>
          </p:spPr>
          <p:txBody>
            <a:bodyPr wrap="none" lIns="0" rIns="0" tIns="0" bIns="0" anchor="t" anchorCtr="0">
              <a:noAutofit/>
            </a:bodyPr>
            <a:lstStyle/>
            <a:p>
              <a:pPr algn="ctr">
                <a:lnSpc>
                  <a:spcPts val="1079"/>
                </a:lnSpc>
                <a:spcBef>
                  <a:spcPts val="0"/>
                </a:spcBef>
                <a:spcAft>
                  <a:spcPts val="0"/>
                </a:spcAft>
              </a:pPr>
              <a:r>
                <a:rPr sz="878" b="0" lang="en-US">
                  <a:solidFill>
                    <a:srgbClr val="4C6B83"/>
                  </a:solidFill>
                  <a:latin typeface="Arial"/>
                  <a:ea typeface="SimHei"/>
                </a:rPr>
                <a:t>Traceable results and iteration</a:t>
              </a:r>
            </a:p>
          </p:txBody>
        </p:sp>
        <p:cxnSp>
          <p:nvCxnSpPr>
            <p:cNvPr id="68" name="Connector | 12"/>
            <p:cNvCxnSpPr/>
            <p:nvPr/>
          </p:nvCxnSpPr>
          <p:spPr>
            <a:xfrm>
              <a:off x="10134600" y="4121150"/>
              <a:ext cx="1511300" cy="0"/>
            </a:xfrm>
            <a:prstGeom prst="line">
              <a:avLst/>
            </a:prstGeom>
            <a:ln w="6350" cap="rnd">
              <a:solidFill>
                <a:srgbClr val="C6D8EB"/>
              </a:solidFill>
              <a:round/>
            </a:ln>
          </p:spPr>
          <p:style>
            <a:lnRef idx="2">
              <a:schemeClr val="accent1"/>
            </a:lnRef>
            <a:fillRef idx="0">
              <a:schemeClr val="accent1"/>
            </a:fillRef>
            <a:effectRef idx="1">
              <a:schemeClr val="accent1"/>
            </a:effectRef>
            <a:fontRef idx="minor">
              <a:schemeClr val="tx1"/>
            </a:fontRef>
          </p:style>
        </p:cxnSp>
        <p:sp>
          <p:nvSpPr>
            <p:cNvPr id="69" name="Text | Reusable engineering assets"/>
            <p:cNvSpPr txBox="1"/>
            <p:nvPr/>
          </p:nvSpPr>
          <p:spPr>
            <a:xfrm>
              <a:off x="10106025" y="4326954"/>
              <a:ext cx="1568450" cy="172768"/>
            </a:xfrm>
            <a:prstGeom prst="rect">
              <a:avLst/>
            </a:prstGeom>
            <a:noFill/>
          </p:spPr>
          <p:txBody>
            <a:bodyPr wrap="none" lIns="0" rIns="0" tIns="0" bIns="0" anchor="t" anchorCtr="0">
              <a:noAutofit/>
            </a:bodyPr>
            <a:lstStyle/>
            <a:p>
              <a:pPr algn="ctr">
                <a:lnSpc>
                  <a:spcPts val="1059"/>
                </a:lnSpc>
                <a:spcBef>
                  <a:spcPts val="0"/>
                </a:spcBef>
                <a:spcAft>
                  <a:spcPts val="0"/>
                </a:spcAft>
              </a:pPr>
              <a:r>
                <a:rPr sz="861" b="1" lang="en-US">
                  <a:solidFill>
                    <a:srgbClr val="087F79"/>
                  </a:solidFill>
                  <a:latin typeface="Arial"/>
                  <a:ea typeface="SimHei"/>
                </a:rPr>
                <a:t>Reusable engineering assets</a:t>
              </a:r>
            </a:p>
          </p:txBody>
        </p:sp>
      </p:grpSp>
      <p:sp>
        <p:nvSpPr>
          <p:cNvPr id="70" name="Panel | 8"/>
          <p:cNvSpPr/>
          <p:nvPr/>
        </p:nvSpPr>
        <p:spPr>
          <a:xfrm>
            <a:off x="406400" y="4991100"/>
            <a:ext cx="11379200" cy="400050"/>
          </a:xfrm>
          <a:prstGeom prst="roundRect">
            <a:avLst>
              <a:gd name="adj" fmla="val 20634"/>
            </a:avLst>
          </a:prstGeom>
          <a:solidFill>
            <a:srgbClr val="E9F1FC"/>
          </a:solidFill>
          <a:ln w="6350" cap="rnd">
            <a:solidFill>
              <a:srgbClr val="C6D8EB"/>
            </a:solidFill>
            <a:round/>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Text | SwiftFlow"/>
          <p:cNvSpPr txBox="1"/>
          <p:nvPr/>
        </p:nvSpPr>
        <p:spPr>
          <a:xfrm>
            <a:off x="584200" y="5085334"/>
            <a:ext cx="1714500" cy="300990"/>
          </a:xfrm>
          <a:prstGeom prst="rect">
            <a:avLst/>
          </a:prstGeom>
          <a:noFill/>
        </p:spPr>
        <p:txBody>
          <a:bodyPr wrap="none" lIns="0" rIns="0" tIns="0" bIns="0" anchor="t" anchorCtr="0">
            <a:noAutofit/>
          </a:bodyPr>
          <a:lstStyle/>
          <a:p>
            <a:pPr algn="l">
              <a:lnSpc>
                <a:spcPts val="1845"/>
              </a:lnSpc>
              <a:spcBef>
                <a:spcPts val="0"/>
              </a:spcBef>
              <a:spcAft>
                <a:spcPts val="0"/>
              </a:spcAft>
            </a:pPr>
            <a:r>
              <a:rPr sz="1500" b="1" lang="en-US">
                <a:solidFill>
                  <a:srgbClr val="007D9D"/>
                </a:solidFill>
                <a:latin typeface="Arial"/>
                <a:ea typeface="SimHei"/>
              </a:rPr>
              <a:t>SwiftFlow</a:t>
            </a:r>
          </a:p>
        </p:txBody>
      </p:sp>
      <p:sp>
        <p:nvSpPr>
          <p:cNvPr id="72" name="Text | Equipment integration, commissioning, calibration, workflow execution and results"/>
          <p:cNvSpPr txBox="1"/>
          <p:nvPr/>
        </p:nvSpPr>
        <p:spPr>
          <a:xfrm>
            <a:off x="2489200" y="5101971"/>
            <a:ext cx="9017000" cy="260858"/>
          </a:xfrm>
          <a:prstGeom prst="rect">
            <a:avLst/>
          </a:prstGeom>
          <a:noFill/>
        </p:spPr>
        <p:txBody>
          <a:bodyPr wrap="none" lIns="0" rIns="0" tIns="0" bIns="0" anchor="t" anchorCtr="0">
            <a:noAutofit/>
          </a:bodyPr>
          <a:lstStyle/>
          <a:p>
            <a:pPr algn="l">
              <a:lnSpc>
                <a:spcPts val="1599"/>
              </a:lnSpc>
              <a:spcBef>
                <a:spcPts val="0"/>
              </a:spcBef>
              <a:spcAft>
                <a:spcPts val="0"/>
              </a:spcAft>
            </a:pPr>
            <a:r>
              <a:rPr sz="1300" b="0" lang="en-US">
                <a:solidFill>
                  <a:srgbClr val="082D48"/>
                </a:solidFill>
                <a:latin typeface="Arial"/>
                <a:ea typeface="SimHei"/>
              </a:rPr>
              <a:t>Equipment integration, commissioning, calibration, workflow execution and results</a:t>
            </a:r>
          </a:p>
        </p:txBody>
      </p:sp>
      <p:sp>
        <p:nvSpPr>
          <p:cNvPr id="73" name="Panel | 9"/>
          <p:cNvSpPr/>
          <p:nvPr/>
        </p:nvSpPr>
        <p:spPr>
          <a:xfrm>
            <a:off x="406400" y="5499100"/>
            <a:ext cx="11379200" cy="400050"/>
          </a:xfrm>
          <a:prstGeom prst="roundRect">
            <a:avLst>
              <a:gd name="adj" fmla="val 20634"/>
            </a:avLst>
          </a:prstGeom>
          <a:solidFill>
            <a:srgbClr val="E9F1FC"/>
          </a:solidFill>
          <a:ln w="6350" cap="rnd">
            <a:solidFill>
              <a:srgbClr val="C6D8EB"/>
            </a:solidFill>
            <a:round/>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Text | HawkeyePlus"/>
          <p:cNvSpPr txBox="1"/>
          <p:nvPr/>
        </p:nvSpPr>
        <p:spPr>
          <a:xfrm>
            <a:off x="584200" y="5593334"/>
            <a:ext cx="1714500" cy="300990"/>
          </a:xfrm>
          <a:prstGeom prst="rect">
            <a:avLst/>
          </a:prstGeom>
          <a:noFill/>
        </p:spPr>
        <p:txBody>
          <a:bodyPr wrap="none" lIns="0" rIns="0" tIns="0" bIns="0" anchor="t" anchorCtr="0">
            <a:noAutofit/>
          </a:bodyPr>
          <a:lstStyle/>
          <a:p>
            <a:pPr algn="l">
              <a:lnSpc>
                <a:spcPts val="1845"/>
              </a:lnSpc>
              <a:spcBef>
                <a:spcPts val="0"/>
              </a:spcBef>
              <a:spcAft>
                <a:spcPts val="0"/>
              </a:spcAft>
            </a:pPr>
            <a:r>
              <a:rPr sz="1500" b="1" lang="en-US">
                <a:solidFill>
                  <a:srgbClr val="087F79"/>
                </a:solidFill>
                <a:latin typeface="Arial"/>
                <a:ea typeface="SimHei"/>
              </a:rPr>
              <a:t>HawkeyePlus</a:t>
            </a:r>
          </a:p>
        </p:txBody>
      </p:sp>
      <p:sp>
        <p:nvSpPr>
          <p:cNvPr id="75" name="Text | Training data, model development, evaluation and model version management"/>
          <p:cNvSpPr txBox="1"/>
          <p:nvPr/>
        </p:nvSpPr>
        <p:spPr>
          <a:xfrm>
            <a:off x="2489200" y="5609971"/>
            <a:ext cx="9017000" cy="260858"/>
          </a:xfrm>
          <a:prstGeom prst="rect">
            <a:avLst/>
          </a:prstGeom>
          <a:noFill/>
        </p:spPr>
        <p:txBody>
          <a:bodyPr wrap="none" lIns="0" rIns="0" tIns="0" bIns="0" anchor="t" anchorCtr="0">
            <a:noAutofit/>
          </a:bodyPr>
          <a:lstStyle/>
          <a:p>
            <a:pPr algn="l">
              <a:lnSpc>
                <a:spcPts val="1599"/>
              </a:lnSpc>
              <a:spcBef>
                <a:spcPts val="0"/>
              </a:spcBef>
              <a:spcAft>
                <a:spcPts val="0"/>
              </a:spcAft>
            </a:pPr>
            <a:r>
              <a:rPr sz="1300" b="0" lang="en-US">
                <a:solidFill>
                  <a:srgbClr val="082D48"/>
                </a:solidFill>
                <a:latin typeface="Arial"/>
                <a:ea typeface="SimHei"/>
              </a:rPr>
              <a:t>Training data, model development, evaluation and model version management</a:t>
            </a:r>
          </a:p>
        </p:txBody>
      </p:sp>
      <p:sp>
        <p:nvSpPr>
          <p:cNvPr id="76" name="Text | Shared deliverables: hardware + workflow + algorithm baselines + acceptance evidence"/>
          <p:cNvSpPr txBox="1"/>
          <p:nvPr/>
        </p:nvSpPr>
        <p:spPr>
          <a:xfrm>
            <a:off x="508000" y="6137592"/>
            <a:ext cx="11176000" cy="270891"/>
          </a:xfrm>
          <a:prstGeom prst="rect">
            <a:avLst/>
          </a:prstGeom>
          <a:noFill/>
        </p:spPr>
        <p:txBody>
          <a:bodyPr wrap="none" lIns="0" rIns="0" tIns="0" bIns="0" anchor="t" anchorCtr="0">
            <a:noAutofit/>
          </a:bodyPr>
          <a:lstStyle/>
          <a:p>
            <a:pPr algn="ctr">
              <a:lnSpc>
                <a:spcPts val="1660"/>
              </a:lnSpc>
              <a:spcBef>
                <a:spcPts val="0"/>
              </a:spcBef>
              <a:spcAft>
                <a:spcPts val="0"/>
              </a:spcAft>
            </a:pPr>
            <a:r>
              <a:rPr sz="1350" b="1" lang="en-US">
                <a:solidFill>
                  <a:srgbClr val="087F79"/>
                </a:solidFill>
                <a:latin typeface="Arial"/>
                <a:ea typeface="SimHei"/>
              </a:rPr>
              <a:t>Shared deliverables: hardware + workflow + algorithm baselines + acceptance evidence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showMasterSp="0">
  <p:cSld>
    <p:bg>
      <p:bgPr>
        <a:solidFill>
          <a:srgbClr val="F5F9FF"/>
        </a:solidFill>
        <a:effectLst/>
      </p:bgPr>
    </p:bg>
    <p:spTree>
      <p:nvGrpSpPr>
        <p:cNvPr id="1" name=""/>
        <p:cNvGrpSpPr/>
        <p:nvPr/>
      </p:nvGrpSpPr>
      <p:grpSpPr/>
      <p:sp>
        <p:nvSpPr>
          <p:cNvPr id="2" name="Panel | 1"/>
          <p:cNvSpPr/>
          <p:nvPr/>
        </p:nvSpPr>
        <p:spPr>
          <a:xfrm>
            <a:off x="406400" y="342900"/>
            <a:ext cx="38100" cy="190500"/>
          </a:xfrm>
          <a:prstGeom prst="roundRect">
            <a:avLst>
              <a:gd name="adj" fmla="val 50000"/>
            </a:avLst>
          </a:prstGeom>
          <a:solidFill>
            <a:srgbClr val="007D9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 | CHAPTER 02 / OVERVIEW"/>
          <p:cNvSpPr txBox="1"/>
          <p:nvPr/>
        </p:nvSpPr>
        <p:spPr>
          <a:xfrm>
            <a:off x="546100" y="356680"/>
            <a:ext cx="9525000" cy="230759"/>
          </a:xfrm>
          <a:prstGeom prst="rect">
            <a:avLst/>
          </a:prstGeom>
          <a:noFill/>
        </p:spPr>
        <p:txBody>
          <a:bodyPr wrap="none" lIns="0" rIns="0" tIns="0" bIns="0" anchor="t" anchorCtr="0">
            <a:noAutofit/>
          </a:bodyPr>
          <a:lstStyle/>
          <a:p>
            <a:pPr algn="l">
              <a:lnSpc>
                <a:spcPts val="1414"/>
              </a:lnSpc>
              <a:spcBef>
                <a:spcPts val="0"/>
              </a:spcBef>
              <a:spcAft>
                <a:spcPts val="0"/>
              </a:spcAft>
            </a:pPr>
            <a:r>
              <a:rPr sz="1150" b="1" lang="en-US">
                <a:solidFill>
                  <a:srgbClr val="4C6B83"/>
                </a:solidFill>
                <a:latin typeface="Arial"/>
                <a:ea typeface="SimHei"/>
              </a:rPr>
              <a:t>CHAPTER 02 / OVERVIEW</a:t>
            </a:r>
          </a:p>
        </p:txBody>
      </p:sp>
      <p:pic>
        <p:nvPicPr>
          <p:cNvPr id="4" name="Picture | Independent image" descr="139ef02520a55c1aaee95c1d6e7f5f730beac004ebb72c9c012b0f76513ab85e.png"/>
          <p:cNvPicPr>
            <a:picLocks noChangeAspect="1"/>
          </p:cNvPicPr>
          <p:nvPr/>
        </p:nvPicPr>
        <p:blipFill>
          <a:blip r:embed="rId2"/>
          <a:stretch>
            <a:fillRect/>
          </a:stretch>
        </p:blipFill>
        <p:spPr>
          <a:xfrm>
            <a:off x="11061700" y="325755"/>
            <a:ext cx="704850" cy="281940"/>
          </a:xfrm>
          <a:prstGeom prst="rect">
            <a:avLst/>
          </a:prstGeom>
        </p:spPr>
      </p:pic>
      <p:cxnSp>
        <p:nvCxnSpPr>
          <p:cNvPr id="5" name="Connector | 1"/>
          <p:cNvCxnSpPr/>
          <p:nvPr/>
        </p:nvCxnSpPr>
        <p:spPr>
          <a:xfrm>
            <a:off x="406400" y="6521450"/>
            <a:ext cx="11379200" cy="0"/>
          </a:xfrm>
          <a:prstGeom prst="line">
            <a:avLst/>
          </a:prstGeom>
          <a:ln w="6350" cap="rnd">
            <a:solidFill>
              <a:srgbClr val="C6D8EB"/>
            </a:solidFill>
            <a:round/>
          </a:ln>
        </p:spPr>
        <p:style>
          <a:lnRef idx="2">
            <a:schemeClr val="accent1"/>
          </a:lnRef>
          <a:fillRef idx="0">
            <a:schemeClr val="accent1"/>
          </a:fillRef>
          <a:effectRef idx="1">
            <a:schemeClr val="accent1"/>
          </a:effectRef>
          <a:fontRef idx="minor">
            <a:schemeClr val="tx1"/>
          </a:fontRef>
        </p:style>
      </p:cxnSp>
      <p:sp>
        <p:nvSpPr>
          <p:cNvPr id="6" name="Text | SwiftFlow + HawkeyePlus  |  Industrial Vision Engineering"/>
          <p:cNvSpPr txBox="1"/>
          <p:nvPr/>
        </p:nvSpPr>
        <p:spPr>
          <a:xfrm>
            <a:off x="412750" y="6607238"/>
            <a:ext cx="8255000" cy="160528"/>
          </a:xfrm>
          <a:prstGeom prst="rect">
            <a:avLst/>
          </a:prstGeom>
          <a:noFill/>
        </p:spPr>
        <p:txBody>
          <a:bodyPr wrap="none" lIns="0" rIns="0" tIns="0" bIns="0" anchor="t" anchorCtr="0">
            <a:noAutofit/>
          </a:bodyPr>
          <a:lstStyle/>
          <a:p>
            <a:pPr algn="l">
              <a:lnSpc>
                <a:spcPts val="984"/>
              </a:lnSpc>
              <a:spcBef>
                <a:spcPts val="0"/>
              </a:spcBef>
              <a:spcAft>
                <a:spcPts val="0"/>
              </a:spcAft>
            </a:pPr>
            <a:r>
              <a:rPr sz="800" b="0" lang="en-US">
                <a:solidFill>
                  <a:srgbClr val="4C6B83"/>
                </a:solidFill>
                <a:latin typeface="Arial"/>
                <a:ea typeface="SimHei"/>
              </a:rPr>
              <a:t>SwiftFlow + HawkeyePlus  |  Industrial Vision Engineering</a:t>
            </a:r>
          </a:p>
        </p:txBody>
      </p:sp>
      <p:sp>
        <p:nvSpPr>
          <p:cNvPr id="7" name="Text | WD CONFIDENTIAL"/>
          <p:cNvSpPr txBox="1"/>
          <p:nvPr/>
        </p:nvSpPr>
        <p:spPr>
          <a:xfrm>
            <a:off x="8559800" y="6613017"/>
            <a:ext cx="2540000" cy="150495"/>
          </a:xfrm>
          <a:prstGeom prst="rect">
            <a:avLst/>
          </a:prstGeom>
          <a:noFill/>
        </p:spPr>
        <p:txBody>
          <a:bodyPr wrap="none" lIns="0" rIns="0" tIns="0" bIns="0" anchor="t" anchorCtr="0">
            <a:noAutofit/>
          </a:bodyPr>
          <a:lstStyle/>
          <a:p>
            <a:pPr algn="r">
              <a:lnSpc>
                <a:spcPts val="922"/>
              </a:lnSpc>
              <a:spcBef>
                <a:spcPts val="0"/>
              </a:spcBef>
              <a:spcAft>
                <a:spcPts val="0"/>
              </a:spcAft>
            </a:pPr>
            <a:r>
              <a:rPr sz="750" b="0" lang="en-US">
                <a:solidFill>
                  <a:srgbClr val="4C6B83"/>
                </a:solidFill>
                <a:latin typeface="Arial"/>
                <a:ea typeface="SimHei"/>
              </a:rPr>
              <a:t>WD CONFIDENTIAL</a:t>
            </a:r>
          </a:p>
        </p:txBody>
      </p:sp>
      <p:sp>
        <p:nvSpPr>
          <p:cNvPr id="8" name="Text | 07 / 20"/>
          <p:cNvSpPr txBox="1"/>
          <p:nvPr/>
        </p:nvSpPr>
        <p:spPr>
          <a:xfrm>
            <a:off x="11137900" y="6607238"/>
            <a:ext cx="635000" cy="160528"/>
          </a:xfrm>
          <a:prstGeom prst="rect">
            <a:avLst/>
          </a:prstGeom>
          <a:noFill/>
        </p:spPr>
        <p:txBody>
          <a:bodyPr wrap="none" lIns="0" rIns="0" tIns="0" bIns="0" anchor="t" anchorCtr="0">
            <a:noAutofit/>
          </a:bodyPr>
          <a:lstStyle/>
          <a:p>
            <a:pPr algn="r">
              <a:lnSpc>
                <a:spcPts val="984"/>
              </a:lnSpc>
              <a:spcBef>
                <a:spcPts val="0"/>
              </a:spcBef>
              <a:spcAft>
                <a:spcPts val="0"/>
              </a:spcAft>
            </a:pPr>
            <a:r>
              <a:rPr sz="800" b="0" lang="en-US">
                <a:solidFill>
                  <a:srgbClr val="4C6B83"/>
                </a:solidFill>
                <a:latin typeface="Arial"/>
                <a:ea typeface="SimHei"/>
              </a:rPr>
              <a:t>07 / 20</a:t>
            </a:r>
          </a:p>
        </p:txBody>
      </p:sp>
      <p:sp>
        <p:nvSpPr>
          <p:cNvPr id="9" name="Text | 02"/>
          <p:cNvSpPr txBox="1"/>
          <p:nvPr/>
        </p:nvSpPr>
        <p:spPr>
          <a:xfrm>
            <a:off x="495300" y="1704848"/>
            <a:ext cx="1714500" cy="1745742"/>
          </a:xfrm>
          <a:prstGeom prst="rect">
            <a:avLst/>
          </a:prstGeom>
          <a:noFill/>
        </p:spPr>
        <p:txBody>
          <a:bodyPr wrap="none" lIns="0" rIns="0" tIns="0" bIns="0" anchor="t" anchorCtr="0">
            <a:noAutofit/>
          </a:bodyPr>
          <a:lstStyle/>
          <a:p>
            <a:pPr algn="l">
              <a:lnSpc>
                <a:spcPts val="10701"/>
              </a:lnSpc>
              <a:spcBef>
                <a:spcPts val="0"/>
              </a:spcBef>
              <a:spcAft>
                <a:spcPts val="0"/>
              </a:spcAft>
            </a:pPr>
            <a:r>
              <a:rPr sz="8700" b="1" lang="en-US">
                <a:solidFill>
                  <a:srgbClr val="007D9D"/>
                </a:solidFill>
                <a:latin typeface="Arial"/>
                <a:ea typeface="SimHei"/>
              </a:rPr>
              <a:t>02</a:t>
            </a:r>
          </a:p>
        </p:txBody>
      </p:sp>
      <p:sp>
        <p:nvSpPr>
          <p:cNvPr id="10" name="Text | SwiftFlow"/>
          <p:cNvSpPr txBox="1"/>
          <p:nvPr/>
        </p:nvSpPr>
        <p:spPr>
          <a:xfrm>
            <a:off x="2203450" y="1857883"/>
            <a:ext cx="5873750" cy="591947"/>
          </a:xfrm>
          <a:prstGeom prst="rect">
            <a:avLst/>
          </a:prstGeom>
          <a:noFill/>
        </p:spPr>
        <p:txBody>
          <a:bodyPr wrap="none" lIns="0" rIns="0" tIns="0" bIns="0" anchor="t" anchorCtr="0">
            <a:noAutofit/>
          </a:bodyPr>
          <a:lstStyle/>
          <a:p>
            <a:pPr algn="l">
              <a:lnSpc>
                <a:spcPts val="3628"/>
              </a:lnSpc>
              <a:spcBef>
                <a:spcPts val="0"/>
              </a:spcBef>
              <a:spcAft>
                <a:spcPts val="0"/>
              </a:spcAft>
            </a:pPr>
            <a:r>
              <a:rPr sz="2950" b="1" lang="en-US">
                <a:solidFill>
                  <a:srgbClr val="082D48"/>
                </a:solidFill>
                <a:latin typeface="Arial"/>
                <a:ea typeface="SimHei"/>
              </a:rPr>
              <a:t>SwiftFlow</a:t>
            </a:r>
          </a:p>
        </p:txBody>
      </p:sp>
      <p:sp>
        <p:nvSpPr>
          <p:cNvPr id="11" name="Text | Equipment, workflows and algorithm execution"/>
          <p:cNvSpPr txBox="1"/>
          <p:nvPr/>
        </p:nvSpPr>
        <p:spPr>
          <a:xfrm>
            <a:off x="2222500" y="2490597"/>
            <a:ext cx="5080000" cy="341122"/>
          </a:xfrm>
          <a:prstGeom prst="rect">
            <a:avLst/>
          </a:prstGeom>
          <a:noFill/>
        </p:spPr>
        <p:txBody>
          <a:bodyPr wrap="none" lIns="0" rIns="0" tIns="0" bIns="0" anchor="t" anchorCtr="0">
            <a:noAutofit/>
          </a:bodyPr>
          <a:lstStyle/>
          <a:p>
            <a:pPr algn="l">
              <a:lnSpc>
                <a:spcPts val="2091"/>
              </a:lnSpc>
              <a:spcBef>
                <a:spcPts val="0"/>
              </a:spcBef>
              <a:spcAft>
                <a:spcPts val="0"/>
              </a:spcAft>
            </a:pPr>
            <a:r>
              <a:rPr sz="1700" b="0" lang="en-US">
                <a:solidFill>
                  <a:srgbClr val="4C6B83"/>
                </a:solidFill>
                <a:latin typeface="Arial"/>
                <a:ea typeface="SimHei"/>
              </a:rPr>
              <a:t>Equipment, workflows and algorithm execution</a:t>
            </a:r>
          </a:p>
        </p:txBody>
      </p:sp>
      <p:cxnSp>
        <p:nvCxnSpPr>
          <p:cNvPr id="12" name="Connector | 2"/>
          <p:cNvCxnSpPr/>
          <p:nvPr/>
        </p:nvCxnSpPr>
        <p:spPr>
          <a:xfrm>
            <a:off x="520700" y="3086100"/>
            <a:ext cx="6375400" cy="0"/>
          </a:xfrm>
          <a:prstGeom prst="line">
            <a:avLst/>
          </a:prstGeom>
          <a:ln w="11430" cap="rnd">
            <a:solidFill>
              <a:srgbClr val="C6D8EB"/>
            </a:solidFill>
            <a:round/>
          </a:ln>
        </p:spPr>
        <p:style>
          <a:lnRef idx="2">
            <a:schemeClr val="accent1"/>
          </a:lnRef>
          <a:fillRef idx="0">
            <a:schemeClr val="accent1"/>
          </a:fillRef>
          <a:effectRef idx="1">
            <a:schemeClr val="accent1"/>
          </a:effectRef>
          <a:fontRef idx="minor">
            <a:schemeClr val="tx1"/>
          </a:fontRef>
        </p:style>
      </p:cxnSp>
      <p:sp>
        <p:nvSpPr>
          <p:cNvPr id="13" name="Text | How can equipment and algorithms become an executable workflow?"/>
          <p:cNvSpPr txBox="1"/>
          <p:nvPr/>
        </p:nvSpPr>
        <p:spPr>
          <a:xfrm>
            <a:off x="520700" y="3346005"/>
            <a:ext cx="6604000" cy="311023"/>
          </a:xfrm>
          <a:prstGeom prst="rect">
            <a:avLst/>
          </a:prstGeom>
          <a:noFill/>
        </p:spPr>
        <p:txBody>
          <a:bodyPr wrap="none" lIns="0" rIns="0" tIns="0" bIns="0" anchor="t" anchorCtr="0">
            <a:noAutofit/>
          </a:bodyPr>
          <a:lstStyle/>
          <a:p>
            <a:pPr algn="l">
              <a:lnSpc>
                <a:spcPts val="1906"/>
              </a:lnSpc>
              <a:spcBef>
                <a:spcPts val="0"/>
              </a:spcBef>
              <a:spcAft>
                <a:spcPts val="0"/>
              </a:spcAft>
            </a:pPr>
            <a:r>
              <a:rPr sz="1550" b="0" lang="en-US">
                <a:solidFill>
                  <a:srgbClr val="082D48"/>
                </a:solidFill>
                <a:latin typeface="Arial"/>
                <a:ea typeface="SimHei"/>
              </a:rPr>
              <a:t>How can equipment and algorithms become an executable workflow?</a:t>
            </a:r>
          </a:p>
        </p:txBody>
      </p:sp>
      <p:pic>
        <p:nvPicPr>
          <p:cNvPr id="14" name="Picture | Independent image" descr="5f1bcf78ecb92f4492224ef45a833bd24f87b72940a435af1d4530231d53bab7.png"/>
          <p:cNvPicPr>
            <a:picLocks noChangeAspect="1"/>
          </p:cNvPicPr>
          <p:nvPr/>
        </p:nvPicPr>
        <p:blipFill>
          <a:blip r:embed="rId3"/>
          <a:stretch>
            <a:fillRect/>
          </a:stretch>
        </p:blipFill>
        <p:spPr>
          <a:xfrm>
            <a:off x="7842663" y="1733550"/>
            <a:ext cx="3396424" cy="2673350"/>
          </a:xfrm>
          <a:prstGeom prst="rect">
            <a:avLst/>
          </a:prstGeom>
        </p:spPr>
      </p:pic>
      <p:grpSp>
        <p:nvGrpSpPr>
          <p:cNvPr id="15" name="Node | Equipment integration"/>
          <p:cNvGrpSpPr/>
          <p:nvPr/>
        </p:nvGrpSpPr>
        <p:grpSpPr>
          <a:xfrm>
            <a:off x="406400" y="4978400"/>
            <a:ext cx="3670300" cy="984250"/>
            <a:chOff x="406400" y="4978400"/>
            <a:chExt cx="3670300" cy="984250"/>
          </a:xfrm>
        </p:grpSpPr>
        <p:sp>
          <p:nvSpPr>
            <p:cNvPr id="16" name="Panel | 2"/>
            <p:cNvSpPr/>
            <p:nvPr/>
          </p:nvSpPr>
          <p:spPr>
            <a:xfrm>
              <a:off x="406400" y="4978400"/>
              <a:ext cx="3670300" cy="984250"/>
            </a:xfrm>
            <a:prstGeom prst="roundRect">
              <a:avLst>
                <a:gd name="adj" fmla="val 11612"/>
              </a:avLst>
            </a:prstGeom>
            <a:solidFill>
              <a:srgbClr val="FFFFFF"/>
            </a:solidFill>
            <a:ln w="6350" cap="rnd">
              <a:solidFill>
                <a:srgbClr val="C6D8EB"/>
              </a:solidFill>
              <a:round/>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 | 02.1"/>
            <p:cNvSpPr txBox="1"/>
            <p:nvPr/>
          </p:nvSpPr>
          <p:spPr>
            <a:xfrm>
              <a:off x="577850" y="5157914"/>
              <a:ext cx="698500" cy="240792"/>
            </a:xfrm>
            <a:prstGeom prst="rect">
              <a:avLst/>
            </a:prstGeom>
            <a:noFill/>
          </p:spPr>
          <p:txBody>
            <a:bodyPr wrap="none" lIns="0" rIns="0" tIns="0" bIns="0" anchor="t" anchorCtr="0">
              <a:noAutofit/>
            </a:bodyPr>
            <a:lstStyle/>
            <a:p>
              <a:pPr algn="l">
                <a:lnSpc>
                  <a:spcPts val="1476"/>
                </a:lnSpc>
                <a:spcBef>
                  <a:spcPts val="0"/>
                </a:spcBef>
                <a:spcAft>
                  <a:spcPts val="0"/>
                </a:spcAft>
              </a:pPr>
              <a:r>
                <a:rPr sz="1200" b="1" lang="en-US">
                  <a:solidFill>
                    <a:srgbClr val="007D9D"/>
                  </a:solidFill>
                  <a:latin typeface="Arial"/>
                  <a:ea typeface="SimHei"/>
                </a:rPr>
                <a:t>02.1</a:t>
              </a:r>
            </a:p>
          </p:txBody>
        </p:sp>
        <p:sp>
          <p:nvSpPr>
            <p:cNvPr id="18" name="Text | Equipment integration"/>
            <p:cNvSpPr txBox="1"/>
            <p:nvPr/>
          </p:nvSpPr>
          <p:spPr>
            <a:xfrm>
              <a:off x="577850" y="5492940"/>
              <a:ext cx="3321050" cy="321056"/>
            </a:xfrm>
            <a:prstGeom prst="rect">
              <a:avLst/>
            </a:prstGeom>
            <a:noFill/>
          </p:spPr>
          <p:txBody>
            <a:bodyPr wrap="none" lIns="0" rIns="0" tIns="0" bIns="0" anchor="t" anchorCtr="0">
              <a:noAutofit/>
            </a:bodyPr>
            <a:lstStyle/>
            <a:p>
              <a:pPr algn="l">
                <a:lnSpc>
                  <a:spcPts val="1968"/>
                </a:lnSpc>
                <a:spcBef>
                  <a:spcPts val="0"/>
                </a:spcBef>
                <a:spcAft>
                  <a:spcPts val="0"/>
                </a:spcAft>
              </a:pPr>
              <a:r>
                <a:rPr sz="1600" b="1" lang="en-US">
                  <a:solidFill>
                    <a:srgbClr val="082D48"/>
                  </a:solidFill>
                  <a:latin typeface="Arial"/>
                  <a:ea typeface="SimHei"/>
                </a:rPr>
                <a:t>Equipment integration</a:t>
              </a:r>
            </a:p>
          </p:txBody>
        </p:sp>
      </p:grpSp>
      <p:grpSp>
        <p:nvGrpSpPr>
          <p:cNvPr id="19" name="Node | Workflow design"/>
          <p:cNvGrpSpPr/>
          <p:nvPr/>
        </p:nvGrpSpPr>
        <p:grpSpPr>
          <a:xfrm>
            <a:off x="4260850" y="4978400"/>
            <a:ext cx="3670300" cy="984250"/>
            <a:chOff x="4260850" y="4978400"/>
            <a:chExt cx="3670300" cy="984250"/>
          </a:xfrm>
        </p:grpSpPr>
        <p:sp>
          <p:nvSpPr>
            <p:cNvPr id="20" name="Panel | 3"/>
            <p:cNvSpPr/>
            <p:nvPr/>
          </p:nvSpPr>
          <p:spPr>
            <a:xfrm>
              <a:off x="4260850" y="4978400"/>
              <a:ext cx="3670300" cy="984250"/>
            </a:xfrm>
            <a:prstGeom prst="roundRect">
              <a:avLst>
                <a:gd name="adj" fmla="val 11612"/>
              </a:avLst>
            </a:prstGeom>
            <a:solidFill>
              <a:srgbClr val="FFFFFF"/>
            </a:solidFill>
            <a:ln w="6350" cap="rnd">
              <a:solidFill>
                <a:srgbClr val="C6D8EB"/>
              </a:solidFill>
              <a:round/>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 | 02.2"/>
            <p:cNvSpPr txBox="1"/>
            <p:nvPr/>
          </p:nvSpPr>
          <p:spPr>
            <a:xfrm>
              <a:off x="4432300" y="5157914"/>
              <a:ext cx="698500" cy="240792"/>
            </a:xfrm>
            <a:prstGeom prst="rect">
              <a:avLst/>
            </a:prstGeom>
            <a:noFill/>
          </p:spPr>
          <p:txBody>
            <a:bodyPr wrap="none" lIns="0" rIns="0" tIns="0" bIns="0" anchor="t" anchorCtr="0">
              <a:noAutofit/>
            </a:bodyPr>
            <a:lstStyle/>
            <a:p>
              <a:pPr algn="l">
                <a:lnSpc>
                  <a:spcPts val="1476"/>
                </a:lnSpc>
                <a:spcBef>
                  <a:spcPts val="0"/>
                </a:spcBef>
                <a:spcAft>
                  <a:spcPts val="0"/>
                </a:spcAft>
              </a:pPr>
              <a:r>
                <a:rPr sz="1200" b="1" lang="en-US">
                  <a:solidFill>
                    <a:srgbClr val="007D9D"/>
                  </a:solidFill>
                  <a:latin typeface="Arial"/>
                  <a:ea typeface="SimHei"/>
                </a:rPr>
                <a:t>02.2</a:t>
              </a:r>
            </a:p>
          </p:txBody>
        </p:sp>
        <p:sp>
          <p:nvSpPr>
            <p:cNvPr id="22" name="Text | Workflow design"/>
            <p:cNvSpPr txBox="1"/>
            <p:nvPr/>
          </p:nvSpPr>
          <p:spPr>
            <a:xfrm>
              <a:off x="4432300" y="5492940"/>
              <a:ext cx="3321050" cy="321056"/>
            </a:xfrm>
            <a:prstGeom prst="rect">
              <a:avLst/>
            </a:prstGeom>
            <a:noFill/>
          </p:spPr>
          <p:txBody>
            <a:bodyPr wrap="none" lIns="0" rIns="0" tIns="0" bIns="0" anchor="t" anchorCtr="0">
              <a:noAutofit/>
            </a:bodyPr>
            <a:lstStyle/>
            <a:p>
              <a:pPr algn="l">
                <a:lnSpc>
                  <a:spcPts val="1968"/>
                </a:lnSpc>
                <a:spcBef>
                  <a:spcPts val="0"/>
                </a:spcBef>
                <a:spcAft>
                  <a:spcPts val="0"/>
                </a:spcAft>
              </a:pPr>
              <a:r>
                <a:rPr sz="1600" b="1" lang="en-US">
                  <a:solidFill>
                    <a:srgbClr val="082D48"/>
                  </a:solidFill>
                  <a:latin typeface="Arial"/>
                  <a:ea typeface="SimHei"/>
                </a:rPr>
                <a:t>Workflow design</a:t>
              </a:r>
            </a:p>
          </p:txBody>
        </p:sp>
      </p:grpSp>
      <p:grpSp>
        <p:nvGrpSpPr>
          <p:cNvPr id="23" name="Node | Inspection &amp; measurement"/>
          <p:cNvGrpSpPr/>
          <p:nvPr/>
        </p:nvGrpSpPr>
        <p:grpSpPr>
          <a:xfrm>
            <a:off x="8115300" y="4978400"/>
            <a:ext cx="3670300" cy="984250"/>
            <a:chOff x="8115300" y="4978400"/>
            <a:chExt cx="3670300" cy="984250"/>
          </a:xfrm>
        </p:grpSpPr>
        <p:sp>
          <p:nvSpPr>
            <p:cNvPr id="24" name="Panel | 4"/>
            <p:cNvSpPr/>
            <p:nvPr/>
          </p:nvSpPr>
          <p:spPr>
            <a:xfrm>
              <a:off x="8115300" y="4978400"/>
              <a:ext cx="3670300" cy="984250"/>
            </a:xfrm>
            <a:prstGeom prst="roundRect">
              <a:avLst>
                <a:gd name="adj" fmla="val 11612"/>
              </a:avLst>
            </a:prstGeom>
            <a:solidFill>
              <a:srgbClr val="FFFFFF"/>
            </a:solidFill>
            <a:ln w="6350" cap="rnd">
              <a:solidFill>
                <a:srgbClr val="C6D8EB"/>
              </a:solidFill>
              <a:round/>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 | 02.3"/>
            <p:cNvSpPr txBox="1"/>
            <p:nvPr/>
          </p:nvSpPr>
          <p:spPr>
            <a:xfrm>
              <a:off x="8286750" y="5157914"/>
              <a:ext cx="698500" cy="240792"/>
            </a:xfrm>
            <a:prstGeom prst="rect">
              <a:avLst/>
            </a:prstGeom>
            <a:noFill/>
          </p:spPr>
          <p:txBody>
            <a:bodyPr wrap="none" lIns="0" rIns="0" tIns="0" bIns="0" anchor="t" anchorCtr="0">
              <a:noAutofit/>
            </a:bodyPr>
            <a:lstStyle/>
            <a:p>
              <a:pPr algn="l">
                <a:lnSpc>
                  <a:spcPts val="1476"/>
                </a:lnSpc>
                <a:spcBef>
                  <a:spcPts val="0"/>
                </a:spcBef>
                <a:spcAft>
                  <a:spcPts val="0"/>
                </a:spcAft>
              </a:pPr>
              <a:r>
                <a:rPr sz="1200" b="1" lang="en-US">
                  <a:solidFill>
                    <a:srgbClr val="007D9D"/>
                  </a:solidFill>
                  <a:latin typeface="Arial"/>
                  <a:ea typeface="SimHei"/>
                </a:rPr>
                <a:t>02.3</a:t>
              </a:r>
            </a:p>
          </p:txBody>
        </p:sp>
        <p:sp>
          <p:nvSpPr>
            <p:cNvPr id="26" name="Text | Inspection &amp; measurement"/>
            <p:cNvSpPr txBox="1"/>
            <p:nvPr/>
          </p:nvSpPr>
          <p:spPr>
            <a:xfrm>
              <a:off x="8286750" y="5492940"/>
              <a:ext cx="3321050" cy="321056"/>
            </a:xfrm>
            <a:prstGeom prst="rect">
              <a:avLst/>
            </a:prstGeom>
            <a:noFill/>
          </p:spPr>
          <p:txBody>
            <a:bodyPr wrap="none" lIns="0" rIns="0" tIns="0" bIns="0" anchor="t" anchorCtr="0">
              <a:noAutofit/>
            </a:bodyPr>
            <a:lstStyle/>
            <a:p>
              <a:pPr algn="l">
                <a:lnSpc>
                  <a:spcPts val="1968"/>
                </a:lnSpc>
                <a:spcBef>
                  <a:spcPts val="0"/>
                </a:spcBef>
                <a:spcAft>
                  <a:spcPts val="0"/>
                </a:spcAft>
              </a:pPr>
              <a:r>
                <a:rPr sz="1600" b="1" lang="en-US">
                  <a:solidFill>
                    <a:srgbClr val="082D48"/>
                  </a:solidFill>
                  <a:latin typeface="Arial"/>
                  <a:ea typeface="SimHei"/>
                </a:rPr>
                <a:t>Inspection &amp; measurement</a:t>
              </a:r>
            </a:p>
          </p:txBody>
        </p:sp>
      </p:grpSp>
      <p:sp>
        <p:nvSpPr>
          <p:cNvPr id="27" name="Text | SwiftFlow + HawkeyePlus | One shared method, two complementary platforms"/>
          <p:cNvSpPr txBox="1"/>
          <p:nvPr/>
        </p:nvSpPr>
        <p:spPr>
          <a:xfrm>
            <a:off x="520700" y="6161786"/>
            <a:ext cx="10731500" cy="250825"/>
          </a:xfrm>
          <a:prstGeom prst="rect">
            <a:avLst/>
          </a:prstGeom>
          <a:noFill/>
        </p:spPr>
        <p:txBody>
          <a:bodyPr wrap="none" lIns="0" rIns="0" tIns="0" bIns="0" anchor="t" anchorCtr="0">
            <a:noAutofit/>
          </a:bodyPr>
          <a:lstStyle/>
          <a:p>
            <a:pPr algn="l">
              <a:lnSpc>
                <a:spcPts val="1537"/>
              </a:lnSpc>
              <a:spcBef>
                <a:spcPts val="0"/>
              </a:spcBef>
              <a:spcAft>
                <a:spcPts val="0"/>
              </a:spcAft>
            </a:pPr>
            <a:r>
              <a:rPr sz="1250" b="0" lang="en-US">
                <a:solidFill>
                  <a:srgbClr val="4C6B83"/>
                </a:solidFill>
                <a:latin typeface="Arial"/>
                <a:ea typeface="SimHei"/>
              </a:rPr>
              <a:t>SwiftFlow + HawkeyePlus | One shared method, two complementary platforms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showMasterSp="0">
  <p:cSld>
    <p:bg>
      <p:bgPr>
        <a:solidFill>
          <a:srgbClr val="F5F9FF"/>
        </a:solidFill>
        <a:effectLst/>
      </p:bgPr>
    </p:bg>
    <p:spTree>
      <p:nvGrpSpPr>
        <p:cNvPr id="1" name=""/>
        <p:cNvGrpSpPr/>
        <p:nvPr/>
      </p:nvGrpSpPr>
      <p:grpSpPr/>
      <p:sp>
        <p:nvSpPr>
          <p:cNvPr id="2" name="Panel | 1"/>
          <p:cNvSpPr/>
          <p:nvPr/>
        </p:nvSpPr>
        <p:spPr>
          <a:xfrm>
            <a:off x="406400" y="342900"/>
            <a:ext cx="38100" cy="190500"/>
          </a:xfrm>
          <a:prstGeom prst="roundRect">
            <a:avLst>
              <a:gd name="adj" fmla="val 50000"/>
            </a:avLst>
          </a:prstGeom>
          <a:solidFill>
            <a:srgbClr val="007D9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 | CHAPTER 02 / SWIFTFLOW"/>
          <p:cNvSpPr txBox="1"/>
          <p:nvPr/>
        </p:nvSpPr>
        <p:spPr>
          <a:xfrm>
            <a:off x="546100" y="356680"/>
            <a:ext cx="9525000" cy="230759"/>
          </a:xfrm>
          <a:prstGeom prst="rect">
            <a:avLst/>
          </a:prstGeom>
          <a:noFill/>
        </p:spPr>
        <p:txBody>
          <a:bodyPr wrap="none" lIns="0" rIns="0" tIns="0" bIns="0" anchor="t" anchorCtr="0">
            <a:noAutofit/>
          </a:bodyPr>
          <a:lstStyle/>
          <a:p>
            <a:pPr algn="l">
              <a:lnSpc>
                <a:spcPts val="1414"/>
              </a:lnSpc>
              <a:spcBef>
                <a:spcPts val="0"/>
              </a:spcBef>
              <a:spcAft>
                <a:spcPts val="0"/>
              </a:spcAft>
            </a:pPr>
            <a:r>
              <a:rPr sz="1150" b="1" lang="en-US">
                <a:solidFill>
                  <a:srgbClr val="4C6B83"/>
                </a:solidFill>
                <a:latin typeface="Arial"/>
                <a:ea typeface="SimHei"/>
              </a:rPr>
              <a:t>CHAPTER 02 / SWIFTFLOW</a:t>
            </a:r>
          </a:p>
        </p:txBody>
      </p:sp>
      <p:pic>
        <p:nvPicPr>
          <p:cNvPr id="4" name="Picture | Independent image" descr="139ef02520a55c1aaee95c1d6e7f5f730beac004ebb72c9c012b0f76513ab85e.png"/>
          <p:cNvPicPr>
            <a:picLocks noChangeAspect="1"/>
          </p:cNvPicPr>
          <p:nvPr/>
        </p:nvPicPr>
        <p:blipFill>
          <a:blip r:embed="rId2"/>
          <a:stretch>
            <a:fillRect/>
          </a:stretch>
        </p:blipFill>
        <p:spPr>
          <a:xfrm>
            <a:off x="11061700" y="325755"/>
            <a:ext cx="704850" cy="281940"/>
          </a:xfrm>
          <a:prstGeom prst="rect">
            <a:avLst/>
          </a:prstGeom>
        </p:spPr>
      </p:pic>
      <p:sp>
        <p:nvSpPr>
          <p:cNvPr id="5" name="Text | SwiftFlow | Equipment &amp; Process Execution"/>
          <p:cNvSpPr txBox="1"/>
          <p:nvPr/>
        </p:nvSpPr>
        <p:spPr>
          <a:xfrm>
            <a:off x="406400" y="599376"/>
            <a:ext cx="11303000" cy="571881"/>
          </a:xfrm>
          <a:prstGeom prst="rect">
            <a:avLst/>
          </a:prstGeom>
          <a:noFill/>
        </p:spPr>
        <p:txBody>
          <a:bodyPr wrap="none" lIns="0" rIns="0" tIns="0" bIns="0" anchor="t" anchorCtr="0">
            <a:noAutofit/>
          </a:bodyPr>
          <a:lstStyle/>
          <a:p>
            <a:pPr algn="l">
              <a:lnSpc>
                <a:spcPts val="3505"/>
              </a:lnSpc>
              <a:spcBef>
                <a:spcPts val="0"/>
              </a:spcBef>
              <a:spcAft>
                <a:spcPts val="0"/>
              </a:spcAft>
            </a:pPr>
            <a:r>
              <a:rPr sz="2850" b="1" lang="en-US">
                <a:solidFill>
                  <a:srgbClr val="082D48"/>
                </a:solidFill>
                <a:latin typeface="Arial"/>
                <a:ea typeface="SimHei"/>
              </a:rPr>
              <a:t>SwiftFlow | Equipment &amp; Process Execution</a:t>
            </a:r>
          </a:p>
        </p:txBody>
      </p:sp>
      <p:sp>
        <p:nvSpPr>
          <p:cNvPr id="6" name="Text | Use configurable workflows to connect equipment, classical vision, inference and results"/>
          <p:cNvSpPr txBox="1"/>
          <p:nvPr/>
        </p:nvSpPr>
        <p:spPr>
          <a:xfrm>
            <a:off x="425450" y="1064578"/>
            <a:ext cx="11239500" cy="280924"/>
          </a:xfrm>
          <a:prstGeom prst="rect">
            <a:avLst/>
          </a:prstGeom>
          <a:noFill/>
        </p:spPr>
        <p:txBody>
          <a:bodyPr wrap="none" lIns="0" rIns="0" tIns="0" bIns="0" anchor="t" anchorCtr="0">
            <a:noAutofit/>
          </a:bodyPr>
          <a:lstStyle/>
          <a:p>
            <a:pPr algn="l">
              <a:lnSpc>
                <a:spcPts val="1722"/>
              </a:lnSpc>
              <a:spcBef>
                <a:spcPts val="0"/>
              </a:spcBef>
              <a:spcAft>
                <a:spcPts val="0"/>
              </a:spcAft>
            </a:pPr>
            <a:r>
              <a:rPr sz="1400" b="0" lang="en-US">
                <a:solidFill>
                  <a:srgbClr val="4C6B83"/>
                </a:solidFill>
                <a:latin typeface="Arial"/>
                <a:ea typeface="SimHei"/>
              </a:rPr>
              <a:t>Use configurable workflows to connect equipment, classical vision, inference and results</a:t>
            </a:r>
          </a:p>
        </p:txBody>
      </p:sp>
      <p:cxnSp>
        <p:nvCxnSpPr>
          <p:cNvPr id="7" name="Connector | 1"/>
          <p:cNvCxnSpPr/>
          <p:nvPr/>
        </p:nvCxnSpPr>
        <p:spPr>
          <a:xfrm>
            <a:off x="406400" y="6521450"/>
            <a:ext cx="11379200" cy="0"/>
          </a:xfrm>
          <a:prstGeom prst="line">
            <a:avLst/>
          </a:prstGeom>
          <a:ln w="6350" cap="rnd">
            <a:solidFill>
              <a:srgbClr val="C6D8EB"/>
            </a:solidFill>
            <a:round/>
          </a:ln>
        </p:spPr>
        <p:style>
          <a:lnRef idx="2">
            <a:schemeClr val="accent1"/>
          </a:lnRef>
          <a:fillRef idx="0">
            <a:schemeClr val="accent1"/>
          </a:fillRef>
          <a:effectRef idx="1">
            <a:schemeClr val="accent1"/>
          </a:effectRef>
          <a:fontRef idx="minor">
            <a:schemeClr val="tx1"/>
          </a:fontRef>
        </p:style>
      </p:cxnSp>
      <p:sp>
        <p:nvSpPr>
          <p:cNvPr id="8" name="Text | SwiftFlow + HawkeyePlus  |  Industrial Vision Engineering"/>
          <p:cNvSpPr txBox="1"/>
          <p:nvPr/>
        </p:nvSpPr>
        <p:spPr>
          <a:xfrm>
            <a:off x="412750" y="6607238"/>
            <a:ext cx="8255000" cy="160528"/>
          </a:xfrm>
          <a:prstGeom prst="rect">
            <a:avLst/>
          </a:prstGeom>
          <a:noFill/>
        </p:spPr>
        <p:txBody>
          <a:bodyPr wrap="none" lIns="0" rIns="0" tIns="0" bIns="0" anchor="t" anchorCtr="0">
            <a:noAutofit/>
          </a:bodyPr>
          <a:lstStyle/>
          <a:p>
            <a:pPr algn="l">
              <a:lnSpc>
                <a:spcPts val="984"/>
              </a:lnSpc>
              <a:spcBef>
                <a:spcPts val="0"/>
              </a:spcBef>
              <a:spcAft>
                <a:spcPts val="0"/>
              </a:spcAft>
            </a:pPr>
            <a:r>
              <a:rPr sz="800" b="0" lang="en-US">
                <a:solidFill>
                  <a:srgbClr val="4C6B83"/>
                </a:solidFill>
                <a:latin typeface="Arial"/>
                <a:ea typeface="SimHei"/>
              </a:rPr>
              <a:t>SwiftFlow + HawkeyePlus  |  Industrial Vision Engineering</a:t>
            </a:r>
          </a:p>
        </p:txBody>
      </p:sp>
      <p:sp>
        <p:nvSpPr>
          <p:cNvPr id="9" name="Text | WD CONFIDENTIAL"/>
          <p:cNvSpPr txBox="1"/>
          <p:nvPr/>
        </p:nvSpPr>
        <p:spPr>
          <a:xfrm>
            <a:off x="8559800" y="6613017"/>
            <a:ext cx="2540000" cy="150495"/>
          </a:xfrm>
          <a:prstGeom prst="rect">
            <a:avLst/>
          </a:prstGeom>
          <a:noFill/>
        </p:spPr>
        <p:txBody>
          <a:bodyPr wrap="none" lIns="0" rIns="0" tIns="0" bIns="0" anchor="t" anchorCtr="0">
            <a:noAutofit/>
          </a:bodyPr>
          <a:lstStyle/>
          <a:p>
            <a:pPr algn="r">
              <a:lnSpc>
                <a:spcPts val="922"/>
              </a:lnSpc>
              <a:spcBef>
                <a:spcPts val="0"/>
              </a:spcBef>
              <a:spcAft>
                <a:spcPts val="0"/>
              </a:spcAft>
            </a:pPr>
            <a:r>
              <a:rPr sz="750" b="0" lang="en-US">
                <a:solidFill>
                  <a:srgbClr val="4C6B83"/>
                </a:solidFill>
                <a:latin typeface="Arial"/>
                <a:ea typeface="SimHei"/>
              </a:rPr>
              <a:t>WD CONFIDENTIAL</a:t>
            </a:r>
          </a:p>
        </p:txBody>
      </p:sp>
      <p:sp>
        <p:nvSpPr>
          <p:cNvPr id="10" name="Text | 08 / 20"/>
          <p:cNvSpPr txBox="1"/>
          <p:nvPr/>
        </p:nvSpPr>
        <p:spPr>
          <a:xfrm>
            <a:off x="11137900" y="6607238"/>
            <a:ext cx="635000" cy="160528"/>
          </a:xfrm>
          <a:prstGeom prst="rect">
            <a:avLst/>
          </a:prstGeom>
          <a:noFill/>
        </p:spPr>
        <p:txBody>
          <a:bodyPr wrap="none" lIns="0" rIns="0" tIns="0" bIns="0" anchor="t" anchorCtr="0">
            <a:noAutofit/>
          </a:bodyPr>
          <a:lstStyle/>
          <a:p>
            <a:pPr algn="r">
              <a:lnSpc>
                <a:spcPts val="984"/>
              </a:lnSpc>
              <a:spcBef>
                <a:spcPts val="0"/>
              </a:spcBef>
              <a:spcAft>
                <a:spcPts val="0"/>
              </a:spcAft>
            </a:pPr>
            <a:r>
              <a:rPr sz="800" b="0" lang="en-US">
                <a:solidFill>
                  <a:srgbClr val="4C6B83"/>
                </a:solidFill>
                <a:latin typeface="Arial"/>
                <a:ea typeface="SimHei"/>
              </a:rPr>
              <a:t>08 / 20</a:t>
            </a:r>
          </a:p>
        </p:txBody>
      </p:sp>
      <p:grpSp>
        <p:nvGrpSpPr>
          <p:cNvPr id="11" name="Node | Workflow design"/>
          <p:cNvGrpSpPr/>
          <p:nvPr/>
        </p:nvGrpSpPr>
        <p:grpSpPr>
          <a:xfrm>
            <a:off x="406400" y="1530350"/>
            <a:ext cx="2997200" cy="2717800"/>
            <a:chOff x="406400" y="1530350"/>
            <a:chExt cx="2997200" cy="2717800"/>
          </a:xfrm>
        </p:grpSpPr>
        <p:sp>
          <p:nvSpPr>
            <p:cNvPr id="12" name="Panel | 2"/>
            <p:cNvSpPr/>
            <p:nvPr/>
          </p:nvSpPr>
          <p:spPr>
            <a:xfrm>
              <a:off x="406400" y="1530350"/>
              <a:ext cx="2997200" cy="2717800"/>
            </a:xfrm>
            <a:prstGeom prst="roundRect">
              <a:avLst>
                <a:gd name="adj" fmla="val 5140"/>
              </a:avLst>
            </a:prstGeom>
            <a:solidFill>
              <a:srgbClr val="FFFFFF"/>
            </a:solidFill>
            <a:ln w="6350" cap="rnd">
              <a:solidFill>
                <a:srgbClr val="C6D8EB"/>
              </a:solidFill>
              <a:round/>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 | Workflow design"/>
            <p:cNvSpPr txBox="1"/>
            <p:nvPr/>
          </p:nvSpPr>
          <p:spPr>
            <a:xfrm>
              <a:off x="549275" y="1652397"/>
              <a:ext cx="2711450" cy="341122"/>
            </a:xfrm>
            <a:prstGeom prst="rect">
              <a:avLst/>
            </a:prstGeom>
            <a:noFill/>
          </p:spPr>
          <p:txBody>
            <a:bodyPr wrap="none" lIns="0" rIns="0" tIns="0" bIns="0" anchor="t" anchorCtr="0">
              <a:noAutofit/>
            </a:bodyPr>
            <a:lstStyle/>
            <a:p>
              <a:pPr algn="ctr">
                <a:lnSpc>
                  <a:spcPts val="2091"/>
                </a:lnSpc>
                <a:spcBef>
                  <a:spcPts val="0"/>
                </a:spcBef>
                <a:spcAft>
                  <a:spcPts val="0"/>
                </a:spcAft>
              </a:pPr>
              <a:r>
                <a:rPr sz="1700" b="1" lang="en-US">
                  <a:solidFill>
                    <a:srgbClr val="082D48"/>
                  </a:solidFill>
                  <a:latin typeface="Arial"/>
                  <a:ea typeface="SimHei"/>
                </a:rPr>
                <a:t>Workflow design</a:t>
              </a:r>
            </a:p>
          </p:txBody>
        </p:sp>
        <p:pic>
          <p:nvPicPr>
            <p:cNvPr id="14" name="Picture | Independent image" descr="d235d7460685fbce7c25a12631d1439d4d6219b6901e988eaac07fae35a8f6fe.png"/>
            <p:cNvPicPr>
              <a:picLocks noChangeAspect="1"/>
            </p:cNvPicPr>
            <p:nvPr/>
          </p:nvPicPr>
          <p:blipFill>
            <a:blip r:embed="rId3"/>
            <a:stretch>
              <a:fillRect/>
            </a:stretch>
          </p:blipFill>
          <p:spPr>
            <a:xfrm>
              <a:off x="1025236" y="1943100"/>
              <a:ext cx="1759527" cy="1612900"/>
            </a:xfrm>
            <a:prstGeom prst="rect">
              <a:avLst/>
            </a:prstGeom>
          </p:spPr>
        </p:pic>
        <p:sp>
          <p:nvSpPr>
            <p:cNvPr id="15" name="Text | Visual authoring"/>
            <p:cNvSpPr txBox="1"/>
            <p:nvPr/>
          </p:nvSpPr>
          <p:spPr>
            <a:xfrm>
              <a:off x="546100" y="3666236"/>
              <a:ext cx="2717800" cy="250825"/>
            </a:xfrm>
            <a:prstGeom prst="rect">
              <a:avLst/>
            </a:prstGeom>
            <a:noFill/>
          </p:spPr>
          <p:txBody>
            <a:bodyPr wrap="none" lIns="0" rIns="0" tIns="0" bIns="0" anchor="t" anchorCtr="0">
              <a:noAutofit/>
            </a:bodyPr>
            <a:lstStyle/>
            <a:p>
              <a:pPr algn="ctr">
                <a:lnSpc>
                  <a:spcPts val="1537"/>
                </a:lnSpc>
                <a:spcBef>
                  <a:spcPts val="0"/>
                </a:spcBef>
                <a:spcAft>
                  <a:spcPts val="0"/>
                </a:spcAft>
              </a:pPr>
              <a:r>
                <a:rPr sz="1250" b="0" lang="en-US">
                  <a:solidFill>
                    <a:srgbClr val="007D9D"/>
                  </a:solidFill>
                  <a:latin typeface="Arial"/>
                  <a:ea typeface="SimHei"/>
                </a:rPr>
                <a:t>Visual authoring</a:t>
              </a:r>
            </a:p>
          </p:txBody>
        </p:sp>
        <p:sp>
          <p:nvSpPr>
            <p:cNvPr id="16" name="Text | Reusable process flows"/>
            <p:cNvSpPr txBox="1"/>
            <p:nvPr/>
          </p:nvSpPr>
          <p:spPr>
            <a:xfrm>
              <a:off x="546100" y="3945636"/>
              <a:ext cx="2717800" cy="250825"/>
            </a:xfrm>
            <a:prstGeom prst="rect">
              <a:avLst/>
            </a:prstGeom>
            <a:noFill/>
          </p:spPr>
          <p:txBody>
            <a:bodyPr wrap="none" lIns="0" rIns="0" tIns="0" bIns="0" anchor="t" anchorCtr="0">
              <a:noAutofit/>
            </a:bodyPr>
            <a:lstStyle/>
            <a:p>
              <a:pPr algn="ctr">
                <a:lnSpc>
                  <a:spcPts val="1537"/>
                </a:lnSpc>
                <a:spcBef>
                  <a:spcPts val="0"/>
                </a:spcBef>
                <a:spcAft>
                  <a:spcPts val="0"/>
                </a:spcAft>
              </a:pPr>
              <a:r>
                <a:rPr sz="1250" b="0" lang="en-US">
                  <a:solidFill>
                    <a:srgbClr val="4C6B83"/>
                  </a:solidFill>
                  <a:latin typeface="Arial"/>
                  <a:ea typeface="SimHei"/>
                </a:rPr>
                <a:t>Reusable process flows</a:t>
              </a:r>
            </a:p>
          </p:txBody>
        </p:sp>
      </p:grpSp>
      <p:grpSp>
        <p:nvGrpSpPr>
          <p:cNvPr id="17" name="Node | Shared execution engine"/>
          <p:cNvGrpSpPr/>
          <p:nvPr/>
        </p:nvGrpSpPr>
        <p:grpSpPr>
          <a:xfrm>
            <a:off x="3689350" y="1530350"/>
            <a:ext cx="4552950" cy="2717800"/>
            <a:chOff x="3689350" y="1530350"/>
            <a:chExt cx="4552950" cy="2717800"/>
          </a:xfrm>
        </p:grpSpPr>
        <p:sp>
          <p:nvSpPr>
            <p:cNvPr id="18" name="Panel | 3"/>
            <p:cNvSpPr/>
            <p:nvPr/>
          </p:nvSpPr>
          <p:spPr>
            <a:xfrm>
              <a:off x="3689350" y="1530350"/>
              <a:ext cx="4552950" cy="2717800"/>
            </a:xfrm>
            <a:prstGeom prst="roundRect">
              <a:avLst>
                <a:gd name="adj" fmla="val 5140"/>
              </a:avLst>
            </a:prstGeom>
            <a:solidFill>
              <a:srgbClr val="FFFFFF"/>
            </a:solidFill>
            <a:ln w="6350" cap="rnd">
              <a:solidFill>
                <a:srgbClr val="C6D8EB"/>
              </a:solidFill>
              <a:round/>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 | Shared execution engine"/>
            <p:cNvSpPr txBox="1"/>
            <p:nvPr/>
          </p:nvSpPr>
          <p:spPr>
            <a:xfrm>
              <a:off x="3832225" y="1652397"/>
              <a:ext cx="4267200" cy="341122"/>
            </a:xfrm>
            <a:prstGeom prst="rect">
              <a:avLst/>
            </a:prstGeom>
            <a:noFill/>
          </p:spPr>
          <p:txBody>
            <a:bodyPr wrap="none" lIns="0" rIns="0" tIns="0" bIns="0" anchor="t" anchorCtr="0">
              <a:noAutofit/>
            </a:bodyPr>
            <a:lstStyle/>
            <a:p>
              <a:pPr algn="ctr">
                <a:lnSpc>
                  <a:spcPts val="2091"/>
                </a:lnSpc>
                <a:spcBef>
                  <a:spcPts val="0"/>
                </a:spcBef>
                <a:spcAft>
                  <a:spcPts val="0"/>
                </a:spcAft>
              </a:pPr>
              <a:r>
                <a:rPr sz="1700" b="1" lang="en-US">
                  <a:solidFill>
                    <a:srgbClr val="082D48"/>
                  </a:solidFill>
                  <a:latin typeface="Arial"/>
                  <a:ea typeface="SimHei"/>
                </a:rPr>
                <a:t>Shared execution engine</a:t>
              </a:r>
            </a:p>
          </p:txBody>
        </p:sp>
        <p:pic>
          <p:nvPicPr>
            <p:cNvPr id="20" name="Picture | Independent image" descr="f9afb2ab4c65fe2a0f728b34a5f5fca5b0a370c8cc2e60cb63d4afb053755afa.png"/>
            <p:cNvPicPr>
              <a:picLocks noChangeAspect="1"/>
            </p:cNvPicPr>
            <p:nvPr/>
          </p:nvPicPr>
          <p:blipFill>
            <a:blip r:embed="rId4"/>
            <a:stretch>
              <a:fillRect/>
            </a:stretch>
          </p:blipFill>
          <p:spPr>
            <a:xfrm>
              <a:off x="4499552" y="1943100"/>
              <a:ext cx="2932545" cy="1612900"/>
            </a:xfrm>
            <a:prstGeom prst="rect">
              <a:avLst/>
            </a:prstGeom>
          </p:spPr>
        </p:pic>
        <p:sp>
          <p:nvSpPr>
            <p:cNvPr id="21" name="Text | Sequential / parallel execution · Shared data"/>
            <p:cNvSpPr txBox="1"/>
            <p:nvPr/>
          </p:nvSpPr>
          <p:spPr>
            <a:xfrm>
              <a:off x="3829050" y="3666236"/>
              <a:ext cx="4273550" cy="250825"/>
            </a:xfrm>
            <a:prstGeom prst="rect">
              <a:avLst/>
            </a:prstGeom>
            <a:noFill/>
          </p:spPr>
          <p:txBody>
            <a:bodyPr wrap="none" lIns="0" rIns="0" tIns="0" bIns="0" anchor="t" anchorCtr="0">
              <a:noAutofit/>
            </a:bodyPr>
            <a:lstStyle/>
            <a:p>
              <a:pPr algn="ctr">
                <a:lnSpc>
                  <a:spcPts val="1537"/>
                </a:lnSpc>
                <a:spcBef>
                  <a:spcPts val="0"/>
                </a:spcBef>
                <a:spcAft>
                  <a:spcPts val="0"/>
                </a:spcAft>
              </a:pPr>
              <a:r>
                <a:rPr sz="1250" b="0" lang="en-US">
                  <a:solidFill>
                    <a:srgbClr val="007D9D"/>
                  </a:solidFill>
                  <a:latin typeface="Arial"/>
                  <a:ea typeface="SimHei"/>
                </a:rPr>
                <a:t>Sequential / parallel execution · Shared data</a:t>
              </a:r>
            </a:p>
          </p:txBody>
        </p:sp>
        <p:sp>
          <p:nvSpPr>
            <p:cNvPr id="22" name="Text | Run control · Failure handling"/>
            <p:cNvSpPr txBox="1"/>
            <p:nvPr/>
          </p:nvSpPr>
          <p:spPr>
            <a:xfrm>
              <a:off x="3829050" y="3945636"/>
              <a:ext cx="4273550" cy="250825"/>
            </a:xfrm>
            <a:prstGeom prst="rect">
              <a:avLst/>
            </a:prstGeom>
            <a:noFill/>
          </p:spPr>
          <p:txBody>
            <a:bodyPr wrap="none" lIns="0" rIns="0" tIns="0" bIns="0" anchor="t" anchorCtr="0">
              <a:noAutofit/>
            </a:bodyPr>
            <a:lstStyle/>
            <a:p>
              <a:pPr algn="ctr">
                <a:lnSpc>
                  <a:spcPts val="1537"/>
                </a:lnSpc>
                <a:spcBef>
                  <a:spcPts val="0"/>
                </a:spcBef>
                <a:spcAft>
                  <a:spcPts val="0"/>
                </a:spcAft>
              </a:pPr>
              <a:r>
                <a:rPr sz="1250" b="0" lang="en-US">
                  <a:solidFill>
                    <a:srgbClr val="4C6B83"/>
                  </a:solidFill>
                  <a:latin typeface="Arial"/>
                  <a:ea typeface="SimHei"/>
                </a:rPr>
                <a:t>Run control · Failure handling</a:t>
              </a:r>
            </a:p>
          </p:txBody>
        </p:sp>
      </p:grpSp>
      <p:grpSp>
        <p:nvGrpSpPr>
          <p:cNvPr id="23" name="Node | Algorithms &amp; results"/>
          <p:cNvGrpSpPr/>
          <p:nvPr/>
        </p:nvGrpSpPr>
        <p:grpSpPr>
          <a:xfrm>
            <a:off x="8528050" y="1530350"/>
            <a:ext cx="3257550" cy="2717800"/>
            <a:chOff x="8528050" y="1530350"/>
            <a:chExt cx="3257550" cy="2717800"/>
          </a:xfrm>
        </p:grpSpPr>
        <p:sp>
          <p:nvSpPr>
            <p:cNvPr id="24" name="Panel | 4"/>
            <p:cNvSpPr/>
            <p:nvPr/>
          </p:nvSpPr>
          <p:spPr>
            <a:xfrm>
              <a:off x="8528050" y="1530350"/>
              <a:ext cx="3257550" cy="2717800"/>
            </a:xfrm>
            <a:prstGeom prst="roundRect">
              <a:avLst>
                <a:gd name="adj" fmla="val 5140"/>
              </a:avLst>
            </a:prstGeom>
            <a:solidFill>
              <a:srgbClr val="FFFFFF"/>
            </a:solidFill>
            <a:ln w="6350" cap="rnd">
              <a:solidFill>
                <a:srgbClr val="C6D8EB"/>
              </a:solidFill>
              <a:round/>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 | Algorithms &amp; results"/>
            <p:cNvSpPr txBox="1"/>
            <p:nvPr/>
          </p:nvSpPr>
          <p:spPr>
            <a:xfrm>
              <a:off x="8670925" y="1652397"/>
              <a:ext cx="2971800" cy="341122"/>
            </a:xfrm>
            <a:prstGeom prst="rect">
              <a:avLst/>
            </a:prstGeom>
            <a:noFill/>
          </p:spPr>
          <p:txBody>
            <a:bodyPr wrap="none" lIns="0" rIns="0" tIns="0" bIns="0" anchor="t" anchorCtr="0">
              <a:noAutofit/>
            </a:bodyPr>
            <a:lstStyle/>
            <a:p>
              <a:pPr algn="ctr">
                <a:lnSpc>
                  <a:spcPts val="2091"/>
                </a:lnSpc>
                <a:spcBef>
                  <a:spcPts val="0"/>
                </a:spcBef>
                <a:spcAft>
                  <a:spcPts val="0"/>
                </a:spcAft>
              </a:pPr>
              <a:r>
                <a:rPr sz="1700" b="1" lang="en-US">
                  <a:solidFill>
                    <a:srgbClr val="082D48"/>
                  </a:solidFill>
                  <a:latin typeface="Arial"/>
                  <a:ea typeface="SimHei"/>
                </a:rPr>
                <a:t>Algorithms &amp; results</a:t>
              </a:r>
            </a:p>
          </p:txBody>
        </p:sp>
        <p:pic>
          <p:nvPicPr>
            <p:cNvPr id="26" name="Picture | Independent image" descr="5f1abe2f284b05e9bbfcd3a5890226dc2b010d4957d9a714fc6c4a2349b30e00.png"/>
            <p:cNvPicPr>
              <a:picLocks noChangeAspect="1"/>
            </p:cNvPicPr>
            <p:nvPr/>
          </p:nvPicPr>
          <p:blipFill>
            <a:blip r:embed="rId5"/>
            <a:stretch>
              <a:fillRect/>
            </a:stretch>
          </p:blipFill>
          <p:spPr>
            <a:xfrm>
              <a:off x="9277061" y="1943100"/>
              <a:ext cx="1759527" cy="1612900"/>
            </a:xfrm>
            <a:prstGeom prst="rect">
              <a:avLst/>
            </a:prstGeom>
          </p:spPr>
        </p:pic>
        <p:sp>
          <p:nvSpPr>
            <p:cNvPr id="27" name="Text | Classical vision + Model inference"/>
            <p:cNvSpPr txBox="1"/>
            <p:nvPr/>
          </p:nvSpPr>
          <p:spPr>
            <a:xfrm>
              <a:off x="8667750" y="3666236"/>
              <a:ext cx="2978150" cy="250825"/>
            </a:xfrm>
            <a:prstGeom prst="rect">
              <a:avLst/>
            </a:prstGeom>
            <a:noFill/>
          </p:spPr>
          <p:txBody>
            <a:bodyPr wrap="none" lIns="0" rIns="0" tIns="0" bIns="0" anchor="t" anchorCtr="0">
              <a:noAutofit/>
            </a:bodyPr>
            <a:lstStyle/>
            <a:p>
              <a:pPr algn="ctr">
                <a:lnSpc>
                  <a:spcPts val="1537"/>
                </a:lnSpc>
                <a:spcBef>
                  <a:spcPts val="0"/>
                </a:spcBef>
                <a:spcAft>
                  <a:spcPts val="0"/>
                </a:spcAft>
              </a:pPr>
              <a:r>
                <a:rPr sz="1250" b="0" lang="en-US">
                  <a:solidFill>
                    <a:srgbClr val="007D9D"/>
                  </a:solidFill>
                  <a:latin typeface="Arial"/>
                  <a:ea typeface="SimHei"/>
                </a:rPr>
                <a:t>Classical vision + Model inference</a:t>
              </a:r>
            </a:p>
          </p:txBody>
        </p:sp>
        <p:sp>
          <p:nvSpPr>
            <p:cNvPr id="28" name="Text | Measurement + Result storage"/>
            <p:cNvSpPr txBox="1"/>
            <p:nvPr/>
          </p:nvSpPr>
          <p:spPr>
            <a:xfrm>
              <a:off x="8667750" y="3945636"/>
              <a:ext cx="2978150" cy="250825"/>
            </a:xfrm>
            <a:prstGeom prst="rect">
              <a:avLst/>
            </a:prstGeom>
            <a:noFill/>
          </p:spPr>
          <p:txBody>
            <a:bodyPr wrap="none" lIns="0" rIns="0" tIns="0" bIns="0" anchor="t" anchorCtr="0">
              <a:noAutofit/>
            </a:bodyPr>
            <a:lstStyle/>
            <a:p>
              <a:pPr algn="ctr">
                <a:lnSpc>
                  <a:spcPts val="1537"/>
                </a:lnSpc>
                <a:spcBef>
                  <a:spcPts val="0"/>
                </a:spcBef>
                <a:spcAft>
                  <a:spcPts val="0"/>
                </a:spcAft>
              </a:pPr>
              <a:r>
                <a:rPr sz="1250" b="0" lang="en-US">
                  <a:solidFill>
                    <a:srgbClr val="4C6B83"/>
                  </a:solidFill>
                  <a:latin typeface="Arial"/>
                  <a:ea typeface="SimHei"/>
                </a:rPr>
                <a:t>Measurement + Result storage</a:t>
              </a:r>
            </a:p>
          </p:txBody>
        </p:sp>
      </p:grpSp>
      <p:cxnSp>
        <p:nvCxnSpPr>
          <p:cNvPr id="29" name="Connector | 2"/>
          <p:cNvCxnSpPr/>
          <p:nvPr/>
        </p:nvCxnSpPr>
        <p:spPr>
          <a:xfrm>
            <a:off x="3435350" y="2889250"/>
            <a:ext cx="209550" cy="0"/>
          </a:xfrm>
          <a:prstGeom prst="line">
            <a:avLst/>
          </a:prstGeom>
          <a:ln w="15875" cap="rnd">
            <a:solidFill>
              <a:srgbClr val="007D9D"/>
            </a:solidFill>
            <a:round/>
            <a:tailEnd type="arrow" w="sm" len="sm"/>
          </a:ln>
        </p:spPr>
        <p:style>
          <a:lnRef idx="2">
            <a:schemeClr val="accent1"/>
          </a:lnRef>
          <a:fillRef idx="0">
            <a:schemeClr val="accent1"/>
          </a:fillRef>
          <a:effectRef idx="1">
            <a:schemeClr val="accent1"/>
          </a:effectRef>
          <a:fontRef idx="minor">
            <a:schemeClr val="tx1"/>
          </a:fontRef>
        </p:style>
      </p:cxnSp>
      <p:cxnSp>
        <p:nvCxnSpPr>
          <p:cNvPr id="30" name="Connector | 3"/>
          <p:cNvCxnSpPr/>
          <p:nvPr/>
        </p:nvCxnSpPr>
        <p:spPr>
          <a:xfrm>
            <a:off x="8286750" y="2889250"/>
            <a:ext cx="196850" cy="0"/>
          </a:xfrm>
          <a:prstGeom prst="line">
            <a:avLst/>
          </a:prstGeom>
          <a:ln w="15875" cap="rnd">
            <a:solidFill>
              <a:srgbClr val="007D9D"/>
            </a:solidFill>
            <a:round/>
            <a:tailEnd type="arrow" w="sm" len="sm"/>
          </a:ln>
        </p:spPr>
        <p:style>
          <a:lnRef idx="2">
            <a:schemeClr val="accent1"/>
          </a:lnRef>
          <a:fillRef idx="0">
            <a:schemeClr val="accent1"/>
          </a:fillRef>
          <a:effectRef idx="1">
            <a:schemeClr val="accent1"/>
          </a:effectRef>
          <a:fontRef idx="minor">
            <a:schemeClr val="tx1"/>
          </a:fontRef>
        </p:style>
      </p:cxnSp>
      <p:sp>
        <p:nvSpPr>
          <p:cNvPr id="31" name="Panel | 5"/>
          <p:cNvSpPr/>
          <p:nvPr/>
        </p:nvSpPr>
        <p:spPr>
          <a:xfrm>
            <a:off x="406400" y="4476750"/>
            <a:ext cx="11379200" cy="336550"/>
          </a:xfrm>
          <a:prstGeom prst="roundRect">
            <a:avLst>
              <a:gd name="adj" fmla="val 24528"/>
            </a:avLst>
          </a:prstGeom>
          <a:solidFill>
            <a:srgbClr val="E9F1FC"/>
          </a:solidFill>
          <a:ln w="6350" cap="rnd">
            <a:solidFill>
              <a:srgbClr val="C6D8EB"/>
            </a:solidFill>
            <a:round/>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 | Unified equipment integration"/>
          <p:cNvSpPr txBox="1"/>
          <p:nvPr/>
        </p:nvSpPr>
        <p:spPr>
          <a:xfrm>
            <a:off x="596900" y="4539234"/>
            <a:ext cx="6350000" cy="300990"/>
          </a:xfrm>
          <a:prstGeom prst="rect">
            <a:avLst/>
          </a:prstGeom>
          <a:noFill/>
        </p:spPr>
        <p:txBody>
          <a:bodyPr wrap="none" lIns="0" rIns="0" tIns="0" bIns="0" anchor="t" anchorCtr="0">
            <a:noAutofit/>
          </a:bodyPr>
          <a:lstStyle/>
          <a:p>
            <a:pPr algn="l">
              <a:lnSpc>
                <a:spcPts val="1845"/>
              </a:lnSpc>
              <a:spcBef>
                <a:spcPts val="0"/>
              </a:spcBef>
              <a:spcAft>
                <a:spcPts val="0"/>
              </a:spcAft>
            </a:pPr>
            <a:r>
              <a:rPr sz="1500" b="1" lang="en-US">
                <a:solidFill>
                  <a:srgbClr val="007D9D"/>
                </a:solidFill>
                <a:latin typeface="Arial"/>
                <a:ea typeface="SimHei"/>
              </a:rPr>
              <a:t>Unified equipment integration</a:t>
            </a:r>
          </a:p>
        </p:txBody>
      </p:sp>
      <p:sp>
        <p:nvSpPr>
          <p:cNvPr id="33" name="Text | Standard interfaces · Multiple instances · Vendor adapters"/>
          <p:cNvSpPr txBox="1"/>
          <p:nvPr/>
        </p:nvSpPr>
        <p:spPr>
          <a:xfrm>
            <a:off x="5492750" y="4561586"/>
            <a:ext cx="6096000" cy="250825"/>
          </a:xfrm>
          <a:prstGeom prst="rect">
            <a:avLst/>
          </a:prstGeom>
          <a:noFill/>
        </p:spPr>
        <p:txBody>
          <a:bodyPr wrap="none" lIns="0" rIns="0" tIns="0" bIns="0" anchor="t" anchorCtr="0">
            <a:noAutofit/>
          </a:bodyPr>
          <a:lstStyle/>
          <a:p>
            <a:pPr algn="r">
              <a:lnSpc>
                <a:spcPts val="1537"/>
              </a:lnSpc>
              <a:spcBef>
                <a:spcPts val="0"/>
              </a:spcBef>
              <a:spcAft>
                <a:spcPts val="0"/>
              </a:spcAft>
            </a:pPr>
            <a:r>
              <a:rPr sz="1250" b="0" lang="en-US">
                <a:solidFill>
                  <a:srgbClr val="4C6B83"/>
                </a:solidFill>
                <a:latin typeface="Arial"/>
                <a:ea typeface="SimHei"/>
              </a:rPr>
              <a:t>Standard interfaces · Multiple instances · Vendor adapters</a:t>
            </a:r>
          </a:p>
        </p:txBody>
      </p:sp>
      <p:grpSp>
        <p:nvGrpSpPr>
          <p:cNvPr id="34" name="Node | Industrial cameras"/>
          <p:cNvGrpSpPr/>
          <p:nvPr/>
        </p:nvGrpSpPr>
        <p:grpSpPr>
          <a:xfrm>
            <a:off x="428625" y="4914900"/>
            <a:ext cx="1797050" cy="1186561"/>
            <a:chOff x="428625" y="4914900"/>
            <a:chExt cx="1797050" cy="1186561"/>
          </a:xfrm>
        </p:grpSpPr>
        <p:pic>
          <p:nvPicPr>
            <p:cNvPr id="35" name="Picture | Independent image" descr="9cc0fc8d5a7859674fd87b278414f843c5a6b3c2dd608964d1c80c415c5dd525.png"/>
            <p:cNvPicPr>
              <a:picLocks noChangeAspect="1"/>
            </p:cNvPicPr>
            <p:nvPr/>
          </p:nvPicPr>
          <p:blipFill>
            <a:blip r:embed="rId6"/>
            <a:stretch>
              <a:fillRect/>
            </a:stretch>
          </p:blipFill>
          <p:spPr>
            <a:xfrm>
              <a:off x="822614" y="4914900"/>
              <a:ext cx="983673" cy="901700"/>
            </a:xfrm>
            <a:prstGeom prst="rect">
              <a:avLst/>
            </a:prstGeom>
          </p:spPr>
        </p:pic>
        <p:sp>
          <p:nvSpPr>
            <p:cNvPr id="36" name="Text | Industrial cameras"/>
            <p:cNvSpPr txBox="1"/>
            <p:nvPr/>
          </p:nvSpPr>
          <p:spPr>
            <a:xfrm>
              <a:off x="428625" y="5850636"/>
              <a:ext cx="1797050" cy="250825"/>
            </a:xfrm>
            <a:prstGeom prst="rect">
              <a:avLst/>
            </a:prstGeom>
            <a:noFill/>
          </p:spPr>
          <p:txBody>
            <a:bodyPr wrap="none" lIns="0" rIns="0" tIns="0" bIns="0" anchor="t" anchorCtr="0">
              <a:noAutofit/>
            </a:bodyPr>
            <a:lstStyle/>
            <a:p>
              <a:pPr algn="ctr">
                <a:lnSpc>
                  <a:spcPts val="1537"/>
                </a:lnSpc>
                <a:spcBef>
                  <a:spcPts val="0"/>
                </a:spcBef>
                <a:spcAft>
                  <a:spcPts val="0"/>
                </a:spcAft>
              </a:pPr>
              <a:r>
                <a:rPr sz="1250" b="0" lang="en-US">
                  <a:solidFill>
                    <a:srgbClr val="082D48"/>
                  </a:solidFill>
                  <a:latin typeface="Arial"/>
                  <a:ea typeface="SimHei"/>
                </a:rPr>
                <a:t>Industrial cameras</a:t>
              </a:r>
            </a:p>
          </p:txBody>
        </p:sp>
      </p:grpSp>
      <p:grpSp>
        <p:nvGrpSpPr>
          <p:cNvPr id="37" name="Node | Motion control"/>
          <p:cNvGrpSpPr/>
          <p:nvPr/>
        </p:nvGrpSpPr>
        <p:grpSpPr>
          <a:xfrm>
            <a:off x="2333625" y="4914900"/>
            <a:ext cx="1797050" cy="1186561"/>
            <a:chOff x="2333625" y="4914900"/>
            <a:chExt cx="1797050" cy="1186561"/>
          </a:xfrm>
        </p:grpSpPr>
        <p:pic>
          <p:nvPicPr>
            <p:cNvPr id="38" name="Picture | Independent image" descr="2d7267b44c03d69f26050675579b552a0c4dfbed25c0ab746889cb28811fab33.png"/>
            <p:cNvPicPr>
              <a:picLocks noChangeAspect="1"/>
            </p:cNvPicPr>
            <p:nvPr/>
          </p:nvPicPr>
          <p:blipFill>
            <a:blip r:embed="rId7"/>
            <a:stretch>
              <a:fillRect/>
            </a:stretch>
          </p:blipFill>
          <p:spPr>
            <a:xfrm>
              <a:off x="2727614" y="4914900"/>
              <a:ext cx="983673" cy="901700"/>
            </a:xfrm>
            <a:prstGeom prst="rect">
              <a:avLst/>
            </a:prstGeom>
          </p:spPr>
        </p:pic>
        <p:sp>
          <p:nvSpPr>
            <p:cNvPr id="39" name="Text | Motion control"/>
            <p:cNvSpPr txBox="1"/>
            <p:nvPr/>
          </p:nvSpPr>
          <p:spPr>
            <a:xfrm>
              <a:off x="2333625" y="5850636"/>
              <a:ext cx="1797050" cy="250825"/>
            </a:xfrm>
            <a:prstGeom prst="rect">
              <a:avLst/>
            </a:prstGeom>
            <a:noFill/>
          </p:spPr>
          <p:txBody>
            <a:bodyPr wrap="none" lIns="0" rIns="0" tIns="0" bIns="0" anchor="t" anchorCtr="0">
              <a:noAutofit/>
            </a:bodyPr>
            <a:lstStyle/>
            <a:p>
              <a:pPr algn="ctr">
                <a:lnSpc>
                  <a:spcPts val="1537"/>
                </a:lnSpc>
                <a:spcBef>
                  <a:spcPts val="0"/>
                </a:spcBef>
                <a:spcAft>
                  <a:spcPts val="0"/>
                </a:spcAft>
              </a:pPr>
              <a:r>
                <a:rPr sz="1250" b="0" lang="en-US">
                  <a:solidFill>
                    <a:srgbClr val="082D48"/>
                  </a:solidFill>
                  <a:latin typeface="Arial"/>
                  <a:ea typeface="SimHei"/>
                </a:rPr>
                <a:t>Motion control</a:t>
              </a:r>
            </a:p>
          </p:txBody>
        </p:sp>
      </p:grpSp>
      <p:grpSp>
        <p:nvGrpSpPr>
          <p:cNvPr id="40" name="Node | Controlled lighting"/>
          <p:cNvGrpSpPr/>
          <p:nvPr/>
        </p:nvGrpSpPr>
        <p:grpSpPr>
          <a:xfrm>
            <a:off x="4238625" y="4914900"/>
            <a:ext cx="1797050" cy="1186561"/>
            <a:chOff x="4238625" y="4914900"/>
            <a:chExt cx="1797050" cy="1186561"/>
          </a:xfrm>
        </p:grpSpPr>
        <p:pic>
          <p:nvPicPr>
            <p:cNvPr id="41" name="Picture | Independent image" descr="dc4f8d2abdb4c318b0e1128562410d48f91e81dcad48624080371df8bc1af42d.png"/>
            <p:cNvPicPr>
              <a:picLocks noChangeAspect="1"/>
            </p:cNvPicPr>
            <p:nvPr/>
          </p:nvPicPr>
          <p:blipFill>
            <a:blip r:embed="rId8"/>
            <a:stretch>
              <a:fillRect/>
            </a:stretch>
          </p:blipFill>
          <p:spPr>
            <a:xfrm>
              <a:off x="4632614" y="4914900"/>
              <a:ext cx="983673" cy="901700"/>
            </a:xfrm>
            <a:prstGeom prst="rect">
              <a:avLst/>
            </a:prstGeom>
          </p:spPr>
        </p:pic>
        <p:sp>
          <p:nvSpPr>
            <p:cNvPr id="42" name="Text | Controlled lighting"/>
            <p:cNvSpPr txBox="1"/>
            <p:nvPr/>
          </p:nvSpPr>
          <p:spPr>
            <a:xfrm>
              <a:off x="4238625" y="5850636"/>
              <a:ext cx="1797050" cy="250825"/>
            </a:xfrm>
            <a:prstGeom prst="rect">
              <a:avLst/>
            </a:prstGeom>
            <a:noFill/>
          </p:spPr>
          <p:txBody>
            <a:bodyPr wrap="none" lIns="0" rIns="0" tIns="0" bIns="0" anchor="t" anchorCtr="0">
              <a:noAutofit/>
            </a:bodyPr>
            <a:lstStyle/>
            <a:p>
              <a:pPr algn="ctr">
                <a:lnSpc>
                  <a:spcPts val="1537"/>
                </a:lnSpc>
                <a:spcBef>
                  <a:spcPts val="0"/>
                </a:spcBef>
                <a:spcAft>
                  <a:spcPts val="0"/>
                </a:spcAft>
              </a:pPr>
              <a:r>
                <a:rPr sz="1250" b="0" lang="en-US">
                  <a:solidFill>
                    <a:srgbClr val="082D48"/>
                  </a:solidFill>
                  <a:latin typeface="Arial"/>
                  <a:ea typeface="SimHei"/>
                </a:rPr>
                <a:t>Controlled lighting</a:t>
              </a:r>
            </a:p>
          </p:txBody>
        </p:sp>
      </p:grpSp>
      <p:grpSp>
        <p:nvGrpSpPr>
          <p:cNvPr id="43" name="Node | Height sensing"/>
          <p:cNvGrpSpPr/>
          <p:nvPr/>
        </p:nvGrpSpPr>
        <p:grpSpPr>
          <a:xfrm>
            <a:off x="6143625" y="4914900"/>
            <a:ext cx="1797050" cy="1186561"/>
            <a:chOff x="6143625" y="4914900"/>
            <a:chExt cx="1797050" cy="1186561"/>
          </a:xfrm>
        </p:grpSpPr>
        <p:pic>
          <p:nvPicPr>
            <p:cNvPr id="44" name="Picture | Independent image" descr="938386b544cc3dcea0cd3895eb322acc6b99443d97c62c56d09096f190c4de0d.png"/>
            <p:cNvPicPr>
              <a:picLocks noChangeAspect="1"/>
            </p:cNvPicPr>
            <p:nvPr/>
          </p:nvPicPr>
          <p:blipFill>
            <a:blip r:embed="rId9"/>
            <a:stretch>
              <a:fillRect/>
            </a:stretch>
          </p:blipFill>
          <p:spPr>
            <a:xfrm>
              <a:off x="6537614" y="4914900"/>
              <a:ext cx="983673" cy="901700"/>
            </a:xfrm>
            <a:prstGeom prst="rect">
              <a:avLst/>
            </a:prstGeom>
          </p:spPr>
        </p:pic>
        <p:sp>
          <p:nvSpPr>
            <p:cNvPr id="45" name="Text | Height sensing"/>
            <p:cNvSpPr txBox="1"/>
            <p:nvPr/>
          </p:nvSpPr>
          <p:spPr>
            <a:xfrm>
              <a:off x="6143625" y="5850636"/>
              <a:ext cx="1797050" cy="250825"/>
            </a:xfrm>
            <a:prstGeom prst="rect">
              <a:avLst/>
            </a:prstGeom>
            <a:noFill/>
          </p:spPr>
          <p:txBody>
            <a:bodyPr wrap="none" lIns="0" rIns="0" tIns="0" bIns="0" anchor="t" anchorCtr="0">
              <a:noAutofit/>
            </a:bodyPr>
            <a:lstStyle/>
            <a:p>
              <a:pPr algn="ctr">
                <a:lnSpc>
                  <a:spcPts val="1537"/>
                </a:lnSpc>
                <a:spcBef>
                  <a:spcPts val="0"/>
                </a:spcBef>
                <a:spcAft>
                  <a:spcPts val="0"/>
                </a:spcAft>
              </a:pPr>
              <a:r>
                <a:rPr sz="1250" b="0" lang="en-US">
                  <a:solidFill>
                    <a:srgbClr val="082D48"/>
                  </a:solidFill>
                  <a:latin typeface="Arial"/>
                  <a:ea typeface="SimHei"/>
                </a:rPr>
                <a:t>Height sensing</a:t>
              </a:r>
            </a:p>
          </p:txBody>
        </p:sp>
      </p:grpSp>
      <p:grpSp>
        <p:nvGrpSpPr>
          <p:cNvPr id="46" name="Node | Optics / metrology"/>
          <p:cNvGrpSpPr/>
          <p:nvPr/>
        </p:nvGrpSpPr>
        <p:grpSpPr>
          <a:xfrm>
            <a:off x="8048625" y="4914900"/>
            <a:ext cx="1797050" cy="1186561"/>
            <a:chOff x="8048625" y="4914900"/>
            <a:chExt cx="1797050" cy="1186561"/>
          </a:xfrm>
        </p:grpSpPr>
        <p:pic>
          <p:nvPicPr>
            <p:cNvPr id="47" name="Picture | Independent image" descr="085782651a052b950f6c4aa546074ea7e352e9df9e9ba1e1d1a63e6cbbeeaac3.png"/>
            <p:cNvPicPr>
              <a:picLocks noChangeAspect="1"/>
            </p:cNvPicPr>
            <p:nvPr/>
          </p:nvPicPr>
          <p:blipFill>
            <a:blip r:embed="rId10"/>
            <a:stretch>
              <a:fillRect/>
            </a:stretch>
          </p:blipFill>
          <p:spPr>
            <a:xfrm>
              <a:off x="8442614" y="4914900"/>
              <a:ext cx="983673" cy="901700"/>
            </a:xfrm>
            <a:prstGeom prst="rect">
              <a:avLst/>
            </a:prstGeom>
          </p:spPr>
        </p:pic>
        <p:sp>
          <p:nvSpPr>
            <p:cNvPr id="48" name="Text | Optics / metrology"/>
            <p:cNvSpPr txBox="1"/>
            <p:nvPr/>
          </p:nvSpPr>
          <p:spPr>
            <a:xfrm>
              <a:off x="8048625" y="5850636"/>
              <a:ext cx="1797050" cy="250825"/>
            </a:xfrm>
            <a:prstGeom prst="rect">
              <a:avLst/>
            </a:prstGeom>
            <a:noFill/>
          </p:spPr>
          <p:txBody>
            <a:bodyPr wrap="none" lIns="0" rIns="0" tIns="0" bIns="0" anchor="t" anchorCtr="0">
              <a:noAutofit/>
            </a:bodyPr>
            <a:lstStyle/>
            <a:p>
              <a:pPr algn="ctr">
                <a:lnSpc>
                  <a:spcPts val="1537"/>
                </a:lnSpc>
                <a:spcBef>
                  <a:spcPts val="0"/>
                </a:spcBef>
                <a:spcAft>
                  <a:spcPts val="0"/>
                </a:spcAft>
              </a:pPr>
              <a:r>
                <a:rPr sz="1250" b="0" lang="en-US">
                  <a:solidFill>
                    <a:srgbClr val="082D48"/>
                  </a:solidFill>
                  <a:latin typeface="Arial"/>
                  <a:ea typeface="SimHei"/>
                </a:rPr>
                <a:t>Optics / metrology</a:t>
              </a:r>
            </a:p>
          </p:txBody>
        </p:sp>
      </p:grpSp>
      <p:grpSp>
        <p:nvGrpSpPr>
          <p:cNvPr id="49" name="Node | IO / Line communication"/>
          <p:cNvGrpSpPr/>
          <p:nvPr/>
        </p:nvGrpSpPr>
        <p:grpSpPr>
          <a:xfrm>
            <a:off x="9953625" y="4914900"/>
            <a:ext cx="1797050" cy="1186561"/>
            <a:chOff x="9953625" y="4914900"/>
            <a:chExt cx="1797050" cy="1186561"/>
          </a:xfrm>
        </p:grpSpPr>
        <p:pic>
          <p:nvPicPr>
            <p:cNvPr id="50" name="Picture | Independent image" descr="80f34d78af3f1e0767614a7278122b104b731691a447159848b8edb2439533de.png"/>
            <p:cNvPicPr>
              <a:picLocks noChangeAspect="1"/>
            </p:cNvPicPr>
            <p:nvPr/>
          </p:nvPicPr>
          <p:blipFill>
            <a:blip r:embed="rId11"/>
            <a:stretch>
              <a:fillRect/>
            </a:stretch>
          </p:blipFill>
          <p:spPr>
            <a:xfrm>
              <a:off x="10347614" y="4914900"/>
              <a:ext cx="983673" cy="901700"/>
            </a:xfrm>
            <a:prstGeom prst="rect">
              <a:avLst/>
            </a:prstGeom>
          </p:spPr>
        </p:pic>
        <p:sp>
          <p:nvSpPr>
            <p:cNvPr id="51" name="Text | IO / Line communication"/>
            <p:cNvSpPr txBox="1"/>
            <p:nvPr/>
          </p:nvSpPr>
          <p:spPr>
            <a:xfrm>
              <a:off x="9953625" y="5850636"/>
              <a:ext cx="1797050" cy="250825"/>
            </a:xfrm>
            <a:prstGeom prst="rect">
              <a:avLst/>
            </a:prstGeom>
            <a:noFill/>
          </p:spPr>
          <p:txBody>
            <a:bodyPr wrap="none" lIns="0" rIns="0" tIns="0" bIns="0" anchor="t" anchorCtr="0">
              <a:noAutofit/>
            </a:bodyPr>
            <a:lstStyle/>
            <a:p>
              <a:pPr algn="ctr">
                <a:lnSpc>
                  <a:spcPts val="1537"/>
                </a:lnSpc>
                <a:spcBef>
                  <a:spcPts val="0"/>
                </a:spcBef>
                <a:spcAft>
                  <a:spcPts val="0"/>
                </a:spcAft>
              </a:pPr>
              <a:r>
                <a:rPr sz="1250" b="0" lang="en-US">
                  <a:solidFill>
                    <a:srgbClr val="082D48"/>
                  </a:solidFill>
                  <a:latin typeface="Arial"/>
                  <a:ea typeface="SimHei"/>
                </a:rPr>
                <a:t>IO / Line communication</a:t>
              </a:r>
            </a:p>
          </p:txBody>
        </p:sp>
      </p:grpSp>
      <p:sp>
        <p:nvSpPr>
          <p:cNvPr id="52" name="Text | Cross-cutting support: logs &amp; alarms · timing · traceability · storage · simulation"/>
          <p:cNvSpPr txBox="1"/>
          <p:nvPr/>
        </p:nvSpPr>
        <p:spPr>
          <a:xfrm>
            <a:off x="476250" y="6180836"/>
            <a:ext cx="11239500" cy="250825"/>
          </a:xfrm>
          <a:prstGeom prst="rect">
            <a:avLst/>
          </a:prstGeom>
          <a:noFill/>
        </p:spPr>
        <p:txBody>
          <a:bodyPr wrap="none" lIns="0" rIns="0" tIns="0" bIns="0" anchor="t" anchorCtr="0">
            <a:noAutofit/>
          </a:bodyPr>
          <a:lstStyle/>
          <a:p>
            <a:pPr algn="ctr">
              <a:lnSpc>
                <a:spcPts val="1537"/>
              </a:lnSpc>
              <a:spcBef>
                <a:spcPts val="0"/>
              </a:spcBef>
              <a:spcAft>
                <a:spcPts val="0"/>
              </a:spcAft>
            </a:pPr>
            <a:r>
              <a:rPr sz="1250" b="0" lang="en-US">
                <a:solidFill>
                  <a:srgbClr val="087F79"/>
                </a:solidFill>
                <a:latin typeface="Arial"/>
                <a:ea typeface="SimHei"/>
              </a:rPr>
              <a:t>Cross-cutting support: logs &amp; alarms · timing · traceability · storage · simulation</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showMasterSp="0">
  <p:cSld>
    <p:bg>
      <p:bgPr>
        <a:solidFill>
          <a:srgbClr val="F5F9FF"/>
        </a:solidFill>
        <a:effectLst/>
      </p:bgPr>
    </p:bg>
    <p:spTree>
      <p:nvGrpSpPr>
        <p:cNvPr id="1" name=""/>
        <p:cNvGrpSpPr/>
        <p:nvPr/>
      </p:nvGrpSpPr>
      <p:grpSpPr/>
      <p:sp>
        <p:nvSpPr>
          <p:cNvPr id="2" name="Panel | 1"/>
          <p:cNvSpPr/>
          <p:nvPr/>
        </p:nvSpPr>
        <p:spPr>
          <a:xfrm>
            <a:off x="406400" y="342900"/>
            <a:ext cx="38100" cy="190500"/>
          </a:xfrm>
          <a:prstGeom prst="roundRect">
            <a:avLst>
              <a:gd name="adj" fmla="val 50000"/>
            </a:avLst>
          </a:prstGeom>
          <a:solidFill>
            <a:srgbClr val="007D9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 | CHAPTER 02 / SWIFTFLOW"/>
          <p:cNvSpPr txBox="1"/>
          <p:nvPr/>
        </p:nvSpPr>
        <p:spPr>
          <a:xfrm>
            <a:off x="546100" y="356680"/>
            <a:ext cx="9525000" cy="230759"/>
          </a:xfrm>
          <a:prstGeom prst="rect">
            <a:avLst/>
          </a:prstGeom>
          <a:noFill/>
        </p:spPr>
        <p:txBody>
          <a:bodyPr wrap="none" lIns="0" rIns="0" tIns="0" bIns="0" anchor="t" anchorCtr="0">
            <a:noAutofit/>
          </a:bodyPr>
          <a:lstStyle/>
          <a:p>
            <a:pPr algn="l">
              <a:lnSpc>
                <a:spcPts val="1414"/>
              </a:lnSpc>
              <a:spcBef>
                <a:spcPts val="0"/>
              </a:spcBef>
              <a:spcAft>
                <a:spcPts val="0"/>
              </a:spcAft>
            </a:pPr>
            <a:r>
              <a:rPr sz="1150" b="1" lang="en-US">
                <a:solidFill>
                  <a:srgbClr val="4C6B83"/>
                </a:solidFill>
                <a:latin typeface="Arial"/>
                <a:ea typeface="SimHei"/>
              </a:rPr>
              <a:t>CHAPTER 02 / SWIFTFLOW</a:t>
            </a:r>
          </a:p>
        </p:txBody>
      </p:sp>
      <p:pic>
        <p:nvPicPr>
          <p:cNvPr id="4" name="Picture | Independent image" descr="139ef02520a55c1aaee95c1d6e7f5f730beac004ebb72c9c012b0f76513ab85e.png"/>
          <p:cNvPicPr>
            <a:picLocks noChangeAspect="1"/>
          </p:cNvPicPr>
          <p:nvPr/>
        </p:nvPicPr>
        <p:blipFill>
          <a:blip r:embed="rId2"/>
          <a:stretch>
            <a:fillRect/>
          </a:stretch>
        </p:blipFill>
        <p:spPr>
          <a:xfrm>
            <a:off x="11061700" y="325755"/>
            <a:ext cx="704850" cy="281940"/>
          </a:xfrm>
          <a:prstGeom prst="rect">
            <a:avLst/>
          </a:prstGeom>
        </p:spPr>
      </p:pic>
      <p:sp>
        <p:nvSpPr>
          <p:cNvPr id="5" name="Text | From Hardware Design to Executable Workflows"/>
          <p:cNvSpPr txBox="1"/>
          <p:nvPr/>
        </p:nvSpPr>
        <p:spPr>
          <a:xfrm>
            <a:off x="406400" y="599376"/>
            <a:ext cx="11303000" cy="571881"/>
          </a:xfrm>
          <a:prstGeom prst="rect">
            <a:avLst/>
          </a:prstGeom>
          <a:noFill/>
        </p:spPr>
        <p:txBody>
          <a:bodyPr wrap="none" lIns="0" rIns="0" tIns="0" bIns="0" anchor="t" anchorCtr="0">
            <a:noAutofit/>
          </a:bodyPr>
          <a:lstStyle/>
          <a:p>
            <a:pPr algn="l">
              <a:lnSpc>
                <a:spcPts val="3505"/>
              </a:lnSpc>
              <a:spcBef>
                <a:spcPts val="0"/>
              </a:spcBef>
              <a:spcAft>
                <a:spcPts val="0"/>
              </a:spcAft>
            </a:pPr>
            <a:r>
              <a:rPr sz="2850" b="1" lang="en-US">
                <a:solidFill>
                  <a:srgbClr val="082D48"/>
                </a:solidFill>
                <a:latin typeface="Arial"/>
                <a:ea typeface="SimHei"/>
              </a:rPr>
              <a:t>From Hardware Design to Executable Workflows</a:t>
            </a:r>
          </a:p>
        </p:txBody>
      </p:sp>
      <p:sp>
        <p:nvSpPr>
          <p:cNvPr id="6" name="Text | Translate hardware choices, commissioning and process knowledge into reusable configuration and workflows"/>
          <p:cNvSpPr txBox="1"/>
          <p:nvPr/>
        </p:nvSpPr>
        <p:spPr>
          <a:xfrm>
            <a:off x="425450" y="1064578"/>
            <a:ext cx="11239500" cy="280924"/>
          </a:xfrm>
          <a:prstGeom prst="rect">
            <a:avLst/>
          </a:prstGeom>
          <a:noFill/>
        </p:spPr>
        <p:txBody>
          <a:bodyPr wrap="none" lIns="0" rIns="0" tIns="0" bIns="0" anchor="t" anchorCtr="0">
            <a:noAutofit/>
          </a:bodyPr>
          <a:lstStyle/>
          <a:p>
            <a:pPr algn="l">
              <a:lnSpc>
                <a:spcPts val="1722"/>
              </a:lnSpc>
              <a:spcBef>
                <a:spcPts val="0"/>
              </a:spcBef>
              <a:spcAft>
                <a:spcPts val="0"/>
              </a:spcAft>
            </a:pPr>
            <a:r>
              <a:rPr sz="1400" b="0" lang="en-US">
                <a:solidFill>
                  <a:srgbClr val="4C6B83"/>
                </a:solidFill>
                <a:latin typeface="Arial"/>
                <a:ea typeface="SimHei"/>
              </a:rPr>
              <a:t>Translate hardware choices, commissioning and process knowledge into reusable configuration and workflows</a:t>
            </a:r>
          </a:p>
        </p:txBody>
      </p:sp>
      <p:cxnSp>
        <p:nvCxnSpPr>
          <p:cNvPr id="7" name="Connector | 1"/>
          <p:cNvCxnSpPr/>
          <p:nvPr/>
        </p:nvCxnSpPr>
        <p:spPr>
          <a:xfrm>
            <a:off x="406400" y="6521450"/>
            <a:ext cx="11379200" cy="0"/>
          </a:xfrm>
          <a:prstGeom prst="line">
            <a:avLst/>
          </a:prstGeom>
          <a:ln w="6350" cap="rnd">
            <a:solidFill>
              <a:srgbClr val="C6D8EB"/>
            </a:solidFill>
            <a:round/>
          </a:ln>
        </p:spPr>
        <p:style>
          <a:lnRef idx="2">
            <a:schemeClr val="accent1"/>
          </a:lnRef>
          <a:fillRef idx="0">
            <a:schemeClr val="accent1"/>
          </a:fillRef>
          <a:effectRef idx="1">
            <a:schemeClr val="accent1"/>
          </a:effectRef>
          <a:fontRef idx="minor">
            <a:schemeClr val="tx1"/>
          </a:fontRef>
        </p:style>
      </p:cxnSp>
      <p:sp>
        <p:nvSpPr>
          <p:cNvPr id="8" name="Text | SwiftFlow + HawkeyePlus  |  Industrial Vision Engineering"/>
          <p:cNvSpPr txBox="1"/>
          <p:nvPr/>
        </p:nvSpPr>
        <p:spPr>
          <a:xfrm>
            <a:off x="412750" y="6607238"/>
            <a:ext cx="8255000" cy="160528"/>
          </a:xfrm>
          <a:prstGeom prst="rect">
            <a:avLst/>
          </a:prstGeom>
          <a:noFill/>
        </p:spPr>
        <p:txBody>
          <a:bodyPr wrap="none" lIns="0" rIns="0" tIns="0" bIns="0" anchor="t" anchorCtr="0">
            <a:noAutofit/>
          </a:bodyPr>
          <a:lstStyle/>
          <a:p>
            <a:pPr algn="l">
              <a:lnSpc>
                <a:spcPts val="984"/>
              </a:lnSpc>
              <a:spcBef>
                <a:spcPts val="0"/>
              </a:spcBef>
              <a:spcAft>
                <a:spcPts val="0"/>
              </a:spcAft>
            </a:pPr>
            <a:r>
              <a:rPr sz="800" b="0" lang="en-US">
                <a:solidFill>
                  <a:srgbClr val="4C6B83"/>
                </a:solidFill>
                <a:latin typeface="Arial"/>
                <a:ea typeface="SimHei"/>
              </a:rPr>
              <a:t>SwiftFlow + HawkeyePlus  |  Industrial Vision Engineering</a:t>
            </a:r>
          </a:p>
        </p:txBody>
      </p:sp>
      <p:sp>
        <p:nvSpPr>
          <p:cNvPr id="9" name="Text | WD CONFIDENTIAL"/>
          <p:cNvSpPr txBox="1"/>
          <p:nvPr/>
        </p:nvSpPr>
        <p:spPr>
          <a:xfrm>
            <a:off x="8559800" y="6613017"/>
            <a:ext cx="2540000" cy="150495"/>
          </a:xfrm>
          <a:prstGeom prst="rect">
            <a:avLst/>
          </a:prstGeom>
          <a:noFill/>
        </p:spPr>
        <p:txBody>
          <a:bodyPr wrap="none" lIns="0" rIns="0" tIns="0" bIns="0" anchor="t" anchorCtr="0">
            <a:noAutofit/>
          </a:bodyPr>
          <a:lstStyle/>
          <a:p>
            <a:pPr algn="r">
              <a:lnSpc>
                <a:spcPts val="922"/>
              </a:lnSpc>
              <a:spcBef>
                <a:spcPts val="0"/>
              </a:spcBef>
              <a:spcAft>
                <a:spcPts val="0"/>
              </a:spcAft>
            </a:pPr>
            <a:r>
              <a:rPr sz="750" b="0" lang="en-US">
                <a:solidFill>
                  <a:srgbClr val="4C6B83"/>
                </a:solidFill>
                <a:latin typeface="Arial"/>
                <a:ea typeface="SimHei"/>
              </a:rPr>
              <a:t>WD CONFIDENTIAL</a:t>
            </a:r>
          </a:p>
        </p:txBody>
      </p:sp>
      <p:sp>
        <p:nvSpPr>
          <p:cNvPr id="10" name="Text | 09 / 20"/>
          <p:cNvSpPr txBox="1"/>
          <p:nvPr/>
        </p:nvSpPr>
        <p:spPr>
          <a:xfrm>
            <a:off x="11137900" y="6607238"/>
            <a:ext cx="635000" cy="160528"/>
          </a:xfrm>
          <a:prstGeom prst="rect">
            <a:avLst/>
          </a:prstGeom>
          <a:noFill/>
        </p:spPr>
        <p:txBody>
          <a:bodyPr wrap="none" lIns="0" rIns="0" tIns="0" bIns="0" anchor="t" anchorCtr="0">
            <a:noAutofit/>
          </a:bodyPr>
          <a:lstStyle/>
          <a:p>
            <a:pPr algn="r">
              <a:lnSpc>
                <a:spcPts val="984"/>
              </a:lnSpc>
              <a:spcBef>
                <a:spcPts val="0"/>
              </a:spcBef>
              <a:spcAft>
                <a:spcPts val="0"/>
              </a:spcAft>
            </a:pPr>
            <a:r>
              <a:rPr sz="800" b="0" lang="en-US">
                <a:solidFill>
                  <a:srgbClr val="4C6B83"/>
                </a:solidFill>
                <a:latin typeface="Arial"/>
                <a:ea typeface="SimHei"/>
              </a:rPr>
              <a:t>09 / 20</a:t>
            </a:r>
          </a:p>
        </p:txBody>
      </p:sp>
      <p:grpSp>
        <p:nvGrpSpPr>
          <p:cNvPr id="11" name="Node | Engineering design inputs"/>
          <p:cNvGrpSpPr/>
          <p:nvPr/>
        </p:nvGrpSpPr>
        <p:grpSpPr>
          <a:xfrm>
            <a:off x="406400" y="1530350"/>
            <a:ext cx="4648200" cy="3543300"/>
            <a:chOff x="406400" y="1530350"/>
            <a:chExt cx="4648200" cy="3543300"/>
          </a:xfrm>
        </p:grpSpPr>
        <p:sp>
          <p:nvSpPr>
            <p:cNvPr id="12" name="Panel | 2"/>
            <p:cNvSpPr/>
            <p:nvPr/>
          </p:nvSpPr>
          <p:spPr>
            <a:xfrm>
              <a:off x="406400" y="1530350"/>
              <a:ext cx="4648200" cy="3543300"/>
            </a:xfrm>
            <a:prstGeom prst="roundRect">
              <a:avLst>
                <a:gd name="adj" fmla="val 3942"/>
              </a:avLst>
            </a:prstGeom>
            <a:solidFill>
              <a:srgbClr val="FFFFFF"/>
            </a:solidFill>
            <a:ln w="6350" cap="rnd">
              <a:solidFill>
                <a:srgbClr val="C6D8EB"/>
              </a:solidFill>
              <a:round/>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 | Engineering design inputs"/>
            <p:cNvSpPr txBox="1"/>
            <p:nvPr/>
          </p:nvSpPr>
          <p:spPr>
            <a:xfrm>
              <a:off x="609600" y="1659318"/>
              <a:ext cx="4216400" cy="351155"/>
            </a:xfrm>
            <a:prstGeom prst="rect">
              <a:avLst/>
            </a:prstGeom>
            <a:noFill/>
          </p:spPr>
          <p:txBody>
            <a:bodyPr wrap="none" lIns="0" rIns="0" tIns="0" bIns="0" anchor="t" anchorCtr="0">
              <a:noAutofit/>
            </a:bodyPr>
            <a:lstStyle/>
            <a:p>
              <a:pPr algn="l">
                <a:lnSpc>
                  <a:spcPts val="2152"/>
                </a:lnSpc>
                <a:spcBef>
                  <a:spcPts val="0"/>
                </a:spcBef>
                <a:spcAft>
                  <a:spcPts val="0"/>
                </a:spcAft>
              </a:pPr>
              <a:r>
                <a:rPr sz="1750" b="1" lang="en-US">
                  <a:solidFill>
                    <a:srgbClr val="082D48"/>
                  </a:solidFill>
                  <a:latin typeface="Arial"/>
                  <a:ea typeface="SimHei"/>
                </a:rPr>
                <a:t>Engineering design inputs</a:t>
              </a:r>
            </a:p>
          </p:txBody>
        </p:sp>
        <p:pic>
          <p:nvPicPr>
            <p:cNvPr id="14" name="Picture | Independent image" descr="5f1bcf78ecb92f4492224ef45a833bd24f87b72940a435af1d4530231d53bab7.png"/>
            <p:cNvPicPr>
              <a:picLocks noChangeAspect="1"/>
            </p:cNvPicPr>
            <p:nvPr/>
          </p:nvPicPr>
          <p:blipFill>
            <a:blip r:embed="rId3"/>
            <a:stretch>
              <a:fillRect/>
            </a:stretch>
          </p:blipFill>
          <p:spPr>
            <a:xfrm>
              <a:off x="1363915" y="2000250"/>
              <a:ext cx="2726820" cy="2146300"/>
            </a:xfrm>
            <a:prstGeom prst="rect">
              <a:avLst/>
            </a:prstGeom>
          </p:spPr>
        </p:pic>
        <p:sp>
          <p:nvSpPr>
            <p:cNvPr id="15" name="Text | Camera / Optics / Lighting / Motion / Sensors"/>
            <p:cNvSpPr txBox="1"/>
            <p:nvPr/>
          </p:nvSpPr>
          <p:spPr>
            <a:xfrm>
              <a:off x="609600" y="4264978"/>
              <a:ext cx="4241800" cy="280924"/>
            </a:xfrm>
            <a:prstGeom prst="rect">
              <a:avLst/>
            </a:prstGeom>
            <a:noFill/>
          </p:spPr>
          <p:txBody>
            <a:bodyPr wrap="none" lIns="0" rIns="0" tIns="0" bIns="0" anchor="t" anchorCtr="0">
              <a:noAutofit/>
            </a:bodyPr>
            <a:lstStyle/>
            <a:p>
              <a:pPr algn="ctr">
                <a:lnSpc>
                  <a:spcPts val="1722"/>
                </a:lnSpc>
                <a:spcBef>
                  <a:spcPts val="0"/>
                </a:spcBef>
                <a:spcAft>
                  <a:spcPts val="0"/>
                </a:spcAft>
              </a:pPr>
              <a:r>
                <a:rPr sz="1400" b="1" lang="en-US">
                  <a:solidFill>
                    <a:srgbClr val="007D9D"/>
                  </a:solidFill>
                  <a:latin typeface="Arial"/>
                  <a:ea typeface="SimHei"/>
                </a:rPr>
                <a:t>Camera / Optics / Lighting / Motion / Sensors</a:t>
              </a:r>
            </a:p>
          </p:txBody>
        </p:sp>
        <p:sp>
          <p:nvSpPr>
            <p:cNvPr id="16" name="Text | Define field of view, resolution, timing and calibration"/>
            <p:cNvSpPr txBox="1"/>
            <p:nvPr/>
          </p:nvSpPr>
          <p:spPr>
            <a:xfrm>
              <a:off x="609600" y="4632071"/>
              <a:ext cx="4241800" cy="260858"/>
            </a:xfrm>
            <a:prstGeom prst="rect">
              <a:avLst/>
            </a:prstGeom>
            <a:noFill/>
          </p:spPr>
          <p:txBody>
            <a:bodyPr wrap="none" lIns="0" rIns="0" tIns="0" bIns="0" anchor="t" anchorCtr="0">
              <a:noAutofit/>
            </a:bodyPr>
            <a:lstStyle/>
            <a:p>
              <a:pPr algn="ctr">
                <a:lnSpc>
                  <a:spcPts val="1599"/>
                </a:lnSpc>
                <a:spcBef>
                  <a:spcPts val="0"/>
                </a:spcBef>
                <a:spcAft>
                  <a:spcPts val="0"/>
                </a:spcAft>
              </a:pPr>
              <a:r>
                <a:rPr sz="1300" b="0" lang="en-US">
                  <a:solidFill>
                    <a:srgbClr val="4C6B83"/>
                  </a:solidFill>
                  <a:latin typeface="Arial"/>
                  <a:ea typeface="SimHei"/>
                </a:rPr>
                <a:t>Define field of view, resolution, timing and calibration</a:t>
              </a:r>
            </a:p>
          </p:txBody>
        </p:sp>
      </p:grpSp>
      <p:cxnSp>
        <p:nvCxnSpPr>
          <p:cNvPr id="17" name="Connector | 2"/>
          <p:cNvCxnSpPr/>
          <p:nvPr/>
        </p:nvCxnSpPr>
        <p:spPr>
          <a:xfrm>
            <a:off x="5124450" y="3270250"/>
            <a:ext cx="228600" cy="0"/>
          </a:xfrm>
          <a:prstGeom prst="line">
            <a:avLst/>
          </a:prstGeom>
          <a:ln w="15875" cap="rnd">
            <a:solidFill>
              <a:srgbClr val="007D9D"/>
            </a:solidFill>
            <a:round/>
            <a:tailEnd type="arrow" w="sm" len="sm"/>
          </a:ln>
        </p:spPr>
        <p:style>
          <a:lnRef idx="2">
            <a:schemeClr val="accent1"/>
          </a:lnRef>
          <a:fillRef idx="0">
            <a:schemeClr val="accent1"/>
          </a:fillRef>
          <a:effectRef idx="1">
            <a:schemeClr val="accent1"/>
          </a:effectRef>
          <a:fontRef idx="minor">
            <a:schemeClr val="tx1"/>
          </a:fontRef>
        </p:style>
      </p:cxnSp>
      <p:grpSp>
        <p:nvGrpSpPr>
          <p:cNvPr id="18" name="Node | Configuration &amp; workflow implementation"/>
          <p:cNvGrpSpPr/>
          <p:nvPr/>
        </p:nvGrpSpPr>
        <p:grpSpPr>
          <a:xfrm>
            <a:off x="5435600" y="1530350"/>
            <a:ext cx="6350000" cy="3543300"/>
            <a:chOff x="5435600" y="1530350"/>
            <a:chExt cx="6350000" cy="3543300"/>
          </a:xfrm>
        </p:grpSpPr>
        <p:sp>
          <p:nvSpPr>
            <p:cNvPr id="19" name="Panel | 3"/>
            <p:cNvSpPr/>
            <p:nvPr/>
          </p:nvSpPr>
          <p:spPr>
            <a:xfrm>
              <a:off x="5435600" y="1530350"/>
              <a:ext cx="6350000" cy="3543300"/>
            </a:xfrm>
            <a:prstGeom prst="roundRect">
              <a:avLst>
                <a:gd name="adj" fmla="val 3942"/>
              </a:avLst>
            </a:prstGeom>
            <a:solidFill>
              <a:srgbClr val="FFFFFF"/>
            </a:solidFill>
            <a:ln w="6350" cap="rnd">
              <a:solidFill>
                <a:srgbClr val="C6D8EB"/>
              </a:solidFill>
              <a:round/>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 | Configuration &amp; workflow implementation"/>
            <p:cNvSpPr txBox="1"/>
            <p:nvPr/>
          </p:nvSpPr>
          <p:spPr>
            <a:xfrm>
              <a:off x="5645150" y="1659318"/>
              <a:ext cx="5924550" cy="351155"/>
            </a:xfrm>
            <a:prstGeom prst="rect">
              <a:avLst/>
            </a:prstGeom>
            <a:noFill/>
          </p:spPr>
          <p:txBody>
            <a:bodyPr wrap="none" lIns="0" rIns="0" tIns="0" bIns="0" anchor="t" anchorCtr="0">
              <a:noAutofit/>
            </a:bodyPr>
            <a:lstStyle/>
            <a:p>
              <a:pPr algn="l">
                <a:lnSpc>
                  <a:spcPts val="2152"/>
                </a:lnSpc>
                <a:spcBef>
                  <a:spcPts val="0"/>
                </a:spcBef>
                <a:spcAft>
                  <a:spcPts val="0"/>
                </a:spcAft>
              </a:pPr>
              <a:r>
                <a:rPr sz="1750" b="1" lang="en-US">
                  <a:solidFill>
                    <a:srgbClr val="082D48"/>
                  </a:solidFill>
                  <a:latin typeface="Arial"/>
                  <a:ea typeface="SimHei"/>
                </a:rPr>
                <a:t>Configuration &amp; workflow implementation</a:t>
              </a:r>
            </a:p>
          </p:txBody>
        </p:sp>
        <p:pic>
          <p:nvPicPr>
            <p:cNvPr id="21" name="Picture | Independent image" descr="d235d7460685fbce7c25a12631d1439d4d6219b6901e988eaac07fae35a8f6fe.png"/>
            <p:cNvPicPr>
              <a:picLocks noChangeAspect="1"/>
            </p:cNvPicPr>
            <p:nvPr/>
          </p:nvPicPr>
          <p:blipFill>
            <a:blip r:embed="rId4"/>
            <a:stretch>
              <a:fillRect/>
            </a:stretch>
          </p:blipFill>
          <p:spPr>
            <a:xfrm>
              <a:off x="6117070" y="2000250"/>
              <a:ext cx="1704109" cy="1562100"/>
            </a:xfrm>
            <a:prstGeom prst="rect">
              <a:avLst/>
            </a:prstGeom>
          </p:spPr>
        </p:pic>
        <p:sp>
          <p:nvSpPr>
            <p:cNvPr id="22" name="Text | Map device instances"/>
            <p:cNvSpPr txBox="1"/>
            <p:nvPr/>
          </p:nvSpPr>
          <p:spPr>
            <a:xfrm>
              <a:off x="8382000" y="2284349"/>
              <a:ext cx="3175000" cy="290957"/>
            </a:xfrm>
            <a:prstGeom prst="rect">
              <a:avLst/>
            </a:prstGeom>
            <a:noFill/>
          </p:spPr>
          <p:txBody>
            <a:bodyPr wrap="none" lIns="0" rIns="0" tIns="0" bIns="0" anchor="t" anchorCtr="0">
              <a:noAutofit/>
            </a:bodyPr>
            <a:lstStyle/>
            <a:p>
              <a:pPr algn="l">
                <a:lnSpc>
                  <a:spcPts val="1783"/>
                </a:lnSpc>
                <a:spcBef>
                  <a:spcPts val="0"/>
                </a:spcBef>
                <a:spcAft>
                  <a:spcPts val="0"/>
                </a:spcAft>
              </a:pPr>
              <a:r>
                <a:rPr sz="1450" b="1" lang="en-US">
                  <a:solidFill>
                    <a:srgbClr val="007D9D"/>
                  </a:solidFill>
                  <a:latin typeface="Arial"/>
                  <a:ea typeface="SimHei"/>
                </a:rPr>
                <a:t>Map device instances</a:t>
              </a:r>
            </a:p>
          </p:txBody>
        </p:sp>
        <p:sp>
          <p:nvSpPr>
            <p:cNvPr id="23" name="Text | Commission &amp; calibrate"/>
            <p:cNvSpPr txBox="1"/>
            <p:nvPr/>
          </p:nvSpPr>
          <p:spPr>
            <a:xfrm>
              <a:off x="8382000" y="2639949"/>
              <a:ext cx="3175000" cy="290957"/>
            </a:xfrm>
            <a:prstGeom prst="rect">
              <a:avLst/>
            </a:prstGeom>
            <a:noFill/>
          </p:spPr>
          <p:txBody>
            <a:bodyPr wrap="none" lIns="0" rIns="0" tIns="0" bIns="0" anchor="t" anchorCtr="0">
              <a:noAutofit/>
            </a:bodyPr>
            <a:lstStyle/>
            <a:p>
              <a:pPr algn="l">
                <a:lnSpc>
                  <a:spcPts val="1783"/>
                </a:lnSpc>
                <a:spcBef>
                  <a:spcPts val="0"/>
                </a:spcBef>
                <a:spcAft>
                  <a:spcPts val="0"/>
                </a:spcAft>
              </a:pPr>
              <a:r>
                <a:rPr sz="1450" b="1" lang="en-US">
                  <a:solidFill>
                    <a:srgbClr val="007D9D"/>
                  </a:solidFill>
                  <a:latin typeface="Arial"/>
                  <a:ea typeface="SimHei"/>
                </a:rPr>
                <a:t>Commission &amp; calibrate</a:t>
              </a:r>
            </a:p>
          </p:txBody>
        </p:sp>
        <p:sp>
          <p:nvSpPr>
            <p:cNvPr id="24" name="Text | Reuse parameters &amp; flows"/>
            <p:cNvSpPr txBox="1"/>
            <p:nvPr/>
          </p:nvSpPr>
          <p:spPr>
            <a:xfrm>
              <a:off x="8382000" y="2995549"/>
              <a:ext cx="3175000" cy="290957"/>
            </a:xfrm>
            <a:prstGeom prst="rect">
              <a:avLst/>
            </a:prstGeom>
            <a:noFill/>
          </p:spPr>
          <p:txBody>
            <a:bodyPr wrap="none" lIns="0" rIns="0" tIns="0" bIns="0" anchor="t" anchorCtr="0">
              <a:noAutofit/>
            </a:bodyPr>
            <a:lstStyle/>
            <a:p>
              <a:pPr algn="l">
                <a:lnSpc>
                  <a:spcPts val="1783"/>
                </a:lnSpc>
                <a:spcBef>
                  <a:spcPts val="0"/>
                </a:spcBef>
                <a:spcAft>
                  <a:spcPts val="0"/>
                </a:spcAft>
              </a:pPr>
              <a:r>
                <a:rPr sz="1450" b="1" lang="en-US">
                  <a:solidFill>
                    <a:srgbClr val="007D9D"/>
                  </a:solidFill>
                  <a:latin typeface="Arial"/>
                  <a:ea typeface="SimHei"/>
                </a:rPr>
                <a:t>Reuse parameters &amp; flows</a:t>
              </a:r>
            </a:p>
          </p:txBody>
        </p:sp>
        <p:pic>
          <p:nvPicPr>
            <p:cNvPr id="25" name="Picture | Independent image" descr="69b9b6f2f57fe9517a0b04037aba969f2ed0c2d42b08a20aa15893bd43b01753.png"/>
            <p:cNvPicPr>
              <a:picLocks noChangeAspect="1"/>
            </p:cNvPicPr>
            <p:nvPr/>
          </p:nvPicPr>
          <p:blipFill>
            <a:blip r:embed="rId5"/>
            <a:stretch>
              <a:fillRect/>
            </a:stretch>
          </p:blipFill>
          <p:spPr>
            <a:xfrm>
              <a:off x="5955434" y="3689350"/>
              <a:ext cx="858982" cy="787400"/>
            </a:xfrm>
            <a:prstGeom prst="rect">
              <a:avLst/>
            </a:prstGeom>
          </p:spPr>
        </p:pic>
        <p:sp>
          <p:nvSpPr>
            <p:cNvPr id="26" name="Text | Locate"/>
            <p:cNvSpPr txBox="1"/>
            <p:nvPr/>
          </p:nvSpPr>
          <p:spPr>
            <a:xfrm>
              <a:off x="5676900" y="4606671"/>
              <a:ext cx="1397000" cy="260858"/>
            </a:xfrm>
            <a:prstGeom prst="rect">
              <a:avLst/>
            </a:prstGeom>
            <a:noFill/>
          </p:spPr>
          <p:txBody>
            <a:bodyPr wrap="none" lIns="0" rIns="0" tIns="0" bIns="0" anchor="t" anchorCtr="0">
              <a:noAutofit/>
            </a:bodyPr>
            <a:lstStyle/>
            <a:p>
              <a:pPr algn="ctr">
                <a:lnSpc>
                  <a:spcPts val="1599"/>
                </a:lnSpc>
                <a:spcBef>
                  <a:spcPts val="0"/>
                </a:spcBef>
                <a:spcAft>
                  <a:spcPts val="0"/>
                </a:spcAft>
              </a:pPr>
              <a:r>
                <a:rPr sz="1300" b="0" lang="en-US">
                  <a:solidFill>
                    <a:srgbClr val="082D48"/>
                  </a:solidFill>
                  <a:latin typeface="Arial"/>
                  <a:ea typeface="SimHei"/>
                </a:rPr>
                <a:t>Locate</a:t>
              </a:r>
            </a:p>
          </p:txBody>
        </p:sp>
        <p:cxnSp>
          <p:nvCxnSpPr>
            <p:cNvPr id="27" name="Connector | 3"/>
            <p:cNvCxnSpPr/>
            <p:nvPr/>
          </p:nvCxnSpPr>
          <p:spPr>
            <a:xfrm>
              <a:off x="6991350" y="4108450"/>
              <a:ext cx="158750" cy="0"/>
            </a:xfrm>
            <a:prstGeom prst="line">
              <a:avLst/>
            </a:prstGeom>
            <a:ln w="11430" cap="rnd">
              <a:solidFill>
                <a:srgbClr val="007D9D"/>
              </a:solidFill>
              <a:round/>
              <a:tailEnd type="arrow" w="sm" len="sm"/>
            </a:ln>
          </p:spPr>
          <p:style>
            <a:lnRef idx="2">
              <a:schemeClr val="accent1"/>
            </a:lnRef>
            <a:fillRef idx="0">
              <a:schemeClr val="accent1"/>
            </a:fillRef>
            <a:effectRef idx="1">
              <a:schemeClr val="accent1"/>
            </a:effectRef>
            <a:fontRef idx="minor">
              <a:schemeClr val="tx1"/>
            </a:fontRef>
          </p:style>
        </p:cxnSp>
        <p:pic>
          <p:nvPicPr>
            <p:cNvPr id="28" name="Picture | Independent image" descr="9cc0fc8d5a7859674fd87b278414f843c5a6b3c2dd608964d1c80c415c5dd525.png"/>
            <p:cNvPicPr>
              <a:picLocks noChangeAspect="1"/>
            </p:cNvPicPr>
            <p:nvPr/>
          </p:nvPicPr>
          <p:blipFill>
            <a:blip r:embed="rId6"/>
            <a:stretch>
              <a:fillRect/>
            </a:stretch>
          </p:blipFill>
          <p:spPr>
            <a:xfrm>
              <a:off x="7460384" y="3689350"/>
              <a:ext cx="858982" cy="787400"/>
            </a:xfrm>
            <a:prstGeom prst="rect">
              <a:avLst/>
            </a:prstGeom>
          </p:spPr>
        </p:pic>
        <p:sp>
          <p:nvSpPr>
            <p:cNvPr id="29" name="Text | Capture"/>
            <p:cNvSpPr txBox="1"/>
            <p:nvPr/>
          </p:nvSpPr>
          <p:spPr>
            <a:xfrm>
              <a:off x="7181850" y="4606671"/>
              <a:ext cx="1397000" cy="260858"/>
            </a:xfrm>
            <a:prstGeom prst="rect">
              <a:avLst/>
            </a:prstGeom>
            <a:noFill/>
          </p:spPr>
          <p:txBody>
            <a:bodyPr wrap="none" lIns="0" rIns="0" tIns="0" bIns="0" anchor="t" anchorCtr="0">
              <a:noAutofit/>
            </a:bodyPr>
            <a:lstStyle/>
            <a:p>
              <a:pPr algn="ctr">
                <a:lnSpc>
                  <a:spcPts val="1599"/>
                </a:lnSpc>
                <a:spcBef>
                  <a:spcPts val="0"/>
                </a:spcBef>
                <a:spcAft>
                  <a:spcPts val="0"/>
                </a:spcAft>
              </a:pPr>
              <a:r>
                <a:rPr sz="1300" b="0" lang="en-US">
                  <a:solidFill>
                    <a:srgbClr val="082D48"/>
                  </a:solidFill>
                  <a:latin typeface="Arial"/>
                  <a:ea typeface="SimHei"/>
                </a:rPr>
                <a:t>Capture</a:t>
              </a:r>
            </a:p>
          </p:txBody>
        </p:sp>
        <p:cxnSp>
          <p:nvCxnSpPr>
            <p:cNvPr id="30" name="Connector | 4"/>
            <p:cNvCxnSpPr/>
            <p:nvPr/>
          </p:nvCxnSpPr>
          <p:spPr>
            <a:xfrm>
              <a:off x="8496300" y="4108450"/>
              <a:ext cx="158750" cy="0"/>
            </a:xfrm>
            <a:prstGeom prst="line">
              <a:avLst/>
            </a:prstGeom>
            <a:ln w="11430" cap="rnd">
              <a:solidFill>
                <a:srgbClr val="007D9D"/>
              </a:solidFill>
              <a:round/>
              <a:tailEnd type="arrow" w="sm" len="sm"/>
            </a:ln>
          </p:spPr>
          <p:style>
            <a:lnRef idx="2">
              <a:schemeClr val="accent1"/>
            </a:lnRef>
            <a:fillRef idx="0">
              <a:schemeClr val="accent1"/>
            </a:fillRef>
            <a:effectRef idx="1">
              <a:schemeClr val="accent1"/>
            </a:effectRef>
            <a:fontRef idx="minor">
              <a:schemeClr val="tx1"/>
            </a:fontRef>
          </p:style>
        </p:cxnSp>
        <p:pic>
          <p:nvPicPr>
            <p:cNvPr id="31" name="Picture | Independent image" descr="5f1abe2f284b05e9bbfcd3a5890226dc2b010d4957d9a714fc6c4a2349b30e00.png"/>
            <p:cNvPicPr>
              <a:picLocks noChangeAspect="1"/>
            </p:cNvPicPr>
            <p:nvPr/>
          </p:nvPicPr>
          <p:blipFill>
            <a:blip r:embed="rId7"/>
            <a:stretch>
              <a:fillRect/>
            </a:stretch>
          </p:blipFill>
          <p:spPr>
            <a:xfrm>
              <a:off x="8965334" y="3689350"/>
              <a:ext cx="858982" cy="787400"/>
            </a:xfrm>
            <a:prstGeom prst="rect">
              <a:avLst/>
            </a:prstGeom>
          </p:spPr>
        </p:pic>
        <p:sp>
          <p:nvSpPr>
            <p:cNvPr id="32" name="Text | Analyze"/>
            <p:cNvSpPr txBox="1"/>
            <p:nvPr/>
          </p:nvSpPr>
          <p:spPr>
            <a:xfrm>
              <a:off x="8686800" y="4606671"/>
              <a:ext cx="1397000" cy="260858"/>
            </a:xfrm>
            <a:prstGeom prst="rect">
              <a:avLst/>
            </a:prstGeom>
            <a:noFill/>
          </p:spPr>
          <p:txBody>
            <a:bodyPr wrap="none" lIns="0" rIns="0" tIns="0" bIns="0" anchor="t" anchorCtr="0">
              <a:noAutofit/>
            </a:bodyPr>
            <a:lstStyle/>
            <a:p>
              <a:pPr algn="ctr">
                <a:lnSpc>
                  <a:spcPts val="1599"/>
                </a:lnSpc>
                <a:spcBef>
                  <a:spcPts val="0"/>
                </a:spcBef>
                <a:spcAft>
                  <a:spcPts val="0"/>
                </a:spcAft>
              </a:pPr>
              <a:r>
                <a:rPr sz="1300" b="0" lang="en-US">
                  <a:solidFill>
                    <a:srgbClr val="082D48"/>
                  </a:solidFill>
                  <a:latin typeface="Arial"/>
                  <a:ea typeface="SimHei"/>
                </a:rPr>
                <a:t>Analyze</a:t>
              </a:r>
            </a:p>
          </p:txBody>
        </p:sp>
        <p:cxnSp>
          <p:nvCxnSpPr>
            <p:cNvPr id="33" name="Connector | 5"/>
            <p:cNvCxnSpPr/>
            <p:nvPr/>
          </p:nvCxnSpPr>
          <p:spPr>
            <a:xfrm>
              <a:off x="10001250" y="4108450"/>
              <a:ext cx="158750" cy="0"/>
            </a:xfrm>
            <a:prstGeom prst="line">
              <a:avLst/>
            </a:prstGeom>
            <a:ln w="11430" cap="rnd">
              <a:solidFill>
                <a:srgbClr val="007D9D"/>
              </a:solidFill>
              <a:round/>
              <a:tailEnd type="arrow" w="sm" len="sm"/>
            </a:ln>
          </p:spPr>
          <p:style>
            <a:lnRef idx="2">
              <a:schemeClr val="accent1"/>
            </a:lnRef>
            <a:fillRef idx="0">
              <a:schemeClr val="accent1"/>
            </a:fillRef>
            <a:effectRef idx="1">
              <a:schemeClr val="accent1"/>
            </a:effectRef>
            <a:fontRef idx="minor">
              <a:schemeClr val="tx1"/>
            </a:fontRef>
          </p:style>
        </p:cxnSp>
        <p:pic>
          <p:nvPicPr>
            <p:cNvPr id="34" name="Picture | Independent image" descr="7c3bcb38bbd7e2e2c643083a079a2905b3d45de7da56f071c27b404acc55d820.png"/>
            <p:cNvPicPr>
              <a:picLocks noChangeAspect="1"/>
            </p:cNvPicPr>
            <p:nvPr/>
          </p:nvPicPr>
          <p:blipFill>
            <a:blip r:embed="rId8"/>
            <a:stretch>
              <a:fillRect/>
            </a:stretch>
          </p:blipFill>
          <p:spPr>
            <a:xfrm>
              <a:off x="10470284" y="3689350"/>
              <a:ext cx="858982" cy="787400"/>
            </a:xfrm>
            <a:prstGeom prst="rect">
              <a:avLst/>
            </a:prstGeom>
          </p:spPr>
        </p:pic>
        <p:sp>
          <p:nvSpPr>
            <p:cNvPr id="35" name="Text | Decide &amp; record"/>
            <p:cNvSpPr txBox="1"/>
            <p:nvPr/>
          </p:nvSpPr>
          <p:spPr>
            <a:xfrm>
              <a:off x="10191750" y="4606671"/>
              <a:ext cx="1397000" cy="260858"/>
            </a:xfrm>
            <a:prstGeom prst="rect">
              <a:avLst/>
            </a:prstGeom>
            <a:noFill/>
          </p:spPr>
          <p:txBody>
            <a:bodyPr wrap="none" lIns="0" rIns="0" tIns="0" bIns="0" anchor="t" anchorCtr="0">
              <a:noAutofit/>
            </a:bodyPr>
            <a:lstStyle/>
            <a:p>
              <a:pPr algn="ctr">
                <a:lnSpc>
                  <a:spcPts val="1599"/>
                </a:lnSpc>
                <a:spcBef>
                  <a:spcPts val="0"/>
                </a:spcBef>
                <a:spcAft>
                  <a:spcPts val="0"/>
                </a:spcAft>
              </a:pPr>
              <a:r>
                <a:rPr sz="1300" b="0" lang="en-US">
                  <a:solidFill>
                    <a:srgbClr val="082D48"/>
                  </a:solidFill>
                  <a:latin typeface="Arial"/>
                  <a:ea typeface="SimHei"/>
                </a:rPr>
                <a:t>Decide &amp; record</a:t>
              </a:r>
            </a:p>
          </p:txBody>
        </p:sp>
      </p:grpSp>
      <p:sp>
        <p:nvSpPr>
          <p:cNvPr id="36" name="Panel | 4"/>
          <p:cNvSpPr/>
          <p:nvPr/>
        </p:nvSpPr>
        <p:spPr>
          <a:xfrm>
            <a:off x="406400" y="5346700"/>
            <a:ext cx="11379200" cy="946150"/>
          </a:xfrm>
          <a:prstGeom prst="roundRect">
            <a:avLst>
              <a:gd name="adj" fmla="val 12080"/>
            </a:avLst>
          </a:prstGeom>
          <a:solidFill>
            <a:srgbClr val="E9F1FC"/>
          </a:solidFill>
          <a:ln w="6350" cap="rnd">
            <a:solidFill>
              <a:srgbClr val="C6D8EB"/>
            </a:solidFill>
            <a:round/>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 | Deliver reusable engineering assets"/>
          <p:cNvSpPr txBox="1"/>
          <p:nvPr/>
        </p:nvSpPr>
        <p:spPr>
          <a:xfrm>
            <a:off x="609600" y="5468112"/>
            <a:ext cx="10795000" cy="331089"/>
          </a:xfrm>
          <a:prstGeom prst="rect">
            <a:avLst/>
          </a:prstGeom>
          <a:noFill/>
        </p:spPr>
        <p:txBody>
          <a:bodyPr wrap="none" lIns="0" rIns="0" tIns="0" bIns="0" anchor="t" anchorCtr="0">
            <a:noAutofit/>
          </a:bodyPr>
          <a:lstStyle/>
          <a:p>
            <a:pPr algn="l">
              <a:lnSpc>
                <a:spcPts val="2029"/>
              </a:lnSpc>
              <a:spcBef>
                <a:spcPts val="0"/>
              </a:spcBef>
              <a:spcAft>
                <a:spcPts val="0"/>
              </a:spcAft>
            </a:pPr>
            <a:r>
              <a:rPr sz="1650" b="1" lang="en-US">
                <a:solidFill>
                  <a:srgbClr val="087F79"/>
                </a:solidFill>
                <a:latin typeface="Arial"/>
                <a:ea typeface="SimHei"/>
              </a:rPr>
              <a:t>Deliver reusable engineering assets</a:t>
            </a:r>
          </a:p>
        </p:txBody>
      </p:sp>
      <p:sp>
        <p:nvSpPr>
          <p:cNvPr id="38" name="Text | Device mappings &amp; configuration   ·   Calibration   ·   Workflows   ·   Process parameters   ·   Result definitions"/>
          <p:cNvSpPr txBox="1"/>
          <p:nvPr/>
        </p:nvSpPr>
        <p:spPr>
          <a:xfrm>
            <a:off x="609600" y="5877878"/>
            <a:ext cx="10795000" cy="280924"/>
          </a:xfrm>
          <a:prstGeom prst="rect">
            <a:avLst/>
          </a:prstGeom>
          <a:noFill/>
        </p:spPr>
        <p:txBody>
          <a:bodyPr wrap="none" lIns="0" rIns="0" tIns="0" bIns="0" anchor="t" anchorCtr="0">
            <a:noAutofit/>
          </a:bodyPr>
          <a:lstStyle/>
          <a:p>
            <a:pPr algn="l">
              <a:lnSpc>
                <a:spcPts val="1722"/>
              </a:lnSpc>
              <a:spcBef>
                <a:spcPts val="0"/>
              </a:spcBef>
              <a:spcAft>
                <a:spcPts val="0"/>
              </a:spcAft>
            </a:pPr>
            <a:r>
              <a:rPr sz="1400" b="0" lang="en-US">
                <a:solidFill>
                  <a:srgbClr val="082D48"/>
                </a:solidFill>
                <a:latin typeface="Arial"/>
                <a:ea typeface="SimHei"/>
              </a:rPr>
              <a:t>Device mappings &amp; configuration   ·   Calibration   ·   Workflows   ·   Process parameters   ·   Result definitions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showMasterSp="0">
  <p:cSld>
    <p:bg>
      <p:bgPr>
        <a:solidFill>
          <a:srgbClr val="F5F9FF"/>
        </a:solidFill>
        <a:effectLst/>
      </p:bgPr>
    </p:bg>
    <p:spTree>
      <p:nvGrpSpPr>
        <p:cNvPr id="1" name=""/>
        <p:cNvGrpSpPr/>
        <p:nvPr/>
      </p:nvGrpSpPr>
      <p:grpSpPr/>
      <p:sp>
        <p:nvSpPr>
          <p:cNvPr id="2" name="Panel | 1"/>
          <p:cNvSpPr/>
          <p:nvPr/>
        </p:nvSpPr>
        <p:spPr>
          <a:xfrm>
            <a:off x="406400" y="342900"/>
            <a:ext cx="38100" cy="190500"/>
          </a:xfrm>
          <a:prstGeom prst="roundRect">
            <a:avLst>
              <a:gd name="adj" fmla="val 50000"/>
            </a:avLst>
          </a:prstGeom>
          <a:solidFill>
            <a:srgbClr val="007D9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 | CHAPTER 02 / SWIFTFLOW"/>
          <p:cNvSpPr txBox="1"/>
          <p:nvPr/>
        </p:nvSpPr>
        <p:spPr>
          <a:xfrm>
            <a:off x="546100" y="356680"/>
            <a:ext cx="9525000" cy="230759"/>
          </a:xfrm>
          <a:prstGeom prst="rect">
            <a:avLst/>
          </a:prstGeom>
          <a:noFill/>
        </p:spPr>
        <p:txBody>
          <a:bodyPr wrap="none" lIns="0" rIns="0" tIns="0" bIns="0" anchor="t" anchorCtr="0">
            <a:noAutofit/>
          </a:bodyPr>
          <a:lstStyle/>
          <a:p>
            <a:pPr algn="l">
              <a:lnSpc>
                <a:spcPts val="1414"/>
              </a:lnSpc>
              <a:spcBef>
                <a:spcPts val="0"/>
              </a:spcBef>
              <a:spcAft>
                <a:spcPts val="0"/>
              </a:spcAft>
            </a:pPr>
            <a:r>
              <a:rPr sz="1150" b="1" lang="en-US">
                <a:solidFill>
                  <a:srgbClr val="4C6B83"/>
                </a:solidFill>
                <a:latin typeface="Arial"/>
                <a:ea typeface="SimHei"/>
              </a:rPr>
              <a:t>CHAPTER 02 / SWIFTFLOW</a:t>
            </a:r>
          </a:p>
        </p:txBody>
      </p:sp>
      <p:pic>
        <p:nvPicPr>
          <p:cNvPr id="4" name="Picture | Independent image" descr="139ef02520a55c1aaee95c1d6e7f5f730beac004ebb72c9c012b0f76513ab85e.png"/>
          <p:cNvPicPr>
            <a:picLocks noChangeAspect="1"/>
          </p:cNvPicPr>
          <p:nvPr/>
        </p:nvPicPr>
        <p:blipFill>
          <a:blip r:embed="rId2"/>
          <a:stretch>
            <a:fillRect/>
          </a:stretch>
        </p:blipFill>
        <p:spPr>
          <a:xfrm>
            <a:off x="11061700" y="325755"/>
            <a:ext cx="704850" cy="281940"/>
          </a:xfrm>
          <a:prstGeom prst="rect">
            <a:avLst/>
          </a:prstGeom>
        </p:spPr>
      </p:pic>
      <p:sp>
        <p:nvSpPr>
          <p:cNvPr id="5" name="Text | One Workflow Foundation for Inspection &amp; Measurement"/>
          <p:cNvSpPr txBox="1"/>
          <p:nvPr/>
        </p:nvSpPr>
        <p:spPr>
          <a:xfrm>
            <a:off x="406400" y="599376"/>
            <a:ext cx="11303000" cy="571881"/>
          </a:xfrm>
          <a:prstGeom prst="rect">
            <a:avLst/>
          </a:prstGeom>
          <a:noFill/>
        </p:spPr>
        <p:txBody>
          <a:bodyPr wrap="none" lIns="0" rIns="0" tIns="0" bIns="0" anchor="t" anchorCtr="0">
            <a:noAutofit/>
          </a:bodyPr>
          <a:lstStyle/>
          <a:p>
            <a:pPr algn="l">
              <a:lnSpc>
                <a:spcPts val="3505"/>
              </a:lnSpc>
              <a:spcBef>
                <a:spcPts val="0"/>
              </a:spcBef>
              <a:spcAft>
                <a:spcPts val="0"/>
              </a:spcAft>
            </a:pPr>
            <a:r>
              <a:rPr sz="2850" b="1" lang="en-US">
                <a:solidFill>
                  <a:srgbClr val="082D48"/>
                </a:solidFill>
                <a:latin typeface="Arial"/>
                <a:ea typeface="SimHei"/>
              </a:rPr>
              <a:t>One Workflow Foundation for Inspection &amp; Measurement</a:t>
            </a:r>
          </a:p>
        </p:txBody>
      </p:sp>
      <p:sp>
        <p:nvSpPr>
          <p:cNvPr id="6" name="Text | Combine classical vision, AI and metrology as needed, sharing acquisition, orchestration and traceability"/>
          <p:cNvSpPr txBox="1"/>
          <p:nvPr/>
        </p:nvSpPr>
        <p:spPr>
          <a:xfrm>
            <a:off x="425450" y="1064578"/>
            <a:ext cx="11239500" cy="280924"/>
          </a:xfrm>
          <a:prstGeom prst="rect">
            <a:avLst/>
          </a:prstGeom>
          <a:noFill/>
        </p:spPr>
        <p:txBody>
          <a:bodyPr wrap="none" lIns="0" rIns="0" tIns="0" bIns="0" anchor="t" anchorCtr="0">
            <a:noAutofit/>
          </a:bodyPr>
          <a:lstStyle/>
          <a:p>
            <a:pPr algn="l">
              <a:lnSpc>
                <a:spcPts val="1722"/>
              </a:lnSpc>
              <a:spcBef>
                <a:spcPts val="0"/>
              </a:spcBef>
              <a:spcAft>
                <a:spcPts val="0"/>
              </a:spcAft>
            </a:pPr>
            <a:r>
              <a:rPr sz="1400" b="0" lang="en-US">
                <a:solidFill>
                  <a:srgbClr val="4C6B83"/>
                </a:solidFill>
                <a:latin typeface="Arial"/>
                <a:ea typeface="SimHei"/>
              </a:rPr>
              <a:t>Combine classical vision, AI and metrology as needed, sharing acquisition, orchestration and traceability</a:t>
            </a:r>
          </a:p>
        </p:txBody>
      </p:sp>
      <p:cxnSp>
        <p:nvCxnSpPr>
          <p:cNvPr id="7" name="Connector | 1"/>
          <p:cNvCxnSpPr/>
          <p:nvPr/>
        </p:nvCxnSpPr>
        <p:spPr>
          <a:xfrm>
            <a:off x="406400" y="6521450"/>
            <a:ext cx="11379200" cy="0"/>
          </a:xfrm>
          <a:prstGeom prst="line">
            <a:avLst/>
          </a:prstGeom>
          <a:ln w="6350" cap="rnd">
            <a:solidFill>
              <a:srgbClr val="C6D8EB"/>
            </a:solidFill>
            <a:round/>
          </a:ln>
        </p:spPr>
        <p:style>
          <a:lnRef idx="2">
            <a:schemeClr val="accent1"/>
          </a:lnRef>
          <a:fillRef idx="0">
            <a:schemeClr val="accent1"/>
          </a:fillRef>
          <a:effectRef idx="1">
            <a:schemeClr val="accent1"/>
          </a:effectRef>
          <a:fontRef idx="minor">
            <a:schemeClr val="tx1"/>
          </a:fontRef>
        </p:style>
      </p:cxnSp>
      <p:sp>
        <p:nvSpPr>
          <p:cNvPr id="8" name="Text | SwiftFlow + HawkeyePlus  |  Industrial Vision Engineering"/>
          <p:cNvSpPr txBox="1"/>
          <p:nvPr/>
        </p:nvSpPr>
        <p:spPr>
          <a:xfrm>
            <a:off x="412750" y="6607238"/>
            <a:ext cx="8255000" cy="160528"/>
          </a:xfrm>
          <a:prstGeom prst="rect">
            <a:avLst/>
          </a:prstGeom>
          <a:noFill/>
        </p:spPr>
        <p:txBody>
          <a:bodyPr wrap="none" lIns="0" rIns="0" tIns="0" bIns="0" anchor="t" anchorCtr="0">
            <a:noAutofit/>
          </a:bodyPr>
          <a:lstStyle/>
          <a:p>
            <a:pPr algn="l">
              <a:lnSpc>
                <a:spcPts val="984"/>
              </a:lnSpc>
              <a:spcBef>
                <a:spcPts val="0"/>
              </a:spcBef>
              <a:spcAft>
                <a:spcPts val="0"/>
              </a:spcAft>
            </a:pPr>
            <a:r>
              <a:rPr sz="800" b="0" lang="en-US">
                <a:solidFill>
                  <a:srgbClr val="4C6B83"/>
                </a:solidFill>
                <a:latin typeface="Arial"/>
                <a:ea typeface="SimHei"/>
              </a:rPr>
              <a:t>SwiftFlow + HawkeyePlus  |  Industrial Vision Engineering</a:t>
            </a:r>
          </a:p>
        </p:txBody>
      </p:sp>
      <p:sp>
        <p:nvSpPr>
          <p:cNvPr id="9" name="Text | WD CONFIDENTIAL"/>
          <p:cNvSpPr txBox="1"/>
          <p:nvPr/>
        </p:nvSpPr>
        <p:spPr>
          <a:xfrm>
            <a:off x="8559800" y="6613017"/>
            <a:ext cx="2540000" cy="150495"/>
          </a:xfrm>
          <a:prstGeom prst="rect">
            <a:avLst/>
          </a:prstGeom>
          <a:noFill/>
        </p:spPr>
        <p:txBody>
          <a:bodyPr wrap="none" lIns="0" rIns="0" tIns="0" bIns="0" anchor="t" anchorCtr="0">
            <a:noAutofit/>
          </a:bodyPr>
          <a:lstStyle/>
          <a:p>
            <a:pPr algn="r">
              <a:lnSpc>
                <a:spcPts val="922"/>
              </a:lnSpc>
              <a:spcBef>
                <a:spcPts val="0"/>
              </a:spcBef>
              <a:spcAft>
                <a:spcPts val="0"/>
              </a:spcAft>
            </a:pPr>
            <a:r>
              <a:rPr sz="750" b="0" lang="en-US">
                <a:solidFill>
                  <a:srgbClr val="4C6B83"/>
                </a:solidFill>
                <a:latin typeface="Arial"/>
                <a:ea typeface="SimHei"/>
              </a:rPr>
              <a:t>WD CONFIDENTIAL</a:t>
            </a:r>
          </a:p>
        </p:txBody>
      </p:sp>
      <p:sp>
        <p:nvSpPr>
          <p:cNvPr id="10" name="Text | 10 / 20"/>
          <p:cNvSpPr txBox="1"/>
          <p:nvPr/>
        </p:nvSpPr>
        <p:spPr>
          <a:xfrm>
            <a:off x="11137900" y="6607238"/>
            <a:ext cx="635000" cy="160528"/>
          </a:xfrm>
          <a:prstGeom prst="rect">
            <a:avLst/>
          </a:prstGeom>
          <a:noFill/>
        </p:spPr>
        <p:txBody>
          <a:bodyPr wrap="none" lIns="0" rIns="0" tIns="0" bIns="0" anchor="t" anchorCtr="0">
            <a:noAutofit/>
          </a:bodyPr>
          <a:lstStyle/>
          <a:p>
            <a:pPr algn="r">
              <a:lnSpc>
                <a:spcPts val="984"/>
              </a:lnSpc>
              <a:spcBef>
                <a:spcPts val="0"/>
              </a:spcBef>
              <a:spcAft>
                <a:spcPts val="0"/>
              </a:spcAft>
            </a:pPr>
            <a:r>
              <a:rPr sz="800" b="0" lang="en-US">
                <a:solidFill>
                  <a:srgbClr val="4C6B83"/>
                </a:solidFill>
                <a:latin typeface="Arial"/>
                <a:ea typeface="SimHei"/>
              </a:rPr>
              <a:t>10 / 20</a:t>
            </a:r>
          </a:p>
        </p:txBody>
      </p:sp>
      <p:grpSp>
        <p:nvGrpSpPr>
          <p:cNvPr id="11" name="Node | Inspection: locate defects and decide"/>
          <p:cNvGrpSpPr/>
          <p:nvPr/>
        </p:nvGrpSpPr>
        <p:grpSpPr>
          <a:xfrm>
            <a:off x="406400" y="1530350"/>
            <a:ext cx="5600700" cy="3733800"/>
            <a:chOff x="406400" y="1530350"/>
            <a:chExt cx="5600700" cy="3733800"/>
          </a:xfrm>
        </p:grpSpPr>
        <p:sp>
          <p:nvSpPr>
            <p:cNvPr id="12" name="Panel | 2"/>
            <p:cNvSpPr/>
            <p:nvPr/>
          </p:nvSpPr>
          <p:spPr>
            <a:xfrm>
              <a:off x="406400" y="1530350"/>
              <a:ext cx="5600700" cy="3733800"/>
            </a:xfrm>
            <a:prstGeom prst="roundRect">
              <a:avLst>
                <a:gd name="adj" fmla="val 3741"/>
              </a:avLst>
            </a:prstGeom>
            <a:solidFill>
              <a:srgbClr val="FFFFFF"/>
            </a:solidFill>
            <a:ln w="6350" cap="rnd">
              <a:solidFill>
                <a:srgbClr val="C6D8EB"/>
              </a:solidFill>
              <a:round/>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 | Inspection: locate defects and decide"/>
            <p:cNvSpPr txBox="1"/>
            <p:nvPr/>
          </p:nvSpPr>
          <p:spPr>
            <a:xfrm>
              <a:off x="584200" y="1659318"/>
              <a:ext cx="5238750" cy="351155"/>
            </a:xfrm>
            <a:prstGeom prst="rect">
              <a:avLst/>
            </a:prstGeom>
            <a:noFill/>
          </p:spPr>
          <p:txBody>
            <a:bodyPr wrap="none" lIns="0" rIns="0" tIns="0" bIns="0" anchor="t" anchorCtr="0">
              <a:noAutofit/>
            </a:bodyPr>
            <a:lstStyle/>
            <a:p>
              <a:pPr algn="l">
                <a:lnSpc>
                  <a:spcPts val="2152"/>
                </a:lnSpc>
                <a:spcBef>
                  <a:spcPts val="0"/>
                </a:spcBef>
                <a:spcAft>
                  <a:spcPts val="0"/>
                </a:spcAft>
              </a:pPr>
              <a:r>
                <a:rPr sz="1750" b="1" lang="en-US">
                  <a:solidFill>
                    <a:srgbClr val="082D48"/>
                  </a:solidFill>
                  <a:latin typeface="Arial"/>
                  <a:ea typeface="SimHei"/>
                </a:rPr>
                <a:t>Inspection: locate defects and decide</a:t>
              </a:r>
            </a:p>
          </p:txBody>
        </p:sp>
        <p:pic>
          <p:nvPicPr>
            <p:cNvPr id="14" name="Picture | Independent image" descr="2d912ebd7dcb0a346bde40d637fceed021a159bb2c31cc9e00aab4e109b5a276.png"/>
            <p:cNvPicPr>
              <a:picLocks noChangeAspect="1"/>
            </p:cNvPicPr>
            <p:nvPr/>
          </p:nvPicPr>
          <p:blipFill>
            <a:blip r:embed="rId3"/>
            <a:stretch>
              <a:fillRect/>
            </a:stretch>
          </p:blipFill>
          <p:spPr>
            <a:xfrm>
              <a:off x="1529047" y="2063750"/>
              <a:ext cx="3355405" cy="2044700"/>
            </a:xfrm>
            <a:prstGeom prst="rect">
              <a:avLst/>
            </a:prstGeom>
          </p:spPr>
        </p:pic>
        <p:sp>
          <p:nvSpPr>
            <p:cNvPr id="15" name="Text | Image → Classical vision / AI → Decision"/>
            <p:cNvSpPr txBox="1"/>
            <p:nvPr/>
          </p:nvSpPr>
          <p:spPr>
            <a:xfrm>
              <a:off x="615950" y="4271899"/>
              <a:ext cx="5181600" cy="290957"/>
            </a:xfrm>
            <a:prstGeom prst="rect">
              <a:avLst/>
            </a:prstGeom>
            <a:noFill/>
          </p:spPr>
          <p:txBody>
            <a:bodyPr wrap="none" lIns="0" rIns="0" tIns="0" bIns="0" anchor="t" anchorCtr="0">
              <a:noAutofit/>
            </a:bodyPr>
            <a:lstStyle/>
            <a:p>
              <a:pPr algn="ctr">
                <a:lnSpc>
                  <a:spcPts val="1783"/>
                </a:lnSpc>
                <a:spcBef>
                  <a:spcPts val="0"/>
                </a:spcBef>
                <a:spcAft>
                  <a:spcPts val="0"/>
                </a:spcAft>
              </a:pPr>
              <a:r>
                <a:rPr sz="1450" b="1" lang="en-US">
                  <a:solidFill>
                    <a:srgbClr val="007D9D"/>
                  </a:solidFill>
                  <a:latin typeface="Arial"/>
                  <a:ea typeface="SimHei"/>
                </a:rPr>
                <a:t>Image → Classical vision / AI → Decision</a:t>
              </a:r>
            </a:p>
          </p:txBody>
        </p:sp>
        <p:sp>
          <p:nvSpPr>
            <p:cNvPr id="16" name="Text | Output: location, class and pass/fail"/>
            <p:cNvSpPr txBox="1"/>
            <p:nvPr/>
          </p:nvSpPr>
          <p:spPr>
            <a:xfrm>
              <a:off x="615950" y="4728528"/>
              <a:ext cx="5181600" cy="280924"/>
            </a:xfrm>
            <a:prstGeom prst="rect">
              <a:avLst/>
            </a:prstGeom>
            <a:noFill/>
          </p:spPr>
          <p:txBody>
            <a:bodyPr wrap="none" lIns="0" rIns="0" tIns="0" bIns="0" anchor="t" anchorCtr="0">
              <a:noAutofit/>
            </a:bodyPr>
            <a:lstStyle/>
            <a:p>
              <a:pPr algn="ctr">
                <a:lnSpc>
                  <a:spcPts val="1722"/>
                </a:lnSpc>
                <a:spcBef>
                  <a:spcPts val="0"/>
                </a:spcBef>
                <a:spcAft>
                  <a:spcPts val="0"/>
                </a:spcAft>
              </a:pPr>
              <a:r>
                <a:rPr sz="1400" b="0" lang="en-US">
                  <a:solidFill>
                    <a:srgbClr val="4C6B83"/>
                  </a:solidFill>
                  <a:latin typeface="Arial"/>
                  <a:ea typeface="SimHei"/>
                </a:rPr>
                <a:t>Output: location, class and pass/fail</a:t>
              </a:r>
            </a:p>
          </p:txBody>
        </p:sp>
      </p:grpSp>
      <p:grpSp>
        <p:nvGrpSpPr>
          <p:cNvPr id="17" name="Node | Measurement: produce defined metrics"/>
          <p:cNvGrpSpPr/>
          <p:nvPr/>
        </p:nvGrpSpPr>
        <p:grpSpPr>
          <a:xfrm>
            <a:off x="6184900" y="1530350"/>
            <a:ext cx="5600700" cy="3733800"/>
            <a:chOff x="6184900" y="1530350"/>
            <a:chExt cx="5600700" cy="3733800"/>
          </a:xfrm>
        </p:grpSpPr>
        <p:sp>
          <p:nvSpPr>
            <p:cNvPr id="18" name="Panel | 3"/>
            <p:cNvSpPr/>
            <p:nvPr/>
          </p:nvSpPr>
          <p:spPr>
            <a:xfrm>
              <a:off x="6184900" y="1530350"/>
              <a:ext cx="5600700" cy="3733800"/>
            </a:xfrm>
            <a:prstGeom prst="roundRect">
              <a:avLst>
                <a:gd name="adj" fmla="val 3741"/>
              </a:avLst>
            </a:prstGeom>
            <a:solidFill>
              <a:srgbClr val="FFFFFF"/>
            </a:solidFill>
            <a:ln w="6350" cap="rnd">
              <a:solidFill>
                <a:srgbClr val="C6D8EB"/>
              </a:solidFill>
              <a:round/>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 | Measurement: produce defined metrics"/>
            <p:cNvSpPr txBox="1"/>
            <p:nvPr/>
          </p:nvSpPr>
          <p:spPr>
            <a:xfrm>
              <a:off x="6362700" y="1659318"/>
              <a:ext cx="5238750" cy="351155"/>
            </a:xfrm>
            <a:prstGeom prst="rect">
              <a:avLst/>
            </a:prstGeom>
            <a:noFill/>
          </p:spPr>
          <p:txBody>
            <a:bodyPr wrap="none" lIns="0" rIns="0" tIns="0" bIns="0" anchor="t" anchorCtr="0">
              <a:noAutofit/>
            </a:bodyPr>
            <a:lstStyle/>
            <a:p>
              <a:pPr algn="l">
                <a:lnSpc>
                  <a:spcPts val="2152"/>
                </a:lnSpc>
                <a:spcBef>
                  <a:spcPts val="0"/>
                </a:spcBef>
                <a:spcAft>
                  <a:spcPts val="0"/>
                </a:spcAft>
              </a:pPr>
              <a:r>
                <a:rPr sz="1750" b="1" lang="en-US">
                  <a:solidFill>
                    <a:srgbClr val="082D48"/>
                  </a:solidFill>
                  <a:latin typeface="Arial"/>
                  <a:ea typeface="SimHei"/>
                </a:rPr>
                <a:t>Measurement: produce defined metrics</a:t>
              </a:r>
            </a:p>
          </p:txBody>
        </p:sp>
        <p:pic>
          <p:nvPicPr>
            <p:cNvPr id="20" name="Picture | Independent image" descr="938386b544cc3dcea0cd3895eb322acc6b99443d97c62c56d09096f190c4de0d.png"/>
            <p:cNvPicPr>
              <a:picLocks noChangeAspect="1"/>
            </p:cNvPicPr>
            <p:nvPr/>
          </p:nvPicPr>
          <p:blipFill>
            <a:blip r:embed="rId4"/>
            <a:stretch>
              <a:fillRect/>
            </a:stretch>
          </p:blipFill>
          <p:spPr>
            <a:xfrm>
              <a:off x="7869959" y="2063750"/>
              <a:ext cx="2230582" cy="2044700"/>
            </a:xfrm>
            <a:prstGeom prst="rect">
              <a:avLst/>
            </a:prstGeom>
          </p:spPr>
        </p:pic>
        <p:sp>
          <p:nvSpPr>
            <p:cNvPr id="21" name="Text | Calibration → Capture / segmentation → Measurement"/>
            <p:cNvSpPr txBox="1"/>
            <p:nvPr/>
          </p:nvSpPr>
          <p:spPr>
            <a:xfrm>
              <a:off x="6394450" y="4271899"/>
              <a:ext cx="5181600" cy="290957"/>
            </a:xfrm>
            <a:prstGeom prst="rect">
              <a:avLst/>
            </a:prstGeom>
            <a:noFill/>
          </p:spPr>
          <p:txBody>
            <a:bodyPr wrap="none" lIns="0" rIns="0" tIns="0" bIns="0" anchor="t" anchorCtr="0">
              <a:noAutofit/>
            </a:bodyPr>
            <a:lstStyle/>
            <a:p>
              <a:pPr algn="ctr">
                <a:lnSpc>
                  <a:spcPts val="1783"/>
                </a:lnSpc>
                <a:spcBef>
                  <a:spcPts val="0"/>
                </a:spcBef>
                <a:spcAft>
                  <a:spcPts val="0"/>
                </a:spcAft>
              </a:pPr>
              <a:r>
                <a:rPr sz="1450" b="1" lang="en-US">
                  <a:solidFill>
                    <a:srgbClr val="007D9D"/>
                  </a:solidFill>
                  <a:latin typeface="Arial"/>
                  <a:ea typeface="SimHei"/>
                </a:rPr>
                <a:t>Calibration → Capture / segmentation → Measurement</a:t>
              </a:r>
            </a:p>
          </p:txBody>
        </p:sp>
        <p:sp>
          <p:nvSpPr>
            <p:cNvPr id="22" name="Text | Output: dimensions, height and geometry"/>
            <p:cNvSpPr txBox="1"/>
            <p:nvPr/>
          </p:nvSpPr>
          <p:spPr>
            <a:xfrm>
              <a:off x="6394450" y="4728528"/>
              <a:ext cx="5181600" cy="280924"/>
            </a:xfrm>
            <a:prstGeom prst="rect">
              <a:avLst/>
            </a:prstGeom>
            <a:noFill/>
          </p:spPr>
          <p:txBody>
            <a:bodyPr wrap="none" lIns="0" rIns="0" tIns="0" bIns="0" anchor="t" anchorCtr="0">
              <a:noAutofit/>
            </a:bodyPr>
            <a:lstStyle/>
            <a:p>
              <a:pPr algn="ctr">
                <a:lnSpc>
                  <a:spcPts val="1722"/>
                </a:lnSpc>
                <a:spcBef>
                  <a:spcPts val="0"/>
                </a:spcBef>
                <a:spcAft>
                  <a:spcPts val="0"/>
                </a:spcAft>
              </a:pPr>
              <a:r>
                <a:rPr sz="1400" b="0" lang="en-US">
                  <a:solidFill>
                    <a:srgbClr val="4C6B83"/>
                  </a:solidFill>
                  <a:latin typeface="Arial"/>
                  <a:ea typeface="SimHei"/>
                </a:rPr>
                <a:t>Output: dimensions, height and geometry</a:t>
              </a:r>
            </a:p>
          </p:txBody>
        </p:sp>
      </p:grpSp>
      <p:sp>
        <p:nvSpPr>
          <p:cNvPr id="23" name="Panel | 4"/>
          <p:cNvSpPr/>
          <p:nvPr/>
        </p:nvSpPr>
        <p:spPr>
          <a:xfrm>
            <a:off x="406400" y="5505450"/>
            <a:ext cx="11379200" cy="787400"/>
          </a:xfrm>
          <a:prstGeom prst="roundRect">
            <a:avLst>
              <a:gd name="adj" fmla="val 14516"/>
            </a:avLst>
          </a:prstGeom>
          <a:solidFill>
            <a:srgbClr val="E9F1FC"/>
          </a:solidFill>
          <a:ln w="6350" cap="rnd">
            <a:solidFill>
              <a:srgbClr val="C6D8EB"/>
            </a:solidFill>
            <a:round/>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 | Shared foundation: acquire data → run algorithms → apply rules → retain results"/>
          <p:cNvSpPr txBox="1"/>
          <p:nvPr/>
        </p:nvSpPr>
        <p:spPr>
          <a:xfrm>
            <a:off x="635000" y="5632006"/>
            <a:ext cx="10922000" cy="311023"/>
          </a:xfrm>
          <a:prstGeom prst="rect">
            <a:avLst/>
          </a:prstGeom>
          <a:noFill/>
        </p:spPr>
        <p:txBody>
          <a:bodyPr wrap="none" lIns="0" rIns="0" tIns="0" bIns="0" anchor="t" anchorCtr="0">
            <a:noAutofit/>
          </a:bodyPr>
          <a:lstStyle/>
          <a:p>
            <a:pPr algn="ctr">
              <a:lnSpc>
                <a:spcPts val="1906"/>
              </a:lnSpc>
              <a:spcBef>
                <a:spcPts val="0"/>
              </a:spcBef>
              <a:spcAft>
                <a:spcPts val="0"/>
              </a:spcAft>
            </a:pPr>
            <a:r>
              <a:rPr sz="1550" b="1" lang="en-US">
                <a:solidFill>
                  <a:srgbClr val="087F79"/>
                </a:solidFill>
                <a:latin typeface="Arial"/>
                <a:ea typeface="SimHei"/>
              </a:rPr>
              <a:t>Shared foundation: acquire data → run algorithms → apply rules → retain results</a:t>
            </a:r>
          </a:p>
        </p:txBody>
      </p:sp>
      <p:sp>
        <p:nvSpPr>
          <p:cNvPr id="25" name="Text | Measurement requires calibration, units and reference validation; AI can assist localization or segmentation"/>
          <p:cNvSpPr txBox="1"/>
          <p:nvPr/>
        </p:nvSpPr>
        <p:spPr>
          <a:xfrm>
            <a:off x="635000" y="5990971"/>
            <a:ext cx="10922000" cy="260858"/>
          </a:xfrm>
          <a:prstGeom prst="rect">
            <a:avLst/>
          </a:prstGeom>
          <a:noFill/>
        </p:spPr>
        <p:txBody>
          <a:bodyPr wrap="none" lIns="0" rIns="0" tIns="0" bIns="0" anchor="t" anchorCtr="0">
            <a:noAutofit/>
          </a:bodyPr>
          <a:lstStyle/>
          <a:p>
            <a:pPr algn="ctr">
              <a:lnSpc>
                <a:spcPts val="1599"/>
              </a:lnSpc>
              <a:spcBef>
                <a:spcPts val="0"/>
              </a:spcBef>
              <a:spcAft>
                <a:spcPts val="0"/>
              </a:spcAft>
            </a:pPr>
            <a:r>
              <a:rPr sz="1300" b="0" lang="en-US">
                <a:solidFill>
                  <a:srgbClr val="4C6B83"/>
                </a:solidFill>
                <a:latin typeface="Arial"/>
                <a:ea typeface="SimHei"/>
              </a:rPr>
              <a:t>Measurement requires calibration, units and reference validation; AI can assist localization or segmentation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showMasterSp="0">
  <p:cSld>
    <p:bg>
      <p:bgPr>
        <a:solidFill>
          <a:srgbClr val="F5F9FF"/>
        </a:solidFill>
        <a:effectLst/>
      </p:bgPr>
    </p:bg>
    <p:spTree>
      <p:nvGrpSpPr>
        <p:cNvPr id="1" name=""/>
        <p:cNvGrpSpPr/>
        <p:nvPr/>
      </p:nvGrpSpPr>
      <p:grpSpPr/>
      <p:sp>
        <p:nvSpPr>
          <p:cNvPr id="2" name="Panel | 1"/>
          <p:cNvSpPr/>
          <p:nvPr/>
        </p:nvSpPr>
        <p:spPr>
          <a:xfrm>
            <a:off x="406400" y="342900"/>
            <a:ext cx="38100" cy="190500"/>
          </a:xfrm>
          <a:prstGeom prst="roundRect">
            <a:avLst>
              <a:gd name="adj" fmla="val 50000"/>
            </a:avLst>
          </a:prstGeom>
          <a:solidFill>
            <a:srgbClr val="007D9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 | CHAPTER 03 / OVERVIEW"/>
          <p:cNvSpPr txBox="1"/>
          <p:nvPr/>
        </p:nvSpPr>
        <p:spPr>
          <a:xfrm>
            <a:off x="546100" y="356680"/>
            <a:ext cx="9525000" cy="230759"/>
          </a:xfrm>
          <a:prstGeom prst="rect">
            <a:avLst/>
          </a:prstGeom>
          <a:noFill/>
        </p:spPr>
        <p:txBody>
          <a:bodyPr wrap="none" lIns="0" rIns="0" tIns="0" bIns="0" anchor="t" anchorCtr="0">
            <a:noAutofit/>
          </a:bodyPr>
          <a:lstStyle/>
          <a:p>
            <a:pPr algn="l">
              <a:lnSpc>
                <a:spcPts val="1414"/>
              </a:lnSpc>
              <a:spcBef>
                <a:spcPts val="0"/>
              </a:spcBef>
              <a:spcAft>
                <a:spcPts val="0"/>
              </a:spcAft>
            </a:pPr>
            <a:r>
              <a:rPr sz="1150" b="1" lang="en-US">
                <a:solidFill>
                  <a:srgbClr val="4C6B83"/>
                </a:solidFill>
                <a:latin typeface="Arial"/>
                <a:ea typeface="SimHei"/>
              </a:rPr>
              <a:t>CHAPTER 03 / OVERVIEW</a:t>
            </a:r>
          </a:p>
        </p:txBody>
      </p:sp>
      <p:pic>
        <p:nvPicPr>
          <p:cNvPr id="4" name="Picture | Independent image" descr="139ef02520a55c1aaee95c1d6e7f5f730beac004ebb72c9c012b0f76513ab85e.png"/>
          <p:cNvPicPr>
            <a:picLocks noChangeAspect="1"/>
          </p:cNvPicPr>
          <p:nvPr/>
        </p:nvPicPr>
        <p:blipFill>
          <a:blip r:embed="rId2"/>
          <a:stretch>
            <a:fillRect/>
          </a:stretch>
        </p:blipFill>
        <p:spPr>
          <a:xfrm>
            <a:off x="11061700" y="325755"/>
            <a:ext cx="704850" cy="281940"/>
          </a:xfrm>
          <a:prstGeom prst="rect">
            <a:avLst/>
          </a:prstGeom>
        </p:spPr>
      </p:pic>
      <p:cxnSp>
        <p:nvCxnSpPr>
          <p:cNvPr id="5" name="Connector | 1"/>
          <p:cNvCxnSpPr/>
          <p:nvPr/>
        </p:nvCxnSpPr>
        <p:spPr>
          <a:xfrm>
            <a:off x="406400" y="6521450"/>
            <a:ext cx="11379200" cy="0"/>
          </a:xfrm>
          <a:prstGeom prst="line">
            <a:avLst/>
          </a:prstGeom>
          <a:ln w="6350" cap="rnd">
            <a:solidFill>
              <a:srgbClr val="C6D8EB"/>
            </a:solidFill>
            <a:round/>
          </a:ln>
        </p:spPr>
        <p:style>
          <a:lnRef idx="2">
            <a:schemeClr val="accent1"/>
          </a:lnRef>
          <a:fillRef idx="0">
            <a:schemeClr val="accent1"/>
          </a:fillRef>
          <a:effectRef idx="1">
            <a:schemeClr val="accent1"/>
          </a:effectRef>
          <a:fontRef idx="minor">
            <a:schemeClr val="tx1"/>
          </a:fontRef>
        </p:style>
      </p:cxnSp>
      <p:sp>
        <p:nvSpPr>
          <p:cNvPr id="6" name="Text | SwiftFlow + HawkeyePlus  |  Industrial Vision Engineering"/>
          <p:cNvSpPr txBox="1"/>
          <p:nvPr/>
        </p:nvSpPr>
        <p:spPr>
          <a:xfrm>
            <a:off x="412750" y="6607238"/>
            <a:ext cx="8255000" cy="160528"/>
          </a:xfrm>
          <a:prstGeom prst="rect">
            <a:avLst/>
          </a:prstGeom>
          <a:noFill/>
        </p:spPr>
        <p:txBody>
          <a:bodyPr wrap="none" lIns="0" rIns="0" tIns="0" bIns="0" anchor="t" anchorCtr="0">
            <a:noAutofit/>
          </a:bodyPr>
          <a:lstStyle/>
          <a:p>
            <a:pPr algn="l">
              <a:lnSpc>
                <a:spcPts val="984"/>
              </a:lnSpc>
              <a:spcBef>
                <a:spcPts val="0"/>
              </a:spcBef>
              <a:spcAft>
                <a:spcPts val="0"/>
              </a:spcAft>
            </a:pPr>
            <a:r>
              <a:rPr sz="800" b="0" lang="en-US">
                <a:solidFill>
                  <a:srgbClr val="4C6B83"/>
                </a:solidFill>
                <a:latin typeface="Arial"/>
                <a:ea typeface="SimHei"/>
              </a:rPr>
              <a:t>SwiftFlow + HawkeyePlus  |  Industrial Vision Engineering</a:t>
            </a:r>
          </a:p>
        </p:txBody>
      </p:sp>
      <p:sp>
        <p:nvSpPr>
          <p:cNvPr id="7" name="Text | WD CONFIDENTIAL"/>
          <p:cNvSpPr txBox="1"/>
          <p:nvPr/>
        </p:nvSpPr>
        <p:spPr>
          <a:xfrm>
            <a:off x="8559800" y="6613017"/>
            <a:ext cx="2540000" cy="150495"/>
          </a:xfrm>
          <a:prstGeom prst="rect">
            <a:avLst/>
          </a:prstGeom>
          <a:noFill/>
        </p:spPr>
        <p:txBody>
          <a:bodyPr wrap="none" lIns="0" rIns="0" tIns="0" bIns="0" anchor="t" anchorCtr="0">
            <a:noAutofit/>
          </a:bodyPr>
          <a:lstStyle/>
          <a:p>
            <a:pPr algn="r">
              <a:lnSpc>
                <a:spcPts val="922"/>
              </a:lnSpc>
              <a:spcBef>
                <a:spcPts val="0"/>
              </a:spcBef>
              <a:spcAft>
                <a:spcPts val="0"/>
              </a:spcAft>
            </a:pPr>
            <a:r>
              <a:rPr sz="750" b="0" lang="en-US">
                <a:solidFill>
                  <a:srgbClr val="4C6B83"/>
                </a:solidFill>
                <a:latin typeface="Arial"/>
                <a:ea typeface="SimHei"/>
              </a:rPr>
              <a:t>WD CONFIDENTIAL</a:t>
            </a:r>
          </a:p>
        </p:txBody>
      </p:sp>
      <p:sp>
        <p:nvSpPr>
          <p:cNvPr id="8" name="Text | 11 / 20"/>
          <p:cNvSpPr txBox="1"/>
          <p:nvPr/>
        </p:nvSpPr>
        <p:spPr>
          <a:xfrm>
            <a:off x="11137900" y="6607238"/>
            <a:ext cx="635000" cy="160528"/>
          </a:xfrm>
          <a:prstGeom prst="rect">
            <a:avLst/>
          </a:prstGeom>
          <a:noFill/>
        </p:spPr>
        <p:txBody>
          <a:bodyPr wrap="none" lIns="0" rIns="0" tIns="0" bIns="0" anchor="t" anchorCtr="0">
            <a:noAutofit/>
          </a:bodyPr>
          <a:lstStyle/>
          <a:p>
            <a:pPr algn="r">
              <a:lnSpc>
                <a:spcPts val="984"/>
              </a:lnSpc>
              <a:spcBef>
                <a:spcPts val="0"/>
              </a:spcBef>
              <a:spcAft>
                <a:spcPts val="0"/>
              </a:spcAft>
            </a:pPr>
            <a:r>
              <a:rPr sz="800" b="0" lang="en-US">
                <a:solidFill>
                  <a:srgbClr val="4C6B83"/>
                </a:solidFill>
                <a:latin typeface="Arial"/>
                <a:ea typeface="SimHei"/>
              </a:rPr>
              <a:t>11 / 20</a:t>
            </a:r>
          </a:p>
        </p:txBody>
      </p:sp>
      <p:sp>
        <p:nvSpPr>
          <p:cNvPr id="9" name="Text | 03"/>
          <p:cNvSpPr txBox="1"/>
          <p:nvPr/>
        </p:nvSpPr>
        <p:spPr>
          <a:xfrm>
            <a:off x="495300" y="1704848"/>
            <a:ext cx="1714500" cy="1745742"/>
          </a:xfrm>
          <a:prstGeom prst="rect">
            <a:avLst/>
          </a:prstGeom>
          <a:noFill/>
        </p:spPr>
        <p:txBody>
          <a:bodyPr wrap="none" lIns="0" rIns="0" tIns="0" bIns="0" anchor="t" anchorCtr="0">
            <a:noAutofit/>
          </a:bodyPr>
          <a:lstStyle/>
          <a:p>
            <a:pPr algn="l">
              <a:lnSpc>
                <a:spcPts val="10701"/>
              </a:lnSpc>
              <a:spcBef>
                <a:spcPts val="0"/>
              </a:spcBef>
              <a:spcAft>
                <a:spcPts val="0"/>
              </a:spcAft>
            </a:pPr>
            <a:r>
              <a:rPr sz="8700" b="1" lang="en-US">
                <a:solidFill>
                  <a:srgbClr val="007D9D"/>
                </a:solidFill>
                <a:latin typeface="Arial"/>
                <a:ea typeface="SimHei"/>
              </a:rPr>
              <a:t>03</a:t>
            </a:r>
          </a:p>
        </p:txBody>
      </p:sp>
      <p:sp>
        <p:nvSpPr>
          <p:cNvPr id="10" name="Text | HawkeyePlus"/>
          <p:cNvSpPr txBox="1"/>
          <p:nvPr/>
        </p:nvSpPr>
        <p:spPr>
          <a:xfrm>
            <a:off x="2203450" y="1857883"/>
            <a:ext cx="5873750" cy="591947"/>
          </a:xfrm>
          <a:prstGeom prst="rect">
            <a:avLst/>
          </a:prstGeom>
          <a:noFill/>
        </p:spPr>
        <p:txBody>
          <a:bodyPr wrap="none" lIns="0" rIns="0" tIns="0" bIns="0" anchor="t" anchorCtr="0">
            <a:noAutofit/>
          </a:bodyPr>
          <a:lstStyle/>
          <a:p>
            <a:pPr algn="l">
              <a:lnSpc>
                <a:spcPts val="3628"/>
              </a:lnSpc>
              <a:spcBef>
                <a:spcPts val="0"/>
              </a:spcBef>
              <a:spcAft>
                <a:spcPts val="0"/>
              </a:spcAft>
            </a:pPr>
            <a:r>
              <a:rPr sz="2950" b="1" lang="en-US">
                <a:solidFill>
                  <a:srgbClr val="082D48"/>
                </a:solidFill>
                <a:latin typeface="Arial"/>
                <a:ea typeface="SimHei"/>
              </a:rPr>
              <a:t>HawkeyePlus</a:t>
            </a:r>
          </a:p>
        </p:txBody>
      </p:sp>
      <p:sp>
        <p:nvSpPr>
          <p:cNvPr id="11" name="Text | Industrial vision model development and validation"/>
          <p:cNvSpPr txBox="1"/>
          <p:nvPr/>
        </p:nvSpPr>
        <p:spPr>
          <a:xfrm>
            <a:off x="2222500" y="2490597"/>
            <a:ext cx="5080000" cy="341122"/>
          </a:xfrm>
          <a:prstGeom prst="rect">
            <a:avLst/>
          </a:prstGeom>
          <a:noFill/>
        </p:spPr>
        <p:txBody>
          <a:bodyPr wrap="none" lIns="0" rIns="0" tIns="0" bIns="0" anchor="t" anchorCtr="0">
            <a:noAutofit/>
          </a:bodyPr>
          <a:lstStyle/>
          <a:p>
            <a:pPr algn="l">
              <a:lnSpc>
                <a:spcPts val="2091"/>
              </a:lnSpc>
              <a:spcBef>
                <a:spcPts val="0"/>
              </a:spcBef>
              <a:spcAft>
                <a:spcPts val="0"/>
              </a:spcAft>
            </a:pPr>
            <a:r>
              <a:rPr sz="1700" b="0" lang="en-US">
                <a:solidFill>
                  <a:srgbClr val="4C6B83"/>
                </a:solidFill>
                <a:latin typeface="Arial"/>
                <a:ea typeface="SimHei"/>
              </a:rPr>
              <a:t>Industrial vision model development and validation</a:t>
            </a:r>
          </a:p>
        </p:txBody>
      </p:sp>
      <p:cxnSp>
        <p:nvCxnSpPr>
          <p:cNvPr id="12" name="Connector | 2"/>
          <p:cNvCxnSpPr/>
          <p:nvPr/>
        </p:nvCxnSpPr>
        <p:spPr>
          <a:xfrm>
            <a:off x="520700" y="3086100"/>
            <a:ext cx="6375400" cy="0"/>
          </a:xfrm>
          <a:prstGeom prst="line">
            <a:avLst/>
          </a:prstGeom>
          <a:ln w="11430" cap="rnd">
            <a:solidFill>
              <a:srgbClr val="C6D8EB"/>
            </a:solidFill>
            <a:round/>
          </a:ln>
        </p:spPr>
        <p:style>
          <a:lnRef idx="2">
            <a:schemeClr val="accent1"/>
          </a:lnRef>
          <a:fillRef idx="0">
            <a:schemeClr val="accent1"/>
          </a:fillRef>
          <a:effectRef idx="1">
            <a:schemeClr val="accent1"/>
          </a:effectRef>
          <a:fontRef idx="minor">
            <a:schemeClr val="tx1"/>
          </a:fontRef>
        </p:style>
      </p:cxnSp>
      <p:sp>
        <p:nvSpPr>
          <p:cNvPr id="13" name="Text | How do we turn data into validated, deliverable models?"/>
          <p:cNvSpPr txBox="1"/>
          <p:nvPr/>
        </p:nvSpPr>
        <p:spPr>
          <a:xfrm>
            <a:off x="520700" y="3346005"/>
            <a:ext cx="6604000" cy="311023"/>
          </a:xfrm>
          <a:prstGeom prst="rect">
            <a:avLst/>
          </a:prstGeom>
          <a:noFill/>
        </p:spPr>
        <p:txBody>
          <a:bodyPr wrap="none" lIns="0" rIns="0" tIns="0" bIns="0" anchor="t" anchorCtr="0">
            <a:noAutofit/>
          </a:bodyPr>
          <a:lstStyle/>
          <a:p>
            <a:pPr algn="l">
              <a:lnSpc>
                <a:spcPts val="1906"/>
              </a:lnSpc>
              <a:spcBef>
                <a:spcPts val="0"/>
              </a:spcBef>
              <a:spcAft>
                <a:spcPts val="0"/>
              </a:spcAft>
            </a:pPr>
            <a:r>
              <a:rPr sz="1550" b="0" lang="en-US">
                <a:solidFill>
                  <a:srgbClr val="082D48"/>
                </a:solidFill>
                <a:latin typeface="Arial"/>
                <a:ea typeface="SimHei"/>
              </a:rPr>
              <a:t>How do we turn data into validated, deliverable models?</a:t>
            </a:r>
          </a:p>
        </p:txBody>
      </p:sp>
      <p:pic>
        <p:nvPicPr>
          <p:cNvPr id="14" name="Picture | Independent image" descr="0e1cacdd2dd64d49c68307ca39c10d929dcfdd478b4480a29a0805d6b17ec43b.png"/>
          <p:cNvPicPr>
            <a:picLocks noChangeAspect="1"/>
          </p:cNvPicPr>
          <p:nvPr/>
        </p:nvPicPr>
        <p:blipFill>
          <a:blip r:embed="rId3"/>
          <a:stretch>
            <a:fillRect/>
          </a:stretch>
        </p:blipFill>
        <p:spPr>
          <a:xfrm>
            <a:off x="7620000" y="2173817"/>
            <a:ext cx="3841750" cy="1792817"/>
          </a:xfrm>
          <a:prstGeom prst="rect">
            <a:avLst/>
          </a:prstGeom>
        </p:spPr>
      </p:pic>
      <p:grpSp>
        <p:nvGrpSpPr>
          <p:cNvPr id="15" name="Node | Model development"/>
          <p:cNvGrpSpPr/>
          <p:nvPr/>
        </p:nvGrpSpPr>
        <p:grpSpPr>
          <a:xfrm>
            <a:off x="406400" y="4978400"/>
            <a:ext cx="3670300" cy="984250"/>
            <a:chOff x="406400" y="4978400"/>
            <a:chExt cx="3670300" cy="984250"/>
          </a:xfrm>
        </p:grpSpPr>
        <p:sp>
          <p:nvSpPr>
            <p:cNvPr id="16" name="Panel | 2"/>
            <p:cNvSpPr/>
            <p:nvPr/>
          </p:nvSpPr>
          <p:spPr>
            <a:xfrm>
              <a:off x="406400" y="4978400"/>
              <a:ext cx="3670300" cy="984250"/>
            </a:xfrm>
            <a:prstGeom prst="roundRect">
              <a:avLst>
                <a:gd name="adj" fmla="val 11612"/>
              </a:avLst>
            </a:prstGeom>
            <a:solidFill>
              <a:srgbClr val="FFFFFF"/>
            </a:solidFill>
            <a:ln w="6350" cap="rnd">
              <a:solidFill>
                <a:srgbClr val="C6D8EB"/>
              </a:solidFill>
              <a:round/>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 | 03.1"/>
            <p:cNvSpPr txBox="1"/>
            <p:nvPr/>
          </p:nvSpPr>
          <p:spPr>
            <a:xfrm>
              <a:off x="577850" y="5157914"/>
              <a:ext cx="698500" cy="240792"/>
            </a:xfrm>
            <a:prstGeom prst="rect">
              <a:avLst/>
            </a:prstGeom>
            <a:noFill/>
          </p:spPr>
          <p:txBody>
            <a:bodyPr wrap="none" lIns="0" rIns="0" tIns="0" bIns="0" anchor="t" anchorCtr="0">
              <a:noAutofit/>
            </a:bodyPr>
            <a:lstStyle/>
            <a:p>
              <a:pPr algn="l">
                <a:lnSpc>
                  <a:spcPts val="1476"/>
                </a:lnSpc>
                <a:spcBef>
                  <a:spcPts val="0"/>
                </a:spcBef>
                <a:spcAft>
                  <a:spcPts val="0"/>
                </a:spcAft>
              </a:pPr>
              <a:r>
                <a:rPr sz="1200" b="1" lang="en-US">
                  <a:solidFill>
                    <a:srgbClr val="007D9D"/>
                  </a:solidFill>
                  <a:latin typeface="Arial"/>
                  <a:ea typeface="SimHei"/>
                </a:rPr>
                <a:t>03.1</a:t>
              </a:r>
            </a:p>
          </p:txBody>
        </p:sp>
        <p:sp>
          <p:nvSpPr>
            <p:cNvPr id="18" name="Text | Model development"/>
            <p:cNvSpPr txBox="1"/>
            <p:nvPr/>
          </p:nvSpPr>
          <p:spPr>
            <a:xfrm>
              <a:off x="577850" y="5492940"/>
              <a:ext cx="3321050" cy="321056"/>
            </a:xfrm>
            <a:prstGeom prst="rect">
              <a:avLst/>
            </a:prstGeom>
            <a:noFill/>
          </p:spPr>
          <p:txBody>
            <a:bodyPr wrap="none" lIns="0" rIns="0" tIns="0" bIns="0" anchor="t" anchorCtr="0">
              <a:noAutofit/>
            </a:bodyPr>
            <a:lstStyle/>
            <a:p>
              <a:pPr algn="l">
                <a:lnSpc>
                  <a:spcPts val="1968"/>
                </a:lnSpc>
                <a:spcBef>
                  <a:spcPts val="0"/>
                </a:spcBef>
                <a:spcAft>
                  <a:spcPts val="0"/>
                </a:spcAft>
              </a:pPr>
              <a:r>
                <a:rPr sz="1600" b="1" lang="en-US">
                  <a:solidFill>
                    <a:srgbClr val="082D48"/>
                  </a:solidFill>
                  <a:latin typeface="Arial"/>
                  <a:ea typeface="SimHei"/>
                </a:rPr>
                <a:t>Model development</a:t>
              </a:r>
            </a:p>
          </p:txBody>
        </p:sp>
      </p:grpSp>
      <p:grpSp>
        <p:nvGrpSpPr>
          <p:cNvPr id="19" name="Node | Model portfolio"/>
          <p:cNvGrpSpPr/>
          <p:nvPr/>
        </p:nvGrpSpPr>
        <p:grpSpPr>
          <a:xfrm>
            <a:off x="4260850" y="4978400"/>
            <a:ext cx="3670300" cy="984250"/>
            <a:chOff x="4260850" y="4978400"/>
            <a:chExt cx="3670300" cy="984250"/>
          </a:xfrm>
        </p:grpSpPr>
        <p:sp>
          <p:nvSpPr>
            <p:cNvPr id="20" name="Panel | 3"/>
            <p:cNvSpPr/>
            <p:nvPr/>
          </p:nvSpPr>
          <p:spPr>
            <a:xfrm>
              <a:off x="4260850" y="4978400"/>
              <a:ext cx="3670300" cy="984250"/>
            </a:xfrm>
            <a:prstGeom prst="roundRect">
              <a:avLst>
                <a:gd name="adj" fmla="val 11612"/>
              </a:avLst>
            </a:prstGeom>
            <a:solidFill>
              <a:srgbClr val="FFFFFF"/>
            </a:solidFill>
            <a:ln w="6350" cap="rnd">
              <a:solidFill>
                <a:srgbClr val="C6D8EB"/>
              </a:solidFill>
              <a:round/>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 | 03.2"/>
            <p:cNvSpPr txBox="1"/>
            <p:nvPr/>
          </p:nvSpPr>
          <p:spPr>
            <a:xfrm>
              <a:off x="4432300" y="5157914"/>
              <a:ext cx="698500" cy="240792"/>
            </a:xfrm>
            <a:prstGeom prst="rect">
              <a:avLst/>
            </a:prstGeom>
            <a:noFill/>
          </p:spPr>
          <p:txBody>
            <a:bodyPr wrap="none" lIns="0" rIns="0" tIns="0" bIns="0" anchor="t" anchorCtr="0">
              <a:noAutofit/>
            </a:bodyPr>
            <a:lstStyle/>
            <a:p>
              <a:pPr algn="l">
                <a:lnSpc>
                  <a:spcPts val="1476"/>
                </a:lnSpc>
                <a:spcBef>
                  <a:spcPts val="0"/>
                </a:spcBef>
                <a:spcAft>
                  <a:spcPts val="0"/>
                </a:spcAft>
              </a:pPr>
              <a:r>
                <a:rPr sz="1200" b="1" lang="en-US">
                  <a:solidFill>
                    <a:srgbClr val="007D9D"/>
                  </a:solidFill>
                  <a:latin typeface="Arial"/>
                  <a:ea typeface="SimHei"/>
                </a:rPr>
                <a:t>03.2</a:t>
              </a:r>
            </a:p>
          </p:txBody>
        </p:sp>
        <p:sp>
          <p:nvSpPr>
            <p:cNvPr id="22" name="Text | Model portfolio"/>
            <p:cNvSpPr txBox="1"/>
            <p:nvPr/>
          </p:nvSpPr>
          <p:spPr>
            <a:xfrm>
              <a:off x="4432300" y="5492940"/>
              <a:ext cx="3321050" cy="321056"/>
            </a:xfrm>
            <a:prstGeom prst="rect">
              <a:avLst/>
            </a:prstGeom>
            <a:noFill/>
          </p:spPr>
          <p:txBody>
            <a:bodyPr wrap="none" lIns="0" rIns="0" tIns="0" bIns="0" anchor="t" anchorCtr="0">
              <a:noAutofit/>
            </a:bodyPr>
            <a:lstStyle/>
            <a:p>
              <a:pPr algn="l">
                <a:lnSpc>
                  <a:spcPts val="1968"/>
                </a:lnSpc>
                <a:spcBef>
                  <a:spcPts val="0"/>
                </a:spcBef>
                <a:spcAft>
                  <a:spcPts val="0"/>
                </a:spcAft>
              </a:pPr>
              <a:r>
                <a:rPr sz="1600" b="1" lang="en-US">
                  <a:solidFill>
                    <a:srgbClr val="082D48"/>
                  </a:solidFill>
                  <a:latin typeface="Arial"/>
                  <a:ea typeface="SimHei"/>
                </a:rPr>
                <a:t>Model portfolio</a:t>
              </a:r>
            </a:p>
          </p:txBody>
        </p:sp>
      </p:grpSp>
      <p:grpSp>
        <p:nvGrpSpPr>
          <p:cNvPr id="23" name="Node | Validation &amp; versions"/>
          <p:cNvGrpSpPr/>
          <p:nvPr/>
        </p:nvGrpSpPr>
        <p:grpSpPr>
          <a:xfrm>
            <a:off x="8115300" y="4978400"/>
            <a:ext cx="3670300" cy="984250"/>
            <a:chOff x="8115300" y="4978400"/>
            <a:chExt cx="3670300" cy="984250"/>
          </a:xfrm>
        </p:grpSpPr>
        <p:sp>
          <p:nvSpPr>
            <p:cNvPr id="24" name="Panel | 4"/>
            <p:cNvSpPr/>
            <p:nvPr/>
          </p:nvSpPr>
          <p:spPr>
            <a:xfrm>
              <a:off x="8115300" y="4978400"/>
              <a:ext cx="3670300" cy="984250"/>
            </a:xfrm>
            <a:prstGeom prst="roundRect">
              <a:avLst>
                <a:gd name="adj" fmla="val 11612"/>
              </a:avLst>
            </a:prstGeom>
            <a:solidFill>
              <a:srgbClr val="FFFFFF"/>
            </a:solidFill>
            <a:ln w="6350" cap="rnd">
              <a:solidFill>
                <a:srgbClr val="C6D8EB"/>
              </a:solidFill>
              <a:round/>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 | 03.3"/>
            <p:cNvSpPr txBox="1"/>
            <p:nvPr/>
          </p:nvSpPr>
          <p:spPr>
            <a:xfrm>
              <a:off x="8286750" y="5157914"/>
              <a:ext cx="698500" cy="240792"/>
            </a:xfrm>
            <a:prstGeom prst="rect">
              <a:avLst/>
            </a:prstGeom>
            <a:noFill/>
          </p:spPr>
          <p:txBody>
            <a:bodyPr wrap="none" lIns="0" rIns="0" tIns="0" bIns="0" anchor="t" anchorCtr="0">
              <a:noAutofit/>
            </a:bodyPr>
            <a:lstStyle/>
            <a:p>
              <a:pPr algn="l">
                <a:lnSpc>
                  <a:spcPts val="1476"/>
                </a:lnSpc>
                <a:spcBef>
                  <a:spcPts val="0"/>
                </a:spcBef>
                <a:spcAft>
                  <a:spcPts val="0"/>
                </a:spcAft>
              </a:pPr>
              <a:r>
                <a:rPr sz="1200" b="1" lang="en-US">
                  <a:solidFill>
                    <a:srgbClr val="007D9D"/>
                  </a:solidFill>
                  <a:latin typeface="Arial"/>
                  <a:ea typeface="SimHei"/>
                </a:rPr>
                <a:t>03.3</a:t>
              </a:r>
            </a:p>
          </p:txBody>
        </p:sp>
        <p:sp>
          <p:nvSpPr>
            <p:cNvPr id="26" name="Text | Validation &amp; versions"/>
            <p:cNvSpPr txBox="1"/>
            <p:nvPr/>
          </p:nvSpPr>
          <p:spPr>
            <a:xfrm>
              <a:off x="8286750" y="5492940"/>
              <a:ext cx="3321050" cy="321056"/>
            </a:xfrm>
            <a:prstGeom prst="rect">
              <a:avLst/>
            </a:prstGeom>
            <a:noFill/>
          </p:spPr>
          <p:txBody>
            <a:bodyPr wrap="none" lIns="0" rIns="0" tIns="0" bIns="0" anchor="t" anchorCtr="0">
              <a:noAutofit/>
            </a:bodyPr>
            <a:lstStyle/>
            <a:p>
              <a:pPr algn="l">
                <a:lnSpc>
                  <a:spcPts val="1968"/>
                </a:lnSpc>
                <a:spcBef>
                  <a:spcPts val="0"/>
                </a:spcBef>
                <a:spcAft>
                  <a:spcPts val="0"/>
                </a:spcAft>
              </a:pPr>
              <a:r>
                <a:rPr sz="1600" b="1" lang="en-US">
                  <a:solidFill>
                    <a:srgbClr val="082D48"/>
                  </a:solidFill>
                  <a:latin typeface="Arial"/>
                  <a:ea typeface="SimHei"/>
                </a:rPr>
                <a:t>Validation &amp; versions</a:t>
              </a:r>
            </a:p>
          </p:txBody>
        </p:sp>
      </p:grpSp>
      <p:sp>
        <p:nvSpPr>
          <p:cNvPr id="27" name="Text | SwiftFlow + HawkeyePlus | One shared method, two complementary platforms"/>
          <p:cNvSpPr txBox="1"/>
          <p:nvPr/>
        </p:nvSpPr>
        <p:spPr>
          <a:xfrm>
            <a:off x="520700" y="6161786"/>
            <a:ext cx="10731500" cy="250825"/>
          </a:xfrm>
          <a:prstGeom prst="rect">
            <a:avLst/>
          </a:prstGeom>
          <a:noFill/>
        </p:spPr>
        <p:txBody>
          <a:bodyPr wrap="none" lIns="0" rIns="0" tIns="0" bIns="0" anchor="t" anchorCtr="0">
            <a:noAutofit/>
          </a:bodyPr>
          <a:lstStyle/>
          <a:p>
            <a:pPr algn="l">
              <a:lnSpc>
                <a:spcPts val="1537"/>
              </a:lnSpc>
              <a:spcBef>
                <a:spcPts val="0"/>
              </a:spcBef>
              <a:spcAft>
                <a:spcPts val="0"/>
              </a:spcAft>
            </a:pPr>
            <a:r>
              <a:rPr sz="1250" b="0" lang="en-US">
                <a:solidFill>
                  <a:srgbClr val="4C6B83"/>
                </a:solidFill>
                <a:latin typeface="Arial"/>
                <a:ea typeface="SimHei"/>
              </a:rPr>
              <a:t>SwiftFlow + HawkeyePlus | One shared method, two complementary platforms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showMasterSp="0">
  <p:cSld>
    <p:bg>
      <p:bgPr>
        <a:solidFill>
          <a:srgbClr val="F5F9FF"/>
        </a:solidFill>
        <a:effectLst/>
      </p:bgPr>
    </p:bg>
    <p:spTree>
      <p:nvGrpSpPr>
        <p:cNvPr id="1" name=""/>
        <p:cNvGrpSpPr/>
        <p:nvPr/>
      </p:nvGrpSpPr>
      <p:grpSpPr/>
      <p:sp>
        <p:nvSpPr>
          <p:cNvPr id="2" name="Connector | 1"/>
          <p:cNvSpPr/>
          <p:nvPr/>
        </p:nvSpPr>
        <p:spPr>
          <a:xfrm>
            <a:off x="8572500" y="0"/>
            <a:ext cx="3213100" cy="565150"/>
          </a:xfrm>
          <a:custGeom>
            <a:avLst/>
            <a:gdLst/>
            <a:ahLst/>
            <a:cxnLst/>
            <a:rect l="0" t="0" r="r" b="b"/>
            <a:pathLst>
              <a:path w="50600" h="8900" fill="none">
                <a:moveTo>
                  <a:pt x="0" y="0"/>
                </a:moveTo>
                <a:lnTo>
                  <a:pt x="0" y="4500"/>
                </a:lnTo>
                <a:lnTo>
                  <a:pt x="4400" y="8900"/>
                </a:lnTo>
                <a:lnTo>
                  <a:pt x="50600" y="8900"/>
                </a:lnTo>
              </a:path>
            </a:pathLst>
          </a:custGeom>
          <a:noFill/>
          <a:ln w="6350" cap="rnd">
            <a:solidFill>
              <a:srgbClr val="C6D8EB">
                <a:alpha val="40000"/>
              </a:srgbClr>
            </a:solidFill>
            <a:round/>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Circle | 1"/>
          <p:cNvSpPr/>
          <p:nvPr/>
        </p:nvSpPr>
        <p:spPr>
          <a:xfrm>
            <a:off x="8832850" y="546100"/>
            <a:ext cx="38100" cy="38100"/>
          </a:xfrm>
          <a:prstGeom prst="ellipse">
            <a:avLst/>
          </a:prstGeom>
          <a:solidFill>
            <a:srgbClr val="C6D8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Connector | 2"/>
          <p:cNvSpPr/>
          <p:nvPr/>
        </p:nvSpPr>
        <p:spPr>
          <a:xfrm>
            <a:off x="9588500" y="0"/>
            <a:ext cx="2197100" cy="565150"/>
          </a:xfrm>
          <a:custGeom>
            <a:avLst/>
            <a:gdLst/>
            <a:ahLst/>
            <a:cxnLst/>
            <a:rect l="0" t="0" r="r" b="b"/>
            <a:pathLst>
              <a:path w="34600" h="8900" fill="none">
                <a:moveTo>
                  <a:pt x="0" y="0"/>
                </a:moveTo>
                <a:lnTo>
                  <a:pt x="0" y="4500"/>
                </a:lnTo>
                <a:lnTo>
                  <a:pt x="4400" y="8900"/>
                </a:lnTo>
                <a:lnTo>
                  <a:pt x="34600" y="8900"/>
                </a:lnTo>
              </a:path>
            </a:pathLst>
          </a:custGeom>
          <a:noFill/>
          <a:ln w="6350" cap="rnd">
            <a:solidFill>
              <a:srgbClr val="C6D8EB">
                <a:alpha val="40000"/>
              </a:srgbClr>
            </a:solidFill>
            <a:round/>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Circle | 2"/>
          <p:cNvSpPr/>
          <p:nvPr/>
        </p:nvSpPr>
        <p:spPr>
          <a:xfrm>
            <a:off x="9848850" y="546100"/>
            <a:ext cx="38100" cy="38100"/>
          </a:xfrm>
          <a:prstGeom prst="ellipse">
            <a:avLst/>
          </a:prstGeom>
          <a:solidFill>
            <a:srgbClr val="C6D8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Connector | 3"/>
          <p:cNvSpPr/>
          <p:nvPr/>
        </p:nvSpPr>
        <p:spPr>
          <a:xfrm>
            <a:off x="10604500" y="0"/>
            <a:ext cx="1181100" cy="565150"/>
          </a:xfrm>
          <a:custGeom>
            <a:avLst/>
            <a:gdLst/>
            <a:ahLst/>
            <a:cxnLst/>
            <a:rect l="0" t="0" r="r" b="b"/>
            <a:pathLst>
              <a:path w="18600" h="8900" fill="none">
                <a:moveTo>
                  <a:pt x="0" y="0"/>
                </a:moveTo>
                <a:lnTo>
                  <a:pt x="0" y="4500"/>
                </a:lnTo>
                <a:lnTo>
                  <a:pt x="4400" y="8900"/>
                </a:lnTo>
                <a:lnTo>
                  <a:pt x="18600" y="8900"/>
                </a:lnTo>
              </a:path>
            </a:pathLst>
          </a:custGeom>
          <a:noFill/>
          <a:ln w="6350" cap="rnd">
            <a:solidFill>
              <a:srgbClr val="C6D8EB">
                <a:alpha val="40000"/>
              </a:srgbClr>
            </a:solidFill>
            <a:round/>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Circle | 3"/>
          <p:cNvSpPr/>
          <p:nvPr/>
        </p:nvSpPr>
        <p:spPr>
          <a:xfrm>
            <a:off x="10864850" y="546100"/>
            <a:ext cx="38100" cy="38100"/>
          </a:xfrm>
          <a:prstGeom prst="ellipse">
            <a:avLst/>
          </a:prstGeom>
          <a:solidFill>
            <a:srgbClr val="C6D8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Panel | 1"/>
          <p:cNvSpPr/>
          <p:nvPr/>
        </p:nvSpPr>
        <p:spPr>
          <a:xfrm>
            <a:off x="406400" y="342900"/>
            <a:ext cx="38100" cy="190500"/>
          </a:xfrm>
          <a:prstGeom prst="roundRect">
            <a:avLst>
              <a:gd name="adj" fmla="val 50000"/>
            </a:avLst>
          </a:prstGeom>
          <a:solidFill>
            <a:srgbClr val="007D9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 | CHAPTER 03 / HAWKEYEPLUS"/>
          <p:cNvSpPr txBox="1"/>
          <p:nvPr/>
        </p:nvSpPr>
        <p:spPr>
          <a:xfrm>
            <a:off x="546100" y="356680"/>
            <a:ext cx="7620000" cy="230759"/>
          </a:xfrm>
          <a:prstGeom prst="rect">
            <a:avLst/>
          </a:prstGeom>
          <a:noFill/>
        </p:spPr>
        <p:txBody>
          <a:bodyPr wrap="none" lIns="0" rIns="0" tIns="0" bIns="0" anchor="t" anchorCtr="0">
            <a:noAutofit/>
          </a:bodyPr>
          <a:lstStyle/>
          <a:p>
            <a:pPr algn="l">
              <a:lnSpc>
                <a:spcPts val="1414"/>
              </a:lnSpc>
              <a:spcBef>
                <a:spcPts val="0"/>
              </a:spcBef>
              <a:spcAft>
                <a:spcPts val="0"/>
              </a:spcAft>
            </a:pPr>
            <a:r>
              <a:rPr sz="1150" b="1" lang="en-US">
                <a:solidFill>
                  <a:srgbClr val="4C6B83"/>
                </a:solidFill>
                <a:latin typeface="Arial"/>
                <a:ea typeface="SimHei"/>
              </a:rPr>
              <a:t>CHAPTER 03 / HAWKEYEPLUS</a:t>
            </a:r>
          </a:p>
        </p:txBody>
      </p:sp>
      <p:pic>
        <p:nvPicPr>
          <p:cNvPr id="10" name="Picture | Independent image" descr="139ef02520a55c1aaee95c1d6e7f5f730beac004ebb72c9c012b0f76513ab85e.png"/>
          <p:cNvPicPr>
            <a:picLocks noChangeAspect="1"/>
          </p:cNvPicPr>
          <p:nvPr/>
        </p:nvPicPr>
        <p:blipFill>
          <a:blip r:embed="rId2"/>
          <a:stretch>
            <a:fillRect/>
          </a:stretch>
        </p:blipFill>
        <p:spPr>
          <a:xfrm>
            <a:off x="11061700" y="325755"/>
            <a:ext cx="704850" cy="281940"/>
          </a:xfrm>
          <a:prstGeom prst="rect">
            <a:avLst/>
          </a:prstGeom>
        </p:spPr>
      </p:pic>
      <p:sp>
        <p:nvSpPr>
          <p:cNvPr id="11" name="Text | HawkeyePlus | Industrial Vision Model Development"/>
          <p:cNvSpPr txBox="1"/>
          <p:nvPr/>
        </p:nvSpPr>
        <p:spPr>
          <a:xfrm>
            <a:off x="406400" y="616648"/>
            <a:ext cx="10858500" cy="541782"/>
          </a:xfrm>
          <a:prstGeom prst="rect">
            <a:avLst/>
          </a:prstGeom>
          <a:noFill/>
        </p:spPr>
        <p:txBody>
          <a:bodyPr wrap="none" lIns="0" rIns="0" tIns="0" bIns="0" anchor="t" anchorCtr="0">
            <a:noAutofit/>
          </a:bodyPr>
          <a:lstStyle/>
          <a:p>
            <a:pPr algn="l">
              <a:lnSpc>
                <a:spcPts val="3321"/>
              </a:lnSpc>
              <a:spcBef>
                <a:spcPts val="0"/>
              </a:spcBef>
              <a:spcAft>
                <a:spcPts val="0"/>
              </a:spcAft>
            </a:pPr>
            <a:r>
              <a:rPr sz="2700" b="1" lang="en-US">
                <a:solidFill>
                  <a:srgbClr val="082D48"/>
                </a:solidFill>
                <a:latin typeface="Arial"/>
                <a:ea typeface="SimHei"/>
              </a:rPr>
              <a:t>HawkeyePlus | Industrial Vision Model Development</a:t>
            </a:r>
          </a:p>
        </p:txBody>
      </p:sp>
      <p:sp>
        <p:nvSpPr>
          <p:cNvPr id="12" name="Text | Connect industrial images, model training, validation and release in one platform"/>
          <p:cNvSpPr txBox="1"/>
          <p:nvPr/>
        </p:nvSpPr>
        <p:spPr>
          <a:xfrm>
            <a:off x="425450" y="1064578"/>
            <a:ext cx="11049000" cy="280924"/>
          </a:xfrm>
          <a:prstGeom prst="rect">
            <a:avLst/>
          </a:prstGeom>
          <a:noFill/>
        </p:spPr>
        <p:txBody>
          <a:bodyPr wrap="none" lIns="0" rIns="0" tIns="0" bIns="0" anchor="t" anchorCtr="0">
            <a:noAutofit/>
          </a:bodyPr>
          <a:lstStyle/>
          <a:p>
            <a:pPr algn="l">
              <a:lnSpc>
                <a:spcPts val="1722"/>
              </a:lnSpc>
              <a:spcBef>
                <a:spcPts val="0"/>
              </a:spcBef>
              <a:spcAft>
                <a:spcPts val="0"/>
              </a:spcAft>
            </a:pPr>
            <a:r>
              <a:rPr sz="1400" b="0" lang="en-US">
                <a:solidFill>
                  <a:srgbClr val="4C6B83"/>
                </a:solidFill>
                <a:latin typeface="Arial"/>
                <a:ea typeface="SimHei"/>
              </a:rPr>
              <a:t>Connect industrial images, model training, validation and release in one platform</a:t>
            </a:r>
          </a:p>
        </p:txBody>
      </p:sp>
      <p:cxnSp>
        <p:nvCxnSpPr>
          <p:cNvPr id="13" name="Connector | 4"/>
          <p:cNvCxnSpPr/>
          <p:nvPr/>
        </p:nvCxnSpPr>
        <p:spPr>
          <a:xfrm>
            <a:off x="406400" y="6521450"/>
            <a:ext cx="11379200" cy="0"/>
          </a:xfrm>
          <a:prstGeom prst="line">
            <a:avLst/>
          </a:prstGeom>
          <a:ln w="6350" cap="rnd">
            <a:solidFill>
              <a:srgbClr val="C6D8EB"/>
            </a:solidFill>
            <a:round/>
          </a:ln>
        </p:spPr>
        <p:style>
          <a:lnRef idx="2">
            <a:schemeClr val="accent1"/>
          </a:lnRef>
          <a:fillRef idx="0">
            <a:schemeClr val="accent1"/>
          </a:fillRef>
          <a:effectRef idx="1">
            <a:schemeClr val="accent1"/>
          </a:effectRef>
          <a:fontRef idx="minor">
            <a:schemeClr val="tx1"/>
          </a:fontRef>
        </p:style>
      </p:cxnSp>
      <p:sp>
        <p:nvSpPr>
          <p:cNvPr id="14" name="Text | SwiftFlow + HawkeyePlus  |  Industrial Vision Engineering"/>
          <p:cNvSpPr txBox="1"/>
          <p:nvPr/>
        </p:nvSpPr>
        <p:spPr>
          <a:xfrm>
            <a:off x="412750" y="6607238"/>
            <a:ext cx="8255000" cy="160528"/>
          </a:xfrm>
          <a:prstGeom prst="rect">
            <a:avLst/>
          </a:prstGeom>
          <a:noFill/>
        </p:spPr>
        <p:txBody>
          <a:bodyPr wrap="none" lIns="0" rIns="0" tIns="0" bIns="0" anchor="t" anchorCtr="0">
            <a:noAutofit/>
          </a:bodyPr>
          <a:lstStyle/>
          <a:p>
            <a:pPr algn="l">
              <a:lnSpc>
                <a:spcPts val="984"/>
              </a:lnSpc>
              <a:spcBef>
                <a:spcPts val="0"/>
              </a:spcBef>
              <a:spcAft>
                <a:spcPts val="0"/>
              </a:spcAft>
            </a:pPr>
            <a:r>
              <a:rPr sz="800" b="0" lang="en-US">
                <a:solidFill>
                  <a:srgbClr val="4C6B83"/>
                </a:solidFill>
                <a:latin typeface="Arial"/>
                <a:ea typeface="SimHei"/>
              </a:rPr>
              <a:t>SwiftFlow + HawkeyePlus  |  Industrial Vision Engineering</a:t>
            </a:r>
          </a:p>
        </p:txBody>
      </p:sp>
      <p:sp>
        <p:nvSpPr>
          <p:cNvPr id="15" name="Text | WD CONFIDENTIAL"/>
          <p:cNvSpPr txBox="1"/>
          <p:nvPr/>
        </p:nvSpPr>
        <p:spPr>
          <a:xfrm>
            <a:off x="8559800" y="6613017"/>
            <a:ext cx="2540000" cy="150495"/>
          </a:xfrm>
          <a:prstGeom prst="rect">
            <a:avLst/>
          </a:prstGeom>
          <a:noFill/>
        </p:spPr>
        <p:txBody>
          <a:bodyPr wrap="none" lIns="0" rIns="0" tIns="0" bIns="0" anchor="t" anchorCtr="0">
            <a:noAutofit/>
          </a:bodyPr>
          <a:lstStyle/>
          <a:p>
            <a:pPr algn="r">
              <a:lnSpc>
                <a:spcPts val="922"/>
              </a:lnSpc>
              <a:spcBef>
                <a:spcPts val="0"/>
              </a:spcBef>
              <a:spcAft>
                <a:spcPts val="0"/>
              </a:spcAft>
            </a:pPr>
            <a:r>
              <a:rPr sz="750" b="0" lang="en-US">
                <a:solidFill>
                  <a:srgbClr val="4C6B83"/>
                </a:solidFill>
                <a:latin typeface="Arial"/>
                <a:ea typeface="SimHei"/>
              </a:rPr>
              <a:t>WD CONFIDENTIAL</a:t>
            </a:r>
          </a:p>
        </p:txBody>
      </p:sp>
      <p:sp>
        <p:nvSpPr>
          <p:cNvPr id="16" name="Text | 12 / 20"/>
          <p:cNvSpPr txBox="1"/>
          <p:nvPr/>
        </p:nvSpPr>
        <p:spPr>
          <a:xfrm>
            <a:off x="11137900" y="6607238"/>
            <a:ext cx="635000" cy="160528"/>
          </a:xfrm>
          <a:prstGeom prst="rect">
            <a:avLst/>
          </a:prstGeom>
          <a:noFill/>
        </p:spPr>
        <p:txBody>
          <a:bodyPr wrap="none" lIns="0" rIns="0" tIns="0" bIns="0" anchor="t" anchorCtr="0">
            <a:noAutofit/>
          </a:bodyPr>
          <a:lstStyle/>
          <a:p>
            <a:pPr algn="r">
              <a:lnSpc>
                <a:spcPts val="984"/>
              </a:lnSpc>
              <a:spcBef>
                <a:spcPts val="0"/>
              </a:spcBef>
              <a:spcAft>
                <a:spcPts val="0"/>
              </a:spcAft>
            </a:pPr>
            <a:r>
              <a:rPr sz="800" b="0" lang="en-US">
                <a:solidFill>
                  <a:srgbClr val="4C6B83"/>
                </a:solidFill>
                <a:latin typeface="Arial"/>
                <a:ea typeface="SimHei"/>
              </a:rPr>
              <a:t>12 / 20</a:t>
            </a:r>
          </a:p>
        </p:txBody>
      </p:sp>
      <p:grpSp>
        <p:nvGrpSpPr>
          <p:cNvPr id="17" name="Node | Data &amp; Annotations"/>
          <p:cNvGrpSpPr/>
          <p:nvPr/>
        </p:nvGrpSpPr>
        <p:grpSpPr>
          <a:xfrm>
            <a:off x="406400" y="1504950"/>
            <a:ext cx="2997200" cy="2781300"/>
            <a:chOff x="406400" y="1504950"/>
            <a:chExt cx="2997200" cy="2781300"/>
          </a:xfrm>
        </p:grpSpPr>
        <p:sp>
          <p:nvSpPr>
            <p:cNvPr id="18" name="Panel | 2"/>
            <p:cNvSpPr/>
            <p:nvPr/>
          </p:nvSpPr>
          <p:spPr>
            <a:xfrm>
              <a:off x="406400" y="1504950"/>
              <a:ext cx="2997200" cy="2781300"/>
            </a:xfrm>
            <a:prstGeom prst="roundRect">
              <a:avLst>
                <a:gd name="adj" fmla="val 5022"/>
              </a:avLst>
            </a:prstGeom>
            <a:solidFill>
              <a:srgbClr val="FFFFFF"/>
            </a:solidFill>
            <a:ln w="6350" cap="rnd">
              <a:solidFill>
                <a:srgbClr val="C6D8EB"/>
              </a:solidFill>
              <a:round/>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 | 01"/>
            <p:cNvSpPr txBox="1"/>
            <p:nvPr/>
          </p:nvSpPr>
          <p:spPr>
            <a:xfrm>
              <a:off x="577850" y="1651508"/>
              <a:ext cx="381000" cy="220726"/>
            </a:xfrm>
            <a:prstGeom prst="rect">
              <a:avLst/>
            </a:prstGeom>
            <a:noFill/>
          </p:spPr>
          <p:txBody>
            <a:bodyPr wrap="none" lIns="0" rIns="0" tIns="0" bIns="0" anchor="t" anchorCtr="0">
              <a:noAutofit/>
            </a:bodyPr>
            <a:lstStyle/>
            <a:p>
              <a:pPr algn="l">
                <a:lnSpc>
                  <a:spcPts val="1353"/>
                </a:lnSpc>
                <a:spcBef>
                  <a:spcPts val="0"/>
                </a:spcBef>
                <a:spcAft>
                  <a:spcPts val="0"/>
                </a:spcAft>
              </a:pPr>
              <a:r>
                <a:rPr sz="1100" b="1" lang="en-US">
                  <a:solidFill>
                    <a:srgbClr val="007D9D"/>
                  </a:solidFill>
                  <a:latin typeface="Arial"/>
                  <a:ea typeface="SimHei"/>
                </a:rPr>
                <a:t>01</a:t>
              </a:r>
            </a:p>
          </p:txBody>
        </p:sp>
        <p:sp>
          <p:nvSpPr>
            <p:cNvPr id="20" name="Text | Data &amp; Annotations"/>
            <p:cNvSpPr txBox="1"/>
            <p:nvPr/>
          </p:nvSpPr>
          <p:spPr>
            <a:xfrm>
              <a:off x="920750" y="1606740"/>
              <a:ext cx="2317750" cy="321056"/>
            </a:xfrm>
            <a:prstGeom prst="rect">
              <a:avLst/>
            </a:prstGeom>
            <a:noFill/>
          </p:spPr>
          <p:txBody>
            <a:bodyPr wrap="none" lIns="0" rIns="0" tIns="0" bIns="0" anchor="t" anchorCtr="0">
              <a:noAutofit/>
            </a:bodyPr>
            <a:lstStyle/>
            <a:p>
              <a:pPr algn="l">
                <a:lnSpc>
                  <a:spcPts val="1968"/>
                </a:lnSpc>
                <a:spcBef>
                  <a:spcPts val="0"/>
                </a:spcBef>
                <a:spcAft>
                  <a:spcPts val="0"/>
                </a:spcAft>
              </a:pPr>
              <a:r>
                <a:rPr sz="1600" b="1" lang="en-US">
                  <a:solidFill>
                    <a:srgbClr val="082D48"/>
                  </a:solidFill>
                  <a:latin typeface="Arial"/>
                  <a:ea typeface="SimHei"/>
                </a:rPr>
                <a:t>Data &amp; Annotations</a:t>
              </a:r>
            </a:p>
          </p:txBody>
        </p:sp>
        <p:pic>
          <p:nvPicPr>
            <p:cNvPr id="21" name="Picture | Independent image" descr="8579d0deefb513079e6032a0090151449e8830ef3cc775ab46f598f1603659e9.png"/>
            <p:cNvPicPr>
              <a:picLocks noChangeAspect="1"/>
            </p:cNvPicPr>
            <p:nvPr/>
          </p:nvPicPr>
          <p:blipFill>
            <a:blip r:embed="rId3"/>
            <a:stretch>
              <a:fillRect/>
            </a:stretch>
          </p:blipFill>
          <p:spPr>
            <a:xfrm>
              <a:off x="545856" y="1924050"/>
              <a:ext cx="2718288" cy="1682750"/>
            </a:xfrm>
            <a:prstGeom prst="rect">
              <a:avLst/>
            </a:prstGeom>
          </p:spPr>
        </p:pic>
        <p:sp>
          <p:nvSpPr>
            <p:cNvPr id="22" name="Text | Images + Labels / Masks"/>
            <p:cNvSpPr txBox="1"/>
            <p:nvPr/>
          </p:nvSpPr>
          <p:spPr>
            <a:xfrm>
              <a:off x="571500" y="3540442"/>
              <a:ext cx="2667000" cy="270891"/>
            </a:xfrm>
            <a:prstGeom prst="rect">
              <a:avLst/>
            </a:prstGeom>
            <a:noFill/>
          </p:spPr>
          <p:txBody>
            <a:bodyPr wrap="none" lIns="0" rIns="0" tIns="0" bIns="0" anchor="t" anchorCtr="0">
              <a:noAutofit/>
            </a:bodyPr>
            <a:lstStyle/>
            <a:p>
              <a:pPr algn="ctr">
                <a:lnSpc>
                  <a:spcPts val="1660"/>
                </a:lnSpc>
                <a:spcBef>
                  <a:spcPts val="0"/>
                </a:spcBef>
                <a:spcAft>
                  <a:spcPts val="0"/>
                </a:spcAft>
              </a:pPr>
              <a:r>
                <a:rPr sz="1350" b="1" lang="en-US">
                  <a:solidFill>
                    <a:srgbClr val="082D48"/>
                  </a:solidFill>
                  <a:latin typeface="Arial"/>
                  <a:ea typeface="SimHei"/>
                </a:rPr>
                <a:t>Images + Labels / Masks</a:t>
              </a:r>
            </a:p>
          </p:txBody>
        </p:sp>
        <p:sp>
          <p:nvSpPr>
            <p:cNvPr id="23" name="Panel | 3"/>
            <p:cNvSpPr/>
            <p:nvPr/>
          </p:nvSpPr>
          <p:spPr>
            <a:xfrm>
              <a:off x="577850" y="3835400"/>
              <a:ext cx="806450" cy="241300"/>
            </a:xfrm>
            <a:prstGeom prst="roundRect">
              <a:avLst>
                <a:gd name="adj" fmla="val 26315"/>
              </a:avLst>
            </a:prstGeom>
            <a:solidFill>
              <a:srgbClr val="E5EF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 | Import"/>
            <p:cNvSpPr txBox="1"/>
            <p:nvPr/>
          </p:nvSpPr>
          <p:spPr>
            <a:xfrm>
              <a:off x="615950" y="3868229"/>
              <a:ext cx="730250" cy="230759"/>
            </a:xfrm>
            <a:prstGeom prst="rect">
              <a:avLst/>
            </a:prstGeom>
            <a:noFill/>
          </p:spPr>
          <p:txBody>
            <a:bodyPr wrap="none" lIns="0" rIns="0" tIns="0" bIns="0" anchor="t" anchorCtr="0">
              <a:noAutofit/>
            </a:bodyPr>
            <a:lstStyle/>
            <a:p>
              <a:pPr algn="ctr">
                <a:lnSpc>
                  <a:spcPts val="1414"/>
                </a:lnSpc>
                <a:spcBef>
                  <a:spcPts val="0"/>
                </a:spcBef>
                <a:spcAft>
                  <a:spcPts val="0"/>
                </a:spcAft>
              </a:pPr>
              <a:r>
                <a:rPr sz="1150" b="1" lang="en-US">
                  <a:solidFill>
                    <a:srgbClr val="007D9D"/>
                  </a:solidFill>
                  <a:latin typeface="Arial"/>
                  <a:ea typeface="SimHei"/>
                </a:rPr>
                <a:t>Import</a:t>
              </a:r>
            </a:p>
          </p:txBody>
        </p:sp>
        <p:sp>
          <p:nvSpPr>
            <p:cNvPr id="25" name="Panel | 4"/>
            <p:cNvSpPr/>
            <p:nvPr/>
          </p:nvSpPr>
          <p:spPr>
            <a:xfrm>
              <a:off x="1498600" y="3835400"/>
              <a:ext cx="806450" cy="241300"/>
            </a:xfrm>
            <a:prstGeom prst="roundRect">
              <a:avLst>
                <a:gd name="adj" fmla="val 26315"/>
              </a:avLst>
            </a:prstGeom>
            <a:solidFill>
              <a:srgbClr val="E5EF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 | Annotate"/>
            <p:cNvSpPr txBox="1"/>
            <p:nvPr/>
          </p:nvSpPr>
          <p:spPr>
            <a:xfrm>
              <a:off x="1536700" y="3868229"/>
              <a:ext cx="730250" cy="230759"/>
            </a:xfrm>
            <a:prstGeom prst="rect">
              <a:avLst/>
            </a:prstGeom>
            <a:noFill/>
          </p:spPr>
          <p:txBody>
            <a:bodyPr wrap="none" lIns="0" rIns="0" tIns="0" bIns="0" anchor="t" anchorCtr="0">
              <a:noAutofit/>
            </a:bodyPr>
            <a:lstStyle/>
            <a:p>
              <a:pPr algn="ctr">
                <a:lnSpc>
                  <a:spcPts val="1414"/>
                </a:lnSpc>
                <a:spcBef>
                  <a:spcPts val="0"/>
                </a:spcBef>
                <a:spcAft>
                  <a:spcPts val="0"/>
                </a:spcAft>
              </a:pPr>
              <a:r>
                <a:rPr sz="1150" b="1" lang="en-US">
                  <a:solidFill>
                    <a:srgbClr val="007D9D"/>
                  </a:solidFill>
                  <a:latin typeface="Arial"/>
                  <a:ea typeface="SimHei"/>
                </a:rPr>
                <a:t>Annotate</a:t>
              </a:r>
            </a:p>
          </p:txBody>
        </p:sp>
        <p:sp>
          <p:nvSpPr>
            <p:cNvPr id="27" name="Panel | 5"/>
            <p:cNvSpPr/>
            <p:nvPr/>
          </p:nvSpPr>
          <p:spPr>
            <a:xfrm>
              <a:off x="2419350" y="3835400"/>
              <a:ext cx="806450" cy="241300"/>
            </a:xfrm>
            <a:prstGeom prst="roundRect">
              <a:avLst>
                <a:gd name="adj" fmla="val 26315"/>
              </a:avLst>
            </a:prstGeom>
            <a:solidFill>
              <a:srgbClr val="E5EF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 | Preview"/>
            <p:cNvSpPr txBox="1"/>
            <p:nvPr/>
          </p:nvSpPr>
          <p:spPr>
            <a:xfrm>
              <a:off x="2457450" y="3868229"/>
              <a:ext cx="730250" cy="230759"/>
            </a:xfrm>
            <a:prstGeom prst="rect">
              <a:avLst/>
            </a:prstGeom>
            <a:noFill/>
          </p:spPr>
          <p:txBody>
            <a:bodyPr wrap="none" lIns="0" rIns="0" tIns="0" bIns="0" anchor="t" anchorCtr="0">
              <a:noAutofit/>
            </a:bodyPr>
            <a:lstStyle/>
            <a:p>
              <a:pPr algn="ctr">
                <a:lnSpc>
                  <a:spcPts val="1414"/>
                </a:lnSpc>
                <a:spcBef>
                  <a:spcPts val="0"/>
                </a:spcBef>
                <a:spcAft>
                  <a:spcPts val="0"/>
                </a:spcAft>
              </a:pPr>
              <a:r>
                <a:rPr sz="1150" b="1" lang="en-US">
                  <a:solidFill>
                    <a:srgbClr val="007D9D"/>
                  </a:solidFill>
                  <a:latin typeface="Arial"/>
                  <a:ea typeface="SimHei"/>
                </a:rPr>
                <a:t>Preview</a:t>
              </a:r>
            </a:p>
          </p:txBody>
        </p:sp>
      </p:grpSp>
      <p:grpSp>
        <p:nvGrpSpPr>
          <p:cNvPr id="29" name="Node | Visual Training Hub"/>
          <p:cNvGrpSpPr/>
          <p:nvPr/>
        </p:nvGrpSpPr>
        <p:grpSpPr>
          <a:xfrm>
            <a:off x="3689350" y="1504950"/>
            <a:ext cx="4552950" cy="2781300"/>
            <a:chOff x="3689350" y="1504950"/>
            <a:chExt cx="4552950" cy="2781300"/>
          </a:xfrm>
        </p:grpSpPr>
        <p:sp>
          <p:nvSpPr>
            <p:cNvPr id="30" name="Panel | 6"/>
            <p:cNvSpPr/>
            <p:nvPr/>
          </p:nvSpPr>
          <p:spPr>
            <a:xfrm>
              <a:off x="3689350" y="1504950"/>
              <a:ext cx="4552950" cy="2781300"/>
            </a:xfrm>
            <a:prstGeom prst="roundRect">
              <a:avLst>
                <a:gd name="adj" fmla="val 5022"/>
              </a:avLst>
            </a:prstGeom>
            <a:solidFill>
              <a:srgbClr val="FFFFFF"/>
            </a:solidFill>
            <a:ln w="6350" cap="rnd">
              <a:solidFill>
                <a:srgbClr val="C6D8EB"/>
              </a:solidFill>
              <a:round/>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Panel | 7"/>
            <p:cNvSpPr/>
            <p:nvPr/>
          </p:nvSpPr>
          <p:spPr>
            <a:xfrm>
              <a:off x="5048250" y="1504950"/>
              <a:ext cx="1828800" cy="19050"/>
            </a:xfrm>
            <a:prstGeom prst="roundRect">
              <a:avLst>
                <a:gd name="adj" fmla="val 33333"/>
              </a:avLst>
            </a:prstGeom>
            <a:solidFill>
              <a:srgbClr val="007D9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 | Visual Training Hub"/>
            <p:cNvSpPr txBox="1"/>
            <p:nvPr/>
          </p:nvSpPr>
          <p:spPr>
            <a:xfrm>
              <a:off x="3905250" y="1583754"/>
              <a:ext cx="4127500" cy="361188"/>
            </a:xfrm>
            <a:prstGeom prst="rect">
              <a:avLst/>
            </a:prstGeom>
            <a:noFill/>
          </p:spPr>
          <p:txBody>
            <a:bodyPr wrap="none" lIns="0" rIns="0" tIns="0" bIns="0" anchor="t" anchorCtr="0">
              <a:noAutofit/>
            </a:bodyPr>
            <a:lstStyle/>
            <a:p>
              <a:pPr algn="ctr">
                <a:lnSpc>
                  <a:spcPts val="2214"/>
                </a:lnSpc>
                <a:spcBef>
                  <a:spcPts val="0"/>
                </a:spcBef>
                <a:spcAft>
                  <a:spcPts val="0"/>
                </a:spcAft>
              </a:pPr>
              <a:r>
                <a:rPr sz="1800" b="1" lang="en-US">
                  <a:solidFill>
                    <a:srgbClr val="082D48"/>
                  </a:solidFill>
                  <a:latin typeface="Arial"/>
                  <a:ea typeface="SimHei"/>
                </a:rPr>
                <a:t>Visual Training Hub</a:t>
              </a:r>
            </a:p>
          </p:txBody>
        </p:sp>
        <p:sp>
          <p:nvSpPr>
            <p:cNvPr id="33" name="Panel | 8"/>
            <p:cNvSpPr/>
            <p:nvPr/>
          </p:nvSpPr>
          <p:spPr>
            <a:xfrm>
              <a:off x="3930650" y="1974850"/>
              <a:ext cx="1289050" cy="311150"/>
            </a:xfrm>
            <a:prstGeom prst="roundRect">
              <a:avLst>
                <a:gd name="adj" fmla="val 20408"/>
              </a:avLst>
            </a:prstGeom>
            <a:solidFill>
              <a:srgbClr val="E9F1FC"/>
            </a:solidFill>
            <a:ln w="6350" cap="rnd">
              <a:solidFill>
                <a:srgbClr val="C6D8EB"/>
              </a:solidFill>
              <a:round/>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 | Dataset"/>
            <p:cNvSpPr txBox="1"/>
            <p:nvPr/>
          </p:nvSpPr>
          <p:spPr>
            <a:xfrm>
              <a:off x="3968750" y="2034921"/>
              <a:ext cx="1212850" cy="260858"/>
            </a:xfrm>
            <a:prstGeom prst="rect">
              <a:avLst/>
            </a:prstGeom>
            <a:noFill/>
          </p:spPr>
          <p:txBody>
            <a:bodyPr wrap="none" lIns="0" rIns="0" tIns="0" bIns="0" anchor="t" anchorCtr="0">
              <a:noAutofit/>
            </a:bodyPr>
            <a:lstStyle/>
            <a:p>
              <a:pPr algn="ctr">
                <a:lnSpc>
                  <a:spcPts val="1599"/>
                </a:lnSpc>
                <a:spcBef>
                  <a:spcPts val="0"/>
                </a:spcBef>
                <a:spcAft>
                  <a:spcPts val="0"/>
                </a:spcAft>
              </a:pPr>
              <a:r>
                <a:rPr sz="1300" b="0" lang="en-US">
                  <a:solidFill>
                    <a:srgbClr val="082D48"/>
                  </a:solidFill>
                  <a:latin typeface="Arial"/>
                  <a:ea typeface="SimHei"/>
                </a:rPr>
                <a:t>Dataset</a:t>
              </a:r>
            </a:p>
          </p:txBody>
        </p:sp>
        <p:sp>
          <p:nvSpPr>
            <p:cNvPr id="35" name="Panel | 9"/>
            <p:cNvSpPr/>
            <p:nvPr/>
          </p:nvSpPr>
          <p:spPr>
            <a:xfrm>
              <a:off x="5321300" y="1974850"/>
              <a:ext cx="1289050" cy="311150"/>
            </a:xfrm>
            <a:prstGeom prst="roundRect">
              <a:avLst>
                <a:gd name="adj" fmla="val 20408"/>
              </a:avLst>
            </a:prstGeom>
            <a:solidFill>
              <a:srgbClr val="E9F1FC"/>
            </a:solidFill>
            <a:ln w="6350" cap="rnd">
              <a:solidFill>
                <a:srgbClr val="C6D8EB"/>
              </a:solidFill>
              <a:round/>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 | Model"/>
            <p:cNvSpPr txBox="1"/>
            <p:nvPr/>
          </p:nvSpPr>
          <p:spPr>
            <a:xfrm>
              <a:off x="5359400" y="2034921"/>
              <a:ext cx="1212850" cy="260858"/>
            </a:xfrm>
            <a:prstGeom prst="rect">
              <a:avLst/>
            </a:prstGeom>
            <a:noFill/>
          </p:spPr>
          <p:txBody>
            <a:bodyPr wrap="none" lIns="0" rIns="0" tIns="0" bIns="0" anchor="t" anchorCtr="0">
              <a:noAutofit/>
            </a:bodyPr>
            <a:lstStyle/>
            <a:p>
              <a:pPr algn="ctr">
                <a:lnSpc>
                  <a:spcPts val="1599"/>
                </a:lnSpc>
                <a:spcBef>
                  <a:spcPts val="0"/>
                </a:spcBef>
                <a:spcAft>
                  <a:spcPts val="0"/>
                </a:spcAft>
              </a:pPr>
              <a:r>
                <a:rPr sz="1300" b="0" lang="en-US">
                  <a:solidFill>
                    <a:srgbClr val="082D48"/>
                  </a:solidFill>
                  <a:latin typeface="Arial"/>
                  <a:ea typeface="SimHei"/>
                </a:rPr>
                <a:t>Model</a:t>
              </a:r>
            </a:p>
          </p:txBody>
        </p:sp>
        <p:sp>
          <p:nvSpPr>
            <p:cNvPr id="37" name="Panel | 10"/>
            <p:cNvSpPr/>
            <p:nvPr/>
          </p:nvSpPr>
          <p:spPr>
            <a:xfrm>
              <a:off x="6711950" y="1974850"/>
              <a:ext cx="1289050" cy="311150"/>
            </a:xfrm>
            <a:prstGeom prst="roundRect">
              <a:avLst>
                <a:gd name="adj" fmla="val 20408"/>
              </a:avLst>
            </a:prstGeom>
            <a:solidFill>
              <a:srgbClr val="E9F1FC"/>
            </a:solidFill>
            <a:ln w="6350" cap="rnd">
              <a:solidFill>
                <a:srgbClr val="C6D8EB"/>
              </a:solidFill>
              <a:round/>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 | Training"/>
            <p:cNvSpPr txBox="1"/>
            <p:nvPr/>
          </p:nvSpPr>
          <p:spPr>
            <a:xfrm>
              <a:off x="6750050" y="2034921"/>
              <a:ext cx="1212850" cy="260858"/>
            </a:xfrm>
            <a:prstGeom prst="rect">
              <a:avLst/>
            </a:prstGeom>
            <a:noFill/>
          </p:spPr>
          <p:txBody>
            <a:bodyPr wrap="none" lIns="0" rIns="0" tIns="0" bIns="0" anchor="t" anchorCtr="0">
              <a:noAutofit/>
            </a:bodyPr>
            <a:lstStyle/>
            <a:p>
              <a:pPr algn="ctr">
                <a:lnSpc>
                  <a:spcPts val="1599"/>
                </a:lnSpc>
                <a:spcBef>
                  <a:spcPts val="0"/>
                </a:spcBef>
                <a:spcAft>
                  <a:spcPts val="0"/>
                </a:spcAft>
              </a:pPr>
              <a:r>
                <a:rPr sz="1300" b="0" lang="en-US">
                  <a:solidFill>
                    <a:srgbClr val="082D48"/>
                  </a:solidFill>
                  <a:latin typeface="Arial"/>
                  <a:ea typeface="SimHei"/>
                </a:rPr>
                <a:t>Training</a:t>
              </a:r>
            </a:p>
          </p:txBody>
        </p:sp>
        <p:sp>
          <p:nvSpPr>
            <p:cNvPr id="39" name="Connector | 5"/>
            <p:cNvSpPr/>
            <p:nvPr/>
          </p:nvSpPr>
          <p:spPr>
            <a:xfrm>
              <a:off x="4572000" y="2298700"/>
              <a:ext cx="2781300" cy="234950"/>
            </a:xfrm>
            <a:custGeom>
              <a:avLst/>
              <a:gdLst/>
              <a:ahLst/>
              <a:cxnLst/>
              <a:rect l="0" t="0" r="r" b="b"/>
              <a:pathLst>
                <a:path w="43800" h="3700" fill="none">
                  <a:moveTo>
                    <a:pt x="0" y="0"/>
                  </a:moveTo>
                  <a:lnTo>
                    <a:pt x="0" y="1800"/>
                  </a:lnTo>
                  <a:lnTo>
                    <a:pt x="43800" y="1800"/>
                  </a:lnTo>
                  <a:lnTo>
                    <a:pt x="43800" y="0"/>
                  </a:lnTo>
                  <a:moveTo>
                    <a:pt x="22000" y="0"/>
                  </a:moveTo>
                  <a:lnTo>
                    <a:pt x="22000" y="3700"/>
                  </a:lnTo>
                </a:path>
              </a:pathLst>
            </a:custGeom>
            <a:noFill/>
            <a:ln w="11430" cap="rnd">
              <a:solidFill>
                <a:srgbClr val="007D9D"/>
              </a:solidFill>
              <a:round/>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0" name="Picture | Independent image" descr="0e1cacdd2dd64d49c68307ca39c10d929dcfdd478b4480a29a0805d6b17ec43b.png"/>
            <p:cNvPicPr>
              <a:picLocks noChangeAspect="1"/>
            </p:cNvPicPr>
            <p:nvPr/>
          </p:nvPicPr>
          <p:blipFill>
            <a:blip r:embed="rId4"/>
            <a:stretch>
              <a:fillRect/>
            </a:stretch>
          </p:blipFill>
          <p:spPr>
            <a:xfrm>
              <a:off x="4315732" y="2400300"/>
              <a:ext cx="3306536" cy="1543050"/>
            </a:xfrm>
            <a:prstGeom prst="rect">
              <a:avLst/>
            </a:prstGeom>
          </p:spPr>
        </p:pic>
        <p:sp>
          <p:nvSpPr>
            <p:cNvPr id="41" name="Panel | 11"/>
            <p:cNvSpPr/>
            <p:nvPr/>
          </p:nvSpPr>
          <p:spPr>
            <a:xfrm>
              <a:off x="3873500" y="3937000"/>
              <a:ext cx="1270000" cy="241300"/>
            </a:xfrm>
            <a:prstGeom prst="roundRect">
              <a:avLst>
                <a:gd name="adj" fmla="val 26315"/>
              </a:avLst>
            </a:prstGeom>
            <a:solidFill>
              <a:srgbClr val="E5EF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 | Job Setup"/>
            <p:cNvSpPr txBox="1"/>
            <p:nvPr/>
          </p:nvSpPr>
          <p:spPr>
            <a:xfrm>
              <a:off x="3911600" y="3969829"/>
              <a:ext cx="1193800" cy="230759"/>
            </a:xfrm>
            <a:prstGeom prst="rect">
              <a:avLst/>
            </a:prstGeom>
            <a:noFill/>
          </p:spPr>
          <p:txBody>
            <a:bodyPr wrap="none" lIns="0" rIns="0" tIns="0" bIns="0" anchor="t" anchorCtr="0">
              <a:noAutofit/>
            </a:bodyPr>
            <a:lstStyle/>
            <a:p>
              <a:pPr algn="ctr">
                <a:lnSpc>
                  <a:spcPts val="1414"/>
                </a:lnSpc>
                <a:spcBef>
                  <a:spcPts val="0"/>
                </a:spcBef>
                <a:spcAft>
                  <a:spcPts val="0"/>
                </a:spcAft>
              </a:pPr>
              <a:r>
                <a:rPr sz="1150" b="1" lang="en-US">
                  <a:solidFill>
                    <a:srgbClr val="007D9D"/>
                  </a:solidFill>
                  <a:latin typeface="Arial"/>
                  <a:ea typeface="SimHei"/>
                </a:rPr>
                <a:t>Job Setup</a:t>
              </a:r>
            </a:p>
          </p:txBody>
        </p:sp>
        <p:sp>
          <p:nvSpPr>
            <p:cNvPr id="43" name="Panel | 12"/>
            <p:cNvSpPr/>
            <p:nvPr/>
          </p:nvSpPr>
          <p:spPr>
            <a:xfrm>
              <a:off x="5334000" y="3937000"/>
              <a:ext cx="1270000" cy="241300"/>
            </a:xfrm>
            <a:prstGeom prst="roundRect">
              <a:avLst>
                <a:gd name="adj" fmla="val 26315"/>
              </a:avLst>
            </a:prstGeom>
            <a:solidFill>
              <a:srgbClr val="E5EF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 | GPU Selection"/>
            <p:cNvSpPr txBox="1"/>
            <p:nvPr/>
          </p:nvSpPr>
          <p:spPr>
            <a:xfrm>
              <a:off x="5372100" y="3969829"/>
              <a:ext cx="1193800" cy="230759"/>
            </a:xfrm>
            <a:prstGeom prst="rect">
              <a:avLst/>
            </a:prstGeom>
            <a:noFill/>
          </p:spPr>
          <p:txBody>
            <a:bodyPr wrap="none" lIns="0" rIns="0" tIns="0" bIns="0" anchor="t" anchorCtr="0">
              <a:noAutofit/>
            </a:bodyPr>
            <a:lstStyle/>
            <a:p>
              <a:pPr algn="ctr">
                <a:lnSpc>
                  <a:spcPts val="1414"/>
                </a:lnSpc>
                <a:spcBef>
                  <a:spcPts val="0"/>
                </a:spcBef>
                <a:spcAft>
                  <a:spcPts val="0"/>
                </a:spcAft>
              </a:pPr>
              <a:r>
                <a:rPr sz="1150" b="1" lang="en-US">
                  <a:solidFill>
                    <a:srgbClr val="007D9D"/>
                  </a:solidFill>
                  <a:latin typeface="Arial"/>
                  <a:ea typeface="SimHei"/>
                </a:rPr>
                <a:t>GPU Selection</a:t>
              </a:r>
            </a:p>
          </p:txBody>
        </p:sp>
        <p:sp>
          <p:nvSpPr>
            <p:cNvPr id="45" name="Panel | 13"/>
            <p:cNvSpPr/>
            <p:nvPr/>
          </p:nvSpPr>
          <p:spPr>
            <a:xfrm>
              <a:off x="6794500" y="3937000"/>
              <a:ext cx="1270000" cy="241300"/>
            </a:xfrm>
            <a:prstGeom prst="roundRect">
              <a:avLst>
                <a:gd name="adj" fmla="val 26315"/>
              </a:avLst>
            </a:prstGeom>
            <a:solidFill>
              <a:srgbClr val="E5EF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 | Training Monitor"/>
            <p:cNvSpPr txBox="1"/>
            <p:nvPr/>
          </p:nvSpPr>
          <p:spPr>
            <a:xfrm>
              <a:off x="6832600" y="3970782"/>
              <a:ext cx="1193800" cy="229154"/>
            </a:xfrm>
            <a:prstGeom prst="rect">
              <a:avLst/>
            </a:prstGeom>
            <a:noFill/>
          </p:spPr>
          <p:txBody>
            <a:bodyPr wrap="none" lIns="0" rIns="0" tIns="0" bIns="0" anchor="t" anchorCtr="0">
              <a:noAutofit/>
            </a:bodyPr>
            <a:lstStyle/>
            <a:p>
              <a:pPr algn="ctr">
                <a:lnSpc>
                  <a:spcPts val="1404"/>
                </a:lnSpc>
                <a:spcBef>
                  <a:spcPts val="0"/>
                </a:spcBef>
                <a:spcAft>
                  <a:spcPts val="0"/>
                </a:spcAft>
              </a:pPr>
              <a:r>
                <a:rPr sz="1142" b="1" lang="en-US">
                  <a:solidFill>
                    <a:srgbClr val="007D9D"/>
                  </a:solidFill>
                  <a:latin typeface="Arial"/>
                  <a:ea typeface="SimHei"/>
                </a:rPr>
                <a:t>Training Monitor</a:t>
              </a:r>
            </a:p>
          </p:txBody>
        </p:sp>
      </p:grpSp>
      <p:grpSp>
        <p:nvGrpSpPr>
          <p:cNvPr id="47" name="Node | Validation &amp; Delivery"/>
          <p:cNvGrpSpPr/>
          <p:nvPr/>
        </p:nvGrpSpPr>
        <p:grpSpPr>
          <a:xfrm>
            <a:off x="8528050" y="1504950"/>
            <a:ext cx="3257550" cy="2781300"/>
            <a:chOff x="8528050" y="1504950"/>
            <a:chExt cx="3257550" cy="2781300"/>
          </a:xfrm>
        </p:grpSpPr>
        <p:sp>
          <p:nvSpPr>
            <p:cNvPr id="48" name="Panel | 14"/>
            <p:cNvSpPr/>
            <p:nvPr/>
          </p:nvSpPr>
          <p:spPr>
            <a:xfrm>
              <a:off x="8528050" y="1504950"/>
              <a:ext cx="3257550" cy="2781300"/>
            </a:xfrm>
            <a:prstGeom prst="roundRect">
              <a:avLst>
                <a:gd name="adj" fmla="val 5022"/>
              </a:avLst>
            </a:prstGeom>
            <a:solidFill>
              <a:srgbClr val="FFFFFF"/>
            </a:solidFill>
            <a:ln w="6350" cap="rnd">
              <a:solidFill>
                <a:srgbClr val="C6D8EB"/>
              </a:solidFill>
              <a:round/>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 | 02"/>
            <p:cNvSpPr txBox="1"/>
            <p:nvPr/>
          </p:nvSpPr>
          <p:spPr>
            <a:xfrm>
              <a:off x="8699500" y="1651508"/>
              <a:ext cx="381000" cy="220726"/>
            </a:xfrm>
            <a:prstGeom prst="rect">
              <a:avLst/>
            </a:prstGeom>
            <a:noFill/>
          </p:spPr>
          <p:txBody>
            <a:bodyPr wrap="none" lIns="0" rIns="0" tIns="0" bIns="0" anchor="t" anchorCtr="0">
              <a:noAutofit/>
            </a:bodyPr>
            <a:lstStyle/>
            <a:p>
              <a:pPr algn="l">
                <a:lnSpc>
                  <a:spcPts val="1353"/>
                </a:lnSpc>
                <a:spcBef>
                  <a:spcPts val="0"/>
                </a:spcBef>
                <a:spcAft>
                  <a:spcPts val="0"/>
                </a:spcAft>
              </a:pPr>
              <a:r>
                <a:rPr sz="1100" b="1" lang="en-US">
                  <a:solidFill>
                    <a:srgbClr val="007D9D"/>
                  </a:solidFill>
                  <a:latin typeface="Arial"/>
                  <a:ea typeface="SimHei"/>
                </a:rPr>
                <a:t>02</a:t>
              </a:r>
            </a:p>
          </p:txBody>
        </p:sp>
        <p:sp>
          <p:nvSpPr>
            <p:cNvPr id="50" name="Text | Validation &amp; Delivery"/>
            <p:cNvSpPr txBox="1"/>
            <p:nvPr/>
          </p:nvSpPr>
          <p:spPr>
            <a:xfrm>
              <a:off x="9042400" y="1606740"/>
              <a:ext cx="2540000" cy="321056"/>
            </a:xfrm>
            <a:prstGeom prst="rect">
              <a:avLst/>
            </a:prstGeom>
            <a:noFill/>
          </p:spPr>
          <p:txBody>
            <a:bodyPr wrap="none" lIns="0" rIns="0" tIns="0" bIns="0" anchor="t" anchorCtr="0">
              <a:noAutofit/>
            </a:bodyPr>
            <a:lstStyle/>
            <a:p>
              <a:pPr algn="l">
                <a:lnSpc>
                  <a:spcPts val="1968"/>
                </a:lnSpc>
                <a:spcBef>
                  <a:spcPts val="0"/>
                </a:spcBef>
                <a:spcAft>
                  <a:spcPts val="0"/>
                </a:spcAft>
              </a:pPr>
              <a:r>
                <a:rPr sz="1600" b="1" lang="en-US">
                  <a:solidFill>
                    <a:srgbClr val="082D48"/>
                  </a:solidFill>
                  <a:latin typeface="Arial"/>
                  <a:ea typeface="SimHei"/>
                </a:rPr>
                <a:t>Validation &amp; Delivery</a:t>
              </a:r>
            </a:p>
          </p:txBody>
        </p:sp>
        <p:pic>
          <p:nvPicPr>
            <p:cNvPr id="51" name="Picture | Independent image" descr="9d8a396ed4272854fb93ae8fa019b1c482371fd2a5043a2fbf37b1757aef0d47.png"/>
            <p:cNvPicPr>
              <a:picLocks noChangeAspect="1"/>
            </p:cNvPicPr>
            <p:nvPr/>
          </p:nvPicPr>
          <p:blipFill>
            <a:blip r:embed="rId5"/>
            <a:stretch>
              <a:fillRect/>
            </a:stretch>
          </p:blipFill>
          <p:spPr>
            <a:xfrm>
              <a:off x="8674389" y="1955800"/>
              <a:ext cx="755073" cy="692150"/>
            </a:xfrm>
            <a:prstGeom prst="rect">
              <a:avLst/>
            </a:prstGeom>
          </p:spPr>
        </p:pic>
        <p:sp>
          <p:nvSpPr>
            <p:cNvPr id="52" name="Text | Evaluate &amp; Infer"/>
            <p:cNvSpPr txBox="1"/>
            <p:nvPr/>
          </p:nvSpPr>
          <p:spPr>
            <a:xfrm>
              <a:off x="9512300" y="2043049"/>
              <a:ext cx="2082800" cy="290957"/>
            </a:xfrm>
            <a:prstGeom prst="rect">
              <a:avLst/>
            </a:prstGeom>
            <a:noFill/>
          </p:spPr>
          <p:txBody>
            <a:bodyPr wrap="none" lIns="0" rIns="0" tIns="0" bIns="0" anchor="t" anchorCtr="0">
              <a:noAutofit/>
            </a:bodyPr>
            <a:lstStyle/>
            <a:p>
              <a:pPr algn="l">
                <a:lnSpc>
                  <a:spcPts val="1783"/>
                </a:lnSpc>
                <a:spcBef>
                  <a:spcPts val="0"/>
                </a:spcBef>
                <a:spcAft>
                  <a:spcPts val="0"/>
                </a:spcAft>
              </a:pPr>
              <a:r>
                <a:rPr sz="1450" b="1" lang="en-US">
                  <a:solidFill>
                    <a:srgbClr val="082D48"/>
                  </a:solidFill>
                  <a:latin typeface="Arial"/>
                  <a:ea typeface="SimHei"/>
                </a:rPr>
                <a:t>Evaluate &amp; Infer</a:t>
              </a:r>
            </a:p>
          </p:txBody>
        </p:sp>
        <p:sp>
          <p:nvSpPr>
            <p:cNvPr id="53" name="Text | Metrics · Prediction preview"/>
            <p:cNvSpPr txBox="1"/>
            <p:nvPr/>
          </p:nvSpPr>
          <p:spPr>
            <a:xfrm>
              <a:off x="9512300" y="2325180"/>
              <a:ext cx="2082800" cy="230759"/>
            </a:xfrm>
            <a:prstGeom prst="rect">
              <a:avLst/>
            </a:prstGeom>
            <a:noFill/>
          </p:spPr>
          <p:txBody>
            <a:bodyPr wrap="none" lIns="0" rIns="0" tIns="0" bIns="0" anchor="t" anchorCtr="0">
              <a:noAutofit/>
            </a:bodyPr>
            <a:lstStyle/>
            <a:p>
              <a:pPr algn="l">
                <a:lnSpc>
                  <a:spcPts val="1414"/>
                </a:lnSpc>
                <a:spcBef>
                  <a:spcPts val="0"/>
                </a:spcBef>
                <a:spcAft>
                  <a:spcPts val="0"/>
                </a:spcAft>
              </a:pPr>
              <a:r>
                <a:rPr sz="1150" b="0" lang="en-US">
                  <a:solidFill>
                    <a:srgbClr val="4C6B83"/>
                  </a:solidFill>
                  <a:latin typeface="Arial"/>
                  <a:ea typeface="SimHei"/>
                </a:rPr>
                <a:t>Metrics · Prediction preview</a:t>
              </a:r>
            </a:p>
          </p:txBody>
        </p:sp>
        <p:cxnSp>
          <p:nvCxnSpPr>
            <p:cNvPr id="54" name="Connector | 6"/>
            <p:cNvCxnSpPr/>
            <p:nvPr/>
          </p:nvCxnSpPr>
          <p:spPr>
            <a:xfrm>
              <a:off x="9512300" y="2590800"/>
              <a:ext cx="2089150" cy="0"/>
            </a:xfrm>
            <a:prstGeom prst="line">
              <a:avLst/>
            </a:prstGeom>
            <a:ln w="6350" cap="rnd">
              <a:solidFill>
                <a:srgbClr val="C6D8EB"/>
              </a:solidFill>
              <a:round/>
            </a:ln>
          </p:spPr>
          <p:style>
            <a:lnRef idx="2">
              <a:schemeClr val="accent1"/>
            </a:lnRef>
            <a:fillRef idx="0">
              <a:schemeClr val="accent1"/>
            </a:fillRef>
            <a:effectRef idx="1">
              <a:schemeClr val="accent1"/>
            </a:effectRef>
            <a:fontRef idx="minor">
              <a:schemeClr val="tx1"/>
            </a:fontRef>
          </p:style>
        </p:cxnSp>
        <p:pic>
          <p:nvPicPr>
            <p:cNvPr id="55" name="Picture | Independent image" descr="b418b74bd7f607f66ccbaa366ffc37930d8c183c416862c7b7d5207fccec448f.png"/>
            <p:cNvPicPr>
              <a:picLocks noChangeAspect="1"/>
            </p:cNvPicPr>
            <p:nvPr/>
          </p:nvPicPr>
          <p:blipFill>
            <a:blip r:embed="rId6"/>
            <a:stretch>
              <a:fillRect/>
            </a:stretch>
          </p:blipFill>
          <p:spPr>
            <a:xfrm>
              <a:off x="8674389" y="2673350"/>
              <a:ext cx="755073" cy="692150"/>
            </a:xfrm>
            <a:prstGeom prst="rect">
              <a:avLst/>
            </a:prstGeom>
          </p:spPr>
        </p:pic>
        <p:sp>
          <p:nvSpPr>
            <p:cNvPr id="56" name="Text | Model Export"/>
            <p:cNvSpPr txBox="1"/>
            <p:nvPr/>
          </p:nvSpPr>
          <p:spPr>
            <a:xfrm>
              <a:off x="9512300" y="2760599"/>
              <a:ext cx="2082800" cy="290957"/>
            </a:xfrm>
            <a:prstGeom prst="rect">
              <a:avLst/>
            </a:prstGeom>
            <a:noFill/>
          </p:spPr>
          <p:txBody>
            <a:bodyPr wrap="none" lIns="0" rIns="0" tIns="0" bIns="0" anchor="t" anchorCtr="0">
              <a:noAutofit/>
            </a:bodyPr>
            <a:lstStyle/>
            <a:p>
              <a:pPr algn="l">
                <a:lnSpc>
                  <a:spcPts val="1783"/>
                </a:lnSpc>
                <a:spcBef>
                  <a:spcPts val="0"/>
                </a:spcBef>
                <a:spcAft>
                  <a:spcPts val="0"/>
                </a:spcAft>
              </a:pPr>
              <a:r>
                <a:rPr sz="1450" b="1" lang="en-US">
                  <a:solidFill>
                    <a:srgbClr val="082D48"/>
                  </a:solidFill>
                  <a:latin typeface="Arial"/>
                  <a:ea typeface="SimHei"/>
                </a:rPr>
                <a:t>Model Export</a:t>
              </a:r>
            </a:p>
          </p:txBody>
        </p:sp>
        <p:sp>
          <p:nvSpPr>
            <p:cNvPr id="57" name="Text | Convert · Package · Download"/>
            <p:cNvSpPr txBox="1"/>
            <p:nvPr/>
          </p:nvSpPr>
          <p:spPr>
            <a:xfrm>
              <a:off x="9512300" y="3042730"/>
              <a:ext cx="2082800" cy="230759"/>
            </a:xfrm>
            <a:prstGeom prst="rect">
              <a:avLst/>
            </a:prstGeom>
            <a:noFill/>
          </p:spPr>
          <p:txBody>
            <a:bodyPr wrap="none" lIns="0" rIns="0" tIns="0" bIns="0" anchor="t" anchorCtr="0">
              <a:noAutofit/>
            </a:bodyPr>
            <a:lstStyle/>
            <a:p>
              <a:pPr algn="l">
                <a:lnSpc>
                  <a:spcPts val="1414"/>
                </a:lnSpc>
                <a:spcBef>
                  <a:spcPts val="0"/>
                </a:spcBef>
                <a:spcAft>
                  <a:spcPts val="0"/>
                </a:spcAft>
              </a:pPr>
              <a:r>
                <a:rPr sz="1150" b="0" lang="en-US">
                  <a:solidFill>
                    <a:srgbClr val="4C6B83"/>
                  </a:solidFill>
                  <a:latin typeface="Arial"/>
                  <a:ea typeface="SimHei"/>
                </a:rPr>
                <a:t>Convert · Package · Download</a:t>
              </a:r>
            </a:p>
          </p:txBody>
        </p:sp>
        <p:cxnSp>
          <p:nvCxnSpPr>
            <p:cNvPr id="58" name="Connector | 7"/>
            <p:cNvCxnSpPr/>
            <p:nvPr/>
          </p:nvCxnSpPr>
          <p:spPr>
            <a:xfrm>
              <a:off x="9512300" y="3308350"/>
              <a:ext cx="2089150" cy="0"/>
            </a:xfrm>
            <a:prstGeom prst="line">
              <a:avLst/>
            </a:prstGeom>
            <a:ln w="6350" cap="rnd">
              <a:solidFill>
                <a:srgbClr val="C6D8EB"/>
              </a:solidFill>
              <a:round/>
            </a:ln>
          </p:spPr>
          <p:style>
            <a:lnRef idx="2">
              <a:schemeClr val="accent1"/>
            </a:lnRef>
            <a:fillRef idx="0">
              <a:schemeClr val="accent1"/>
            </a:fillRef>
            <a:effectRef idx="1">
              <a:schemeClr val="accent1"/>
            </a:effectRef>
            <a:fontRef idx="minor">
              <a:schemeClr val="tx1"/>
            </a:fontRef>
          </p:style>
        </p:cxnSp>
        <p:pic>
          <p:nvPicPr>
            <p:cNvPr id="59" name="Picture | Independent image" descr="12bb1e3e4f2e170eca1f6489649f4e45a3b3250e5c5303eec76095d714b0e260.png"/>
            <p:cNvPicPr>
              <a:picLocks noChangeAspect="1"/>
            </p:cNvPicPr>
            <p:nvPr/>
          </p:nvPicPr>
          <p:blipFill>
            <a:blip r:embed="rId7"/>
            <a:stretch>
              <a:fillRect/>
            </a:stretch>
          </p:blipFill>
          <p:spPr>
            <a:xfrm>
              <a:off x="8674389" y="3390900"/>
              <a:ext cx="755073" cy="692150"/>
            </a:xfrm>
            <a:prstGeom prst="rect">
              <a:avLst/>
            </a:prstGeom>
          </p:spPr>
        </p:pic>
        <p:sp>
          <p:nvSpPr>
            <p:cNvPr id="60" name="Text | Model Registry"/>
            <p:cNvSpPr txBox="1"/>
            <p:nvPr/>
          </p:nvSpPr>
          <p:spPr>
            <a:xfrm>
              <a:off x="9512300" y="3478149"/>
              <a:ext cx="2082800" cy="290957"/>
            </a:xfrm>
            <a:prstGeom prst="rect">
              <a:avLst/>
            </a:prstGeom>
            <a:noFill/>
          </p:spPr>
          <p:txBody>
            <a:bodyPr wrap="none" lIns="0" rIns="0" tIns="0" bIns="0" anchor="t" anchorCtr="0">
              <a:noAutofit/>
            </a:bodyPr>
            <a:lstStyle/>
            <a:p>
              <a:pPr algn="l">
                <a:lnSpc>
                  <a:spcPts val="1783"/>
                </a:lnSpc>
                <a:spcBef>
                  <a:spcPts val="0"/>
                </a:spcBef>
                <a:spcAft>
                  <a:spcPts val="0"/>
                </a:spcAft>
              </a:pPr>
              <a:r>
                <a:rPr sz="1450" b="1" lang="en-US">
                  <a:solidFill>
                    <a:srgbClr val="082D48"/>
                  </a:solidFill>
                  <a:latin typeface="Arial"/>
                  <a:ea typeface="SimHei"/>
                </a:rPr>
                <a:t>Model Registry</a:t>
              </a:r>
            </a:p>
          </p:txBody>
        </p:sp>
        <p:sp>
          <p:nvSpPr>
            <p:cNvPr id="61" name="Text | Product versions · Activation"/>
            <p:cNvSpPr txBox="1"/>
            <p:nvPr/>
          </p:nvSpPr>
          <p:spPr>
            <a:xfrm>
              <a:off x="9512300" y="3760279"/>
              <a:ext cx="2082800" cy="230759"/>
            </a:xfrm>
            <a:prstGeom prst="rect">
              <a:avLst/>
            </a:prstGeom>
            <a:noFill/>
          </p:spPr>
          <p:txBody>
            <a:bodyPr wrap="none" lIns="0" rIns="0" tIns="0" bIns="0" anchor="t" anchorCtr="0">
              <a:noAutofit/>
            </a:bodyPr>
            <a:lstStyle/>
            <a:p>
              <a:pPr algn="l">
                <a:lnSpc>
                  <a:spcPts val="1414"/>
                </a:lnSpc>
                <a:spcBef>
                  <a:spcPts val="0"/>
                </a:spcBef>
                <a:spcAft>
                  <a:spcPts val="0"/>
                </a:spcAft>
              </a:pPr>
              <a:r>
                <a:rPr sz="1150" b="0" lang="en-US">
                  <a:solidFill>
                    <a:srgbClr val="4C6B83"/>
                  </a:solidFill>
                  <a:latin typeface="Arial"/>
                  <a:ea typeface="SimHei"/>
                </a:rPr>
                <a:t>Product versions · Activation</a:t>
              </a:r>
            </a:p>
          </p:txBody>
        </p:sp>
      </p:grpSp>
      <p:cxnSp>
        <p:nvCxnSpPr>
          <p:cNvPr id="62" name="Connector | 8"/>
          <p:cNvCxnSpPr/>
          <p:nvPr/>
        </p:nvCxnSpPr>
        <p:spPr>
          <a:xfrm>
            <a:off x="3435350" y="2844800"/>
            <a:ext cx="203200" cy="0"/>
          </a:xfrm>
          <a:prstGeom prst="line">
            <a:avLst/>
          </a:prstGeom>
          <a:ln w="15875" cap="rnd">
            <a:solidFill>
              <a:srgbClr val="007D9D"/>
            </a:solidFill>
            <a:round/>
            <a:tailEnd type="arrow" w="sm" len="sm"/>
          </a:ln>
        </p:spPr>
        <p:style>
          <a:lnRef idx="2">
            <a:schemeClr val="accent1"/>
          </a:lnRef>
          <a:fillRef idx="0">
            <a:schemeClr val="accent1"/>
          </a:fillRef>
          <a:effectRef idx="1">
            <a:schemeClr val="accent1"/>
          </a:effectRef>
          <a:fontRef idx="minor">
            <a:schemeClr val="tx1"/>
          </a:fontRef>
        </p:style>
      </p:cxnSp>
      <p:cxnSp>
        <p:nvCxnSpPr>
          <p:cNvPr id="63" name="Connector | 9"/>
          <p:cNvCxnSpPr/>
          <p:nvPr/>
        </p:nvCxnSpPr>
        <p:spPr>
          <a:xfrm>
            <a:off x="8293100" y="2844800"/>
            <a:ext cx="190500" cy="0"/>
          </a:xfrm>
          <a:prstGeom prst="line">
            <a:avLst/>
          </a:prstGeom>
          <a:ln w="15875" cap="rnd">
            <a:solidFill>
              <a:srgbClr val="007D9D"/>
            </a:solidFill>
            <a:round/>
            <a:tailEnd type="arrow" w="sm" len="sm"/>
          </a:ln>
        </p:spPr>
        <p:style>
          <a:lnRef idx="2">
            <a:schemeClr val="accent1"/>
          </a:lnRef>
          <a:fillRef idx="0">
            <a:schemeClr val="accent1"/>
          </a:fillRef>
          <a:effectRef idx="1">
            <a:schemeClr val="accent1"/>
          </a:effectRef>
          <a:fontRef idx="minor">
            <a:schemeClr val="tx1"/>
          </a:fontRef>
        </p:style>
      </p:cxnSp>
      <p:cxnSp>
        <p:nvCxnSpPr>
          <p:cNvPr id="64" name="Connector | 10"/>
          <p:cNvCxnSpPr/>
          <p:nvPr/>
        </p:nvCxnSpPr>
        <p:spPr>
          <a:xfrm>
            <a:off x="5969000" y="4298950"/>
            <a:ext cx="0" cy="158750"/>
          </a:xfrm>
          <a:prstGeom prst="line">
            <a:avLst/>
          </a:prstGeom>
          <a:ln w="15875" cap="rnd">
            <a:solidFill>
              <a:srgbClr val="007D9D"/>
            </a:solidFill>
            <a:round/>
            <a:tailEnd type="arrow" w="sm" len="sm"/>
          </a:ln>
        </p:spPr>
        <p:style>
          <a:lnRef idx="2">
            <a:schemeClr val="accent1"/>
          </a:lnRef>
          <a:fillRef idx="0">
            <a:schemeClr val="accent1"/>
          </a:fillRef>
          <a:effectRef idx="1">
            <a:schemeClr val="accent1"/>
          </a:effectRef>
          <a:fontRef idx="minor">
            <a:schemeClr val="tx1"/>
          </a:fontRef>
        </p:style>
      </p:cxnSp>
      <p:grpSp>
        <p:nvGrpSpPr>
          <p:cNvPr id="65" name="Node | Multi-framework Training"/>
          <p:cNvGrpSpPr/>
          <p:nvPr/>
        </p:nvGrpSpPr>
        <p:grpSpPr>
          <a:xfrm>
            <a:off x="406400" y="4508500"/>
            <a:ext cx="6781800" cy="342202"/>
            <a:chOff x="406400" y="4508500"/>
            <a:chExt cx="6781800" cy="342202"/>
          </a:xfrm>
        </p:grpSpPr>
        <p:sp>
          <p:nvSpPr>
            <p:cNvPr id="66" name="Panel | 15"/>
            <p:cNvSpPr/>
            <p:nvPr/>
          </p:nvSpPr>
          <p:spPr>
            <a:xfrm>
              <a:off x="406400" y="4508500"/>
              <a:ext cx="6781800" cy="323850"/>
            </a:xfrm>
            <a:prstGeom prst="roundRect">
              <a:avLst>
                <a:gd name="adj" fmla="val 23529"/>
              </a:avLst>
            </a:prstGeom>
            <a:solidFill>
              <a:srgbClr val="E9F1FC"/>
            </a:solidFill>
            <a:ln w="6350" cap="rnd">
              <a:solidFill>
                <a:srgbClr val="C6D8EB"/>
              </a:solidFill>
              <a:round/>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Text | Multi-framework Training"/>
            <p:cNvSpPr txBox="1"/>
            <p:nvPr/>
          </p:nvSpPr>
          <p:spPr>
            <a:xfrm>
              <a:off x="577850" y="4569778"/>
              <a:ext cx="5715000" cy="280924"/>
            </a:xfrm>
            <a:prstGeom prst="rect">
              <a:avLst/>
            </a:prstGeom>
            <a:noFill/>
          </p:spPr>
          <p:txBody>
            <a:bodyPr wrap="none" lIns="0" rIns="0" tIns="0" bIns="0" anchor="t" anchorCtr="0">
              <a:noAutofit/>
            </a:bodyPr>
            <a:lstStyle/>
            <a:p>
              <a:pPr algn="l">
                <a:lnSpc>
                  <a:spcPts val="1722"/>
                </a:lnSpc>
                <a:spcBef>
                  <a:spcPts val="0"/>
                </a:spcBef>
                <a:spcAft>
                  <a:spcPts val="0"/>
                </a:spcAft>
              </a:pPr>
              <a:r>
                <a:rPr sz="1400" b="1" lang="en-US">
                  <a:solidFill>
                    <a:srgbClr val="007D9D"/>
                  </a:solidFill>
                  <a:latin typeface="Arial"/>
                  <a:ea typeface="SimHei"/>
                </a:rPr>
                <a:t>Multi-framework Training</a:t>
              </a:r>
            </a:p>
          </p:txBody>
        </p:sp>
      </p:grpSp>
      <p:grpSp>
        <p:nvGrpSpPr>
          <p:cNvPr id="68" name="Node | Compute &amp; Asset Foundation"/>
          <p:cNvGrpSpPr/>
          <p:nvPr/>
        </p:nvGrpSpPr>
        <p:grpSpPr>
          <a:xfrm>
            <a:off x="7366000" y="4508500"/>
            <a:ext cx="4419600" cy="342202"/>
            <a:chOff x="7366000" y="4508500"/>
            <a:chExt cx="4419600" cy="342202"/>
          </a:xfrm>
        </p:grpSpPr>
        <p:sp>
          <p:nvSpPr>
            <p:cNvPr id="69" name="Panel | 16"/>
            <p:cNvSpPr/>
            <p:nvPr/>
          </p:nvSpPr>
          <p:spPr>
            <a:xfrm>
              <a:off x="7366000" y="4508500"/>
              <a:ext cx="4419600" cy="323850"/>
            </a:xfrm>
            <a:prstGeom prst="roundRect">
              <a:avLst>
                <a:gd name="adj" fmla="val 23529"/>
              </a:avLst>
            </a:prstGeom>
            <a:solidFill>
              <a:srgbClr val="E9F1FC"/>
            </a:solidFill>
            <a:ln w="6350" cap="rnd">
              <a:solidFill>
                <a:srgbClr val="C6D8EB"/>
              </a:solidFill>
              <a:round/>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Text | Compute &amp; Asset Foundation"/>
            <p:cNvSpPr txBox="1"/>
            <p:nvPr/>
          </p:nvSpPr>
          <p:spPr>
            <a:xfrm>
              <a:off x="7537450" y="4569778"/>
              <a:ext cx="3937000" cy="280924"/>
            </a:xfrm>
            <a:prstGeom prst="rect">
              <a:avLst/>
            </a:prstGeom>
            <a:noFill/>
          </p:spPr>
          <p:txBody>
            <a:bodyPr wrap="none" lIns="0" rIns="0" tIns="0" bIns="0" anchor="t" anchorCtr="0">
              <a:noAutofit/>
            </a:bodyPr>
            <a:lstStyle/>
            <a:p>
              <a:pPr algn="l">
                <a:lnSpc>
                  <a:spcPts val="1722"/>
                </a:lnSpc>
                <a:spcBef>
                  <a:spcPts val="0"/>
                </a:spcBef>
                <a:spcAft>
                  <a:spcPts val="0"/>
                </a:spcAft>
              </a:pPr>
              <a:r>
                <a:rPr sz="1400" b="1" lang="en-US">
                  <a:solidFill>
                    <a:srgbClr val="007D9D"/>
                  </a:solidFill>
                  <a:latin typeface="Arial"/>
                  <a:ea typeface="SimHei"/>
                </a:rPr>
                <a:t>Compute &amp; Asset Foundation</a:t>
              </a:r>
            </a:p>
          </p:txBody>
        </p:sp>
      </p:grpSp>
      <p:grpSp>
        <p:nvGrpSpPr>
          <p:cNvPr id="71" name="Node | PaddlePaddle"/>
          <p:cNvGrpSpPr/>
          <p:nvPr/>
        </p:nvGrpSpPr>
        <p:grpSpPr>
          <a:xfrm>
            <a:off x="457200" y="4961202"/>
            <a:ext cx="2216150" cy="878946"/>
            <a:chOff x="457200" y="4961202"/>
            <a:chExt cx="2216150" cy="878946"/>
          </a:xfrm>
        </p:grpSpPr>
        <p:pic>
          <p:nvPicPr>
            <p:cNvPr id="72" name="Picture | Independent image" descr="10f25e817439b63bbb2888f8667673b9137f3e1d356d9294429af5d5fbbc5aed.png"/>
            <p:cNvPicPr>
              <a:picLocks noChangeAspect="1"/>
            </p:cNvPicPr>
            <p:nvPr/>
          </p:nvPicPr>
          <p:blipFill>
            <a:blip r:embed="rId8"/>
            <a:stretch>
              <a:fillRect/>
            </a:stretch>
          </p:blipFill>
          <p:spPr>
            <a:xfrm>
              <a:off x="457200" y="4961202"/>
              <a:ext cx="958850" cy="878946"/>
            </a:xfrm>
            <a:prstGeom prst="rect">
              <a:avLst/>
            </a:prstGeom>
          </p:spPr>
        </p:pic>
        <p:sp>
          <p:nvSpPr>
            <p:cNvPr id="73" name="Text | PaddlePaddle"/>
            <p:cNvSpPr txBox="1"/>
            <p:nvPr/>
          </p:nvSpPr>
          <p:spPr>
            <a:xfrm>
              <a:off x="1454150" y="5103178"/>
              <a:ext cx="1212850" cy="280924"/>
            </a:xfrm>
            <a:prstGeom prst="rect">
              <a:avLst/>
            </a:prstGeom>
            <a:noFill/>
          </p:spPr>
          <p:txBody>
            <a:bodyPr wrap="none" lIns="0" rIns="0" tIns="0" bIns="0" anchor="t" anchorCtr="0">
              <a:noAutofit/>
            </a:bodyPr>
            <a:lstStyle/>
            <a:p>
              <a:pPr algn="l">
                <a:lnSpc>
                  <a:spcPts val="1722"/>
                </a:lnSpc>
                <a:spcBef>
                  <a:spcPts val="0"/>
                </a:spcBef>
                <a:spcAft>
                  <a:spcPts val="0"/>
                </a:spcAft>
              </a:pPr>
              <a:r>
                <a:rPr sz="1400" b="1" lang="en-US">
                  <a:solidFill>
                    <a:srgbClr val="082D48"/>
                  </a:solidFill>
                  <a:latin typeface="Arial"/>
                  <a:ea typeface="SimHei"/>
                </a:rPr>
                <a:t>PaddlePaddle</a:t>
              </a:r>
            </a:p>
          </p:txBody>
        </p:sp>
        <p:sp>
          <p:nvSpPr>
            <p:cNvPr id="74" name="Text | Detect · Classify · Segment"/>
            <p:cNvSpPr txBox="1"/>
            <p:nvPr/>
          </p:nvSpPr>
          <p:spPr>
            <a:xfrm>
              <a:off x="1454150" y="5443601"/>
              <a:ext cx="1219200" cy="152201"/>
            </a:xfrm>
            <a:prstGeom prst="rect">
              <a:avLst/>
            </a:prstGeom>
            <a:noFill/>
          </p:spPr>
          <p:txBody>
            <a:bodyPr wrap="none" lIns="0" rIns="0" tIns="0" bIns="0" anchor="t" anchorCtr="0">
              <a:noAutofit/>
            </a:bodyPr>
            <a:lstStyle/>
            <a:p>
              <a:pPr algn="l">
                <a:lnSpc>
                  <a:spcPts val="932"/>
                </a:lnSpc>
                <a:spcBef>
                  <a:spcPts val="0"/>
                </a:spcBef>
                <a:spcAft>
                  <a:spcPts val="0"/>
                </a:spcAft>
              </a:pPr>
              <a:r>
                <a:rPr sz="758" b="0" lang="en-US">
                  <a:solidFill>
                    <a:srgbClr val="4C6B83"/>
                  </a:solidFill>
                  <a:latin typeface="Arial"/>
                  <a:ea typeface="SimHei"/>
                </a:rPr>
                <a:t>Detect · Classify · Segment</a:t>
              </a:r>
            </a:p>
          </p:txBody>
        </p:sp>
      </p:grpSp>
      <p:grpSp>
        <p:nvGrpSpPr>
          <p:cNvPr id="75" name="Node | PyTorch"/>
          <p:cNvGrpSpPr/>
          <p:nvPr/>
        </p:nvGrpSpPr>
        <p:grpSpPr>
          <a:xfrm>
            <a:off x="2717800" y="4961202"/>
            <a:ext cx="2216150" cy="878946"/>
            <a:chOff x="2717800" y="4961202"/>
            <a:chExt cx="2216150" cy="878946"/>
          </a:xfrm>
        </p:grpSpPr>
        <p:pic>
          <p:nvPicPr>
            <p:cNvPr id="76" name="Picture | Independent image" descr="b7cda7eda4823c4e073e91afa226f093818297236f9f4082c33c14ca94c0cbd4.png"/>
            <p:cNvPicPr>
              <a:picLocks noChangeAspect="1"/>
            </p:cNvPicPr>
            <p:nvPr/>
          </p:nvPicPr>
          <p:blipFill>
            <a:blip r:embed="rId9"/>
            <a:stretch>
              <a:fillRect/>
            </a:stretch>
          </p:blipFill>
          <p:spPr>
            <a:xfrm>
              <a:off x="2717800" y="4961202"/>
              <a:ext cx="958850" cy="878946"/>
            </a:xfrm>
            <a:prstGeom prst="rect">
              <a:avLst/>
            </a:prstGeom>
          </p:spPr>
        </p:pic>
        <p:sp>
          <p:nvSpPr>
            <p:cNvPr id="77" name="Text | PyTorch"/>
            <p:cNvSpPr txBox="1"/>
            <p:nvPr/>
          </p:nvSpPr>
          <p:spPr>
            <a:xfrm>
              <a:off x="3714750" y="5103178"/>
              <a:ext cx="1212850" cy="280924"/>
            </a:xfrm>
            <a:prstGeom prst="rect">
              <a:avLst/>
            </a:prstGeom>
            <a:noFill/>
          </p:spPr>
          <p:txBody>
            <a:bodyPr wrap="none" lIns="0" rIns="0" tIns="0" bIns="0" anchor="t" anchorCtr="0">
              <a:noAutofit/>
            </a:bodyPr>
            <a:lstStyle/>
            <a:p>
              <a:pPr algn="l">
                <a:lnSpc>
                  <a:spcPts val="1722"/>
                </a:lnSpc>
                <a:spcBef>
                  <a:spcPts val="0"/>
                </a:spcBef>
                <a:spcAft>
                  <a:spcPts val="0"/>
                </a:spcAft>
              </a:pPr>
              <a:r>
                <a:rPr sz="1400" b="1" lang="en-US">
                  <a:solidFill>
                    <a:srgbClr val="082D48"/>
                  </a:solidFill>
                  <a:latin typeface="Arial"/>
                  <a:ea typeface="SimHei"/>
                </a:rPr>
                <a:t>PyTorch</a:t>
              </a:r>
            </a:p>
          </p:txBody>
        </p:sp>
        <p:sp>
          <p:nvSpPr>
            <p:cNvPr id="78" name="Text | Detect · Segment"/>
            <p:cNvSpPr txBox="1"/>
            <p:nvPr/>
          </p:nvSpPr>
          <p:spPr>
            <a:xfrm>
              <a:off x="3714750" y="5404358"/>
              <a:ext cx="1219200" cy="220726"/>
            </a:xfrm>
            <a:prstGeom prst="rect">
              <a:avLst/>
            </a:prstGeom>
            <a:noFill/>
          </p:spPr>
          <p:txBody>
            <a:bodyPr wrap="none" lIns="0" rIns="0" tIns="0" bIns="0" anchor="t" anchorCtr="0">
              <a:noAutofit/>
            </a:bodyPr>
            <a:lstStyle/>
            <a:p>
              <a:pPr algn="l">
                <a:lnSpc>
                  <a:spcPts val="1353"/>
                </a:lnSpc>
                <a:spcBef>
                  <a:spcPts val="0"/>
                </a:spcBef>
                <a:spcAft>
                  <a:spcPts val="0"/>
                </a:spcAft>
              </a:pPr>
              <a:r>
                <a:rPr sz="1100" b="0" lang="en-US">
                  <a:solidFill>
                    <a:srgbClr val="4C6B83"/>
                  </a:solidFill>
                  <a:latin typeface="Arial"/>
                  <a:ea typeface="SimHei"/>
                </a:rPr>
                <a:t>Detect · Segment</a:t>
              </a:r>
            </a:p>
          </p:txBody>
        </p:sp>
      </p:grpSp>
      <p:grpSp>
        <p:nvGrpSpPr>
          <p:cNvPr id="79" name="Node | anomalib"/>
          <p:cNvGrpSpPr/>
          <p:nvPr/>
        </p:nvGrpSpPr>
        <p:grpSpPr>
          <a:xfrm>
            <a:off x="4978400" y="4961202"/>
            <a:ext cx="2216150" cy="878946"/>
            <a:chOff x="4978400" y="4961202"/>
            <a:chExt cx="2216150" cy="878946"/>
          </a:xfrm>
        </p:grpSpPr>
        <p:pic>
          <p:nvPicPr>
            <p:cNvPr id="80" name="Picture | Independent image" descr="14cf058bf4c31d285d2775644809936f5b5199b273ff11a60778980103dad71b.png"/>
            <p:cNvPicPr>
              <a:picLocks noChangeAspect="1"/>
            </p:cNvPicPr>
            <p:nvPr/>
          </p:nvPicPr>
          <p:blipFill>
            <a:blip r:embed="rId10"/>
            <a:stretch>
              <a:fillRect/>
            </a:stretch>
          </p:blipFill>
          <p:spPr>
            <a:xfrm>
              <a:off x="4978400" y="4961202"/>
              <a:ext cx="958850" cy="878946"/>
            </a:xfrm>
            <a:prstGeom prst="rect">
              <a:avLst/>
            </a:prstGeom>
          </p:spPr>
        </p:pic>
        <p:sp>
          <p:nvSpPr>
            <p:cNvPr id="81" name="Text | anomalib"/>
            <p:cNvSpPr txBox="1"/>
            <p:nvPr/>
          </p:nvSpPr>
          <p:spPr>
            <a:xfrm>
              <a:off x="5975350" y="5103178"/>
              <a:ext cx="1212850" cy="280924"/>
            </a:xfrm>
            <a:prstGeom prst="rect">
              <a:avLst/>
            </a:prstGeom>
            <a:noFill/>
          </p:spPr>
          <p:txBody>
            <a:bodyPr wrap="none" lIns="0" rIns="0" tIns="0" bIns="0" anchor="t" anchorCtr="0">
              <a:noAutofit/>
            </a:bodyPr>
            <a:lstStyle/>
            <a:p>
              <a:pPr algn="l">
                <a:lnSpc>
                  <a:spcPts val="1722"/>
                </a:lnSpc>
                <a:spcBef>
                  <a:spcPts val="0"/>
                </a:spcBef>
                <a:spcAft>
                  <a:spcPts val="0"/>
                </a:spcAft>
              </a:pPr>
              <a:r>
                <a:rPr sz="1400" b="1" lang="en-US">
                  <a:solidFill>
                    <a:srgbClr val="082D48"/>
                  </a:solidFill>
                  <a:latin typeface="Arial"/>
                  <a:ea typeface="SimHei"/>
                </a:rPr>
                <a:t>anomalib</a:t>
              </a:r>
            </a:p>
          </p:txBody>
        </p:sp>
        <p:sp>
          <p:nvSpPr>
            <p:cNvPr id="82" name="Text | Anomaly Detection"/>
            <p:cNvSpPr txBox="1"/>
            <p:nvPr/>
          </p:nvSpPr>
          <p:spPr>
            <a:xfrm>
              <a:off x="5975350" y="5404612"/>
              <a:ext cx="1219200" cy="220224"/>
            </a:xfrm>
            <a:prstGeom prst="rect">
              <a:avLst/>
            </a:prstGeom>
            <a:noFill/>
          </p:spPr>
          <p:txBody>
            <a:bodyPr wrap="none" lIns="0" rIns="0" tIns="0" bIns="0" anchor="t" anchorCtr="0">
              <a:noAutofit/>
            </a:bodyPr>
            <a:lstStyle/>
            <a:p>
              <a:pPr algn="l">
                <a:lnSpc>
                  <a:spcPts val="1349"/>
                </a:lnSpc>
                <a:spcBef>
                  <a:spcPts val="0"/>
                </a:spcBef>
                <a:spcAft>
                  <a:spcPts val="0"/>
                </a:spcAft>
              </a:pPr>
              <a:r>
                <a:rPr sz="1097" b="0" lang="en-US">
                  <a:solidFill>
                    <a:srgbClr val="4C6B83"/>
                  </a:solidFill>
                  <a:latin typeface="Arial"/>
                  <a:ea typeface="SimHei"/>
                </a:rPr>
                <a:t>Anomaly Detection</a:t>
              </a:r>
            </a:p>
          </p:txBody>
        </p:sp>
      </p:grpSp>
      <p:grpSp>
        <p:nvGrpSpPr>
          <p:cNvPr id="83" name="Node | Compute"/>
          <p:cNvGrpSpPr/>
          <p:nvPr/>
        </p:nvGrpSpPr>
        <p:grpSpPr>
          <a:xfrm>
            <a:off x="7391400" y="4981310"/>
            <a:ext cx="2127250" cy="832379"/>
            <a:chOff x="7391400" y="4981310"/>
            <a:chExt cx="2127250" cy="832379"/>
          </a:xfrm>
        </p:grpSpPr>
        <p:pic>
          <p:nvPicPr>
            <p:cNvPr id="84" name="Picture | Independent image" descr="d9f05c59afa7b59b616d3bd2d29ea49b60eccaedfc61de0fa0c9a96bdf5effd3.png"/>
            <p:cNvPicPr>
              <a:picLocks noChangeAspect="1"/>
            </p:cNvPicPr>
            <p:nvPr/>
          </p:nvPicPr>
          <p:blipFill>
            <a:blip r:embed="rId11"/>
            <a:stretch>
              <a:fillRect/>
            </a:stretch>
          </p:blipFill>
          <p:spPr>
            <a:xfrm>
              <a:off x="7391400" y="4981310"/>
              <a:ext cx="908050" cy="832379"/>
            </a:xfrm>
            <a:prstGeom prst="rect">
              <a:avLst/>
            </a:prstGeom>
          </p:spPr>
        </p:pic>
        <p:sp>
          <p:nvSpPr>
            <p:cNvPr id="85" name="Text | Compute"/>
            <p:cNvSpPr txBox="1"/>
            <p:nvPr/>
          </p:nvSpPr>
          <p:spPr>
            <a:xfrm>
              <a:off x="8324850" y="5108892"/>
              <a:ext cx="1193800" cy="270891"/>
            </a:xfrm>
            <a:prstGeom prst="rect">
              <a:avLst/>
            </a:prstGeom>
            <a:noFill/>
          </p:spPr>
          <p:txBody>
            <a:bodyPr wrap="none" lIns="0" rIns="0" tIns="0" bIns="0" anchor="t" anchorCtr="0">
              <a:noAutofit/>
            </a:bodyPr>
            <a:lstStyle/>
            <a:p>
              <a:pPr algn="l">
                <a:lnSpc>
                  <a:spcPts val="1660"/>
                </a:lnSpc>
                <a:spcBef>
                  <a:spcPts val="0"/>
                </a:spcBef>
                <a:spcAft>
                  <a:spcPts val="0"/>
                </a:spcAft>
              </a:pPr>
              <a:r>
                <a:rPr sz="1350" b="1" lang="en-US">
                  <a:solidFill>
                    <a:srgbClr val="082D48"/>
                  </a:solidFill>
                  <a:latin typeface="Arial"/>
                  <a:ea typeface="SimHei"/>
                </a:rPr>
                <a:t>Compute</a:t>
              </a:r>
            </a:p>
          </p:txBody>
        </p:sp>
        <p:sp>
          <p:nvSpPr>
            <p:cNvPr id="86" name="Text | GPU / Python"/>
            <p:cNvSpPr txBox="1"/>
            <p:nvPr/>
          </p:nvSpPr>
          <p:spPr>
            <a:xfrm>
              <a:off x="8324850" y="5404358"/>
              <a:ext cx="1193800" cy="220726"/>
            </a:xfrm>
            <a:prstGeom prst="rect">
              <a:avLst/>
            </a:prstGeom>
            <a:noFill/>
          </p:spPr>
          <p:txBody>
            <a:bodyPr wrap="none" lIns="0" rIns="0" tIns="0" bIns="0" anchor="t" anchorCtr="0">
              <a:noAutofit/>
            </a:bodyPr>
            <a:lstStyle/>
            <a:p>
              <a:pPr algn="l">
                <a:lnSpc>
                  <a:spcPts val="1353"/>
                </a:lnSpc>
                <a:spcBef>
                  <a:spcPts val="0"/>
                </a:spcBef>
                <a:spcAft>
                  <a:spcPts val="0"/>
                </a:spcAft>
              </a:pPr>
              <a:r>
                <a:rPr sz="1100" b="0" lang="en-US">
                  <a:solidFill>
                    <a:srgbClr val="4C6B83"/>
                  </a:solidFill>
                  <a:latin typeface="Arial"/>
                  <a:ea typeface="SimHei"/>
                </a:rPr>
                <a:t>GPU / Python</a:t>
              </a:r>
            </a:p>
          </p:txBody>
        </p:sp>
      </p:grpSp>
      <p:grpSp>
        <p:nvGrpSpPr>
          <p:cNvPr id="87" name="Node | Data &amp; Assets"/>
          <p:cNvGrpSpPr/>
          <p:nvPr/>
        </p:nvGrpSpPr>
        <p:grpSpPr>
          <a:xfrm>
            <a:off x="9601200" y="4981310"/>
            <a:ext cx="2127250" cy="832379"/>
            <a:chOff x="9601200" y="4981310"/>
            <a:chExt cx="2127250" cy="832379"/>
          </a:xfrm>
        </p:grpSpPr>
        <p:pic>
          <p:nvPicPr>
            <p:cNvPr id="88" name="Picture | Independent image" descr="80af7916d020880727b6fe31c7b6d71c2dbdca5115e09bbec06f0a8a67ab7d68.png"/>
            <p:cNvPicPr>
              <a:picLocks noChangeAspect="1"/>
            </p:cNvPicPr>
            <p:nvPr/>
          </p:nvPicPr>
          <p:blipFill>
            <a:blip r:embed="rId12"/>
            <a:stretch>
              <a:fillRect/>
            </a:stretch>
          </p:blipFill>
          <p:spPr>
            <a:xfrm>
              <a:off x="9601200" y="4981310"/>
              <a:ext cx="908050" cy="832379"/>
            </a:xfrm>
            <a:prstGeom prst="rect">
              <a:avLst/>
            </a:prstGeom>
          </p:spPr>
        </p:pic>
        <p:sp>
          <p:nvSpPr>
            <p:cNvPr id="89" name="Text | Data &amp; Assets"/>
            <p:cNvSpPr txBox="1"/>
            <p:nvPr/>
          </p:nvSpPr>
          <p:spPr>
            <a:xfrm>
              <a:off x="10534650" y="5109782"/>
              <a:ext cx="1193800" cy="269386"/>
            </a:xfrm>
            <a:prstGeom prst="rect">
              <a:avLst/>
            </a:prstGeom>
            <a:noFill/>
          </p:spPr>
          <p:txBody>
            <a:bodyPr wrap="none" lIns="0" rIns="0" tIns="0" bIns="0" anchor="t" anchorCtr="0">
              <a:noAutofit/>
            </a:bodyPr>
            <a:lstStyle/>
            <a:p>
              <a:pPr algn="l">
                <a:lnSpc>
                  <a:spcPts val="1651"/>
                </a:lnSpc>
                <a:spcBef>
                  <a:spcPts val="0"/>
                </a:spcBef>
                <a:spcAft>
                  <a:spcPts val="0"/>
                </a:spcAft>
              </a:pPr>
              <a:r>
                <a:rPr sz="1342" b="1" lang="en-US">
                  <a:solidFill>
                    <a:srgbClr val="082D48"/>
                  </a:solidFill>
                  <a:latin typeface="Arial"/>
                  <a:ea typeface="SimHei"/>
                </a:rPr>
                <a:t>Data &amp; Assets</a:t>
              </a:r>
            </a:p>
          </p:txBody>
        </p:sp>
        <p:sp>
          <p:nvSpPr>
            <p:cNvPr id="90" name="Text | Images · Weights · Logs"/>
            <p:cNvSpPr txBox="1"/>
            <p:nvPr/>
          </p:nvSpPr>
          <p:spPr>
            <a:xfrm>
              <a:off x="10534650" y="5434838"/>
              <a:ext cx="1193800" cy="167551"/>
            </a:xfrm>
            <a:prstGeom prst="rect">
              <a:avLst/>
            </a:prstGeom>
            <a:noFill/>
          </p:spPr>
          <p:txBody>
            <a:bodyPr wrap="none" lIns="0" rIns="0" tIns="0" bIns="0" anchor="t" anchorCtr="0">
              <a:noAutofit/>
            </a:bodyPr>
            <a:lstStyle/>
            <a:p>
              <a:pPr algn="l">
                <a:lnSpc>
                  <a:spcPts val="1027"/>
                </a:lnSpc>
                <a:spcBef>
                  <a:spcPts val="0"/>
                </a:spcBef>
                <a:spcAft>
                  <a:spcPts val="0"/>
                </a:spcAft>
              </a:pPr>
              <a:r>
                <a:rPr sz="835" b="0" lang="en-US">
                  <a:solidFill>
                    <a:srgbClr val="4C6B83"/>
                  </a:solidFill>
                  <a:latin typeface="Arial"/>
                  <a:ea typeface="SimHei"/>
                </a:rPr>
                <a:t>Images · Weights · Logs</a:t>
              </a:r>
            </a:p>
          </p:txBody>
        </p:sp>
      </p:grpSp>
      <p:grpSp>
        <p:nvGrpSpPr>
          <p:cNvPr id="91" name="Node | Platform Management"/>
          <p:cNvGrpSpPr/>
          <p:nvPr/>
        </p:nvGrpSpPr>
        <p:grpSpPr>
          <a:xfrm>
            <a:off x="406400" y="6045200"/>
            <a:ext cx="11379200" cy="349250"/>
            <a:chOff x="406400" y="6045200"/>
            <a:chExt cx="11379200" cy="349250"/>
          </a:xfrm>
        </p:grpSpPr>
        <p:sp>
          <p:nvSpPr>
            <p:cNvPr id="92" name="Panel | 17"/>
            <p:cNvSpPr/>
            <p:nvPr/>
          </p:nvSpPr>
          <p:spPr>
            <a:xfrm>
              <a:off x="406400" y="6045200"/>
              <a:ext cx="11379200" cy="349250"/>
            </a:xfrm>
            <a:prstGeom prst="roundRect">
              <a:avLst>
                <a:gd name="adj" fmla="val 21818"/>
              </a:avLst>
            </a:prstGeom>
            <a:solidFill>
              <a:srgbClr val="FFFFFF"/>
            </a:solidFill>
            <a:ln w="6350" cap="rnd">
              <a:solidFill>
                <a:srgbClr val="C6D8EB"/>
              </a:solidFill>
              <a:round/>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 name="Circle | 4"/>
            <p:cNvSpPr/>
            <p:nvPr/>
          </p:nvSpPr>
          <p:spPr>
            <a:xfrm>
              <a:off x="552450" y="6191250"/>
              <a:ext cx="63500" cy="63500"/>
            </a:xfrm>
            <a:prstGeom prst="ellipse">
              <a:avLst/>
            </a:prstGeom>
            <a:solidFill>
              <a:srgbClr val="087F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 name="Text | Management"/>
            <p:cNvSpPr txBox="1"/>
            <p:nvPr/>
          </p:nvSpPr>
          <p:spPr>
            <a:xfrm>
              <a:off x="717550" y="6148514"/>
              <a:ext cx="1270000" cy="240792"/>
            </a:xfrm>
            <a:prstGeom prst="rect">
              <a:avLst/>
            </a:prstGeom>
            <a:noFill/>
          </p:spPr>
          <p:txBody>
            <a:bodyPr wrap="none" lIns="0" rIns="0" tIns="0" bIns="0" anchor="t" anchorCtr="0">
              <a:noAutofit/>
            </a:bodyPr>
            <a:lstStyle/>
            <a:p>
              <a:pPr algn="l">
                <a:lnSpc>
                  <a:spcPts val="1476"/>
                </a:lnSpc>
                <a:spcBef>
                  <a:spcPts val="0"/>
                </a:spcBef>
                <a:spcAft>
                  <a:spcPts val="0"/>
                </a:spcAft>
              </a:pPr>
              <a:r>
                <a:rPr sz="1200" b="1" lang="en-US">
                  <a:solidFill>
                    <a:srgbClr val="087F79"/>
                  </a:solidFill>
                  <a:latin typeface="Arial"/>
                  <a:ea typeface="SimHei"/>
                </a:rPr>
                <a:t>Management</a:t>
              </a:r>
            </a:p>
          </p:txBody>
        </p:sp>
        <p:sp>
          <p:nvSpPr>
            <p:cNvPr id="95" name="Text | Project ownership   ·   User roles   ·   Environment checks   ·   GPU status   ·   Storage quotas   ·   Activity logs"/>
            <p:cNvSpPr txBox="1"/>
            <p:nvPr/>
          </p:nvSpPr>
          <p:spPr>
            <a:xfrm>
              <a:off x="1898650" y="6154230"/>
              <a:ext cx="9588500" cy="230759"/>
            </a:xfrm>
            <a:prstGeom prst="rect">
              <a:avLst/>
            </a:prstGeom>
            <a:noFill/>
          </p:spPr>
          <p:txBody>
            <a:bodyPr wrap="none" lIns="0" rIns="0" tIns="0" bIns="0" anchor="t" anchorCtr="0">
              <a:noAutofit/>
            </a:bodyPr>
            <a:lstStyle/>
            <a:p>
              <a:pPr algn="l">
                <a:lnSpc>
                  <a:spcPts val="1414"/>
                </a:lnSpc>
                <a:spcBef>
                  <a:spcPts val="0"/>
                </a:spcBef>
                <a:spcAft>
                  <a:spcPts val="0"/>
                </a:spcAft>
              </a:pPr>
              <a:r>
                <a:rPr sz="1150" b="0" lang="en-US">
                  <a:solidFill>
                    <a:srgbClr val="4C6B83"/>
                  </a:solidFill>
                  <a:latin typeface="Arial"/>
                  <a:ea typeface="SimHei"/>
                </a:rPr>
                <a:t>Project ownership   ·   User roles   ·   Environment checks   ·   GPU status   ·   Storage quotas   ·   Activity logs</a:t>
              </a:r>
            </a:p>
          </p:txBody>
        </p:sp>
      </p:gr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showMasterSp="0">
  <p:cSld>
    <p:bg>
      <p:bgPr>
        <a:solidFill>
          <a:srgbClr val="F5F9FF"/>
        </a:solidFill>
        <a:effectLst/>
      </p:bgPr>
    </p:bg>
    <p:spTree>
      <p:nvGrpSpPr>
        <p:cNvPr id="1" name=""/>
        <p:cNvGrpSpPr/>
        <p:nvPr/>
      </p:nvGrpSpPr>
      <p:grpSpPr/>
      <p:sp>
        <p:nvSpPr>
          <p:cNvPr id="2" name="Connector | 1"/>
          <p:cNvSpPr/>
          <p:nvPr/>
        </p:nvSpPr>
        <p:spPr>
          <a:xfrm>
            <a:off x="8572500" y="0"/>
            <a:ext cx="3213100" cy="565150"/>
          </a:xfrm>
          <a:custGeom>
            <a:avLst/>
            <a:gdLst/>
            <a:ahLst/>
            <a:cxnLst/>
            <a:rect l="0" t="0" r="r" b="b"/>
            <a:pathLst>
              <a:path w="50600" h="8900" fill="none">
                <a:moveTo>
                  <a:pt x="0" y="0"/>
                </a:moveTo>
                <a:lnTo>
                  <a:pt x="0" y="4500"/>
                </a:lnTo>
                <a:lnTo>
                  <a:pt x="4400" y="8900"/>
                </a:lnTo>
                <a:lnTo>
                  <a:pt x="50600" y="8900"/>
                </a:lnTo>
              </a:path>
            </a:pathLst>
          </a:custGeom>
          <a:noFill/>
          <a:ln w="6350" cap="rnd">
            <a:solidFill>
              <a:srgbClr val="C6D8EB">
                <a:alpha val="40000"/>
              </a:srgbClr>
            </a:solidFill>
            <a:round/>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Circle | 1"/>
          <p:cNvSpPr/>
          <p:nvPr/>
        </p:nvSpPr>
        <p:spPr>
          <a:xfrm>
            <a:off x="8832850" y="546100"/>
            <a:ext cx="38100" cy="38100"/>
          </a:xfrm>
          <a:prstGeom prst="ellipse">
            <a:avLst/>
          </a:prstGeom>
          <a:solidFill>
            <a:srgbClr val="C6D8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Connector | 2"/>
          <p:cNvSpPr/>
          <p:nvPr/>
        </p:nvSpPr>
        <p:spPr>
          <a:xfrm>
            <a:off x="9588500" y="0"/>
            <a:ext cx="2197100" cy="565150"/>
          </a:xfrm>
          <a:custGeom>
            <a:avLst/>
            <a:gdLst/>
            <a:ahLst/>
            <a:cxnLst/>
            <a:rect l="0" t="0" r="r" b="b"/>
            <a:pathLst>
              <a:path w="34600" h="8900" fill="none">
                <a:moveTo>
                  <a:pt x="0" y="0"/>
                </a:moveTo>
                <a:lnTo>
                  <a:pt x="0" y="4500"/>
                </a:lnTo>
                <a:lnTo>
                  <a:pt x="4400" y="8900"/>
                </a:lnTo>
                <a:lnTo>
                  <a:pt x="34600" y="8900"/>
                </a:lnTo>
              </a:path>
            </a:pathLst>
          </a:custGeom>
          <a:noFill/>
          <a:ln w="6350" cap="rnd">
            <a:solidFill>
              <a:srgbClr val="C6D8EB">
                <a:alpha val="40000"/>
              </a:srgbClr>
            </a:solidFill>
            <a:round/>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Circle | 2"/>
          <p:cNvSpPr/>
          <p:nvPr/>
        </p:nvSpPr>
        <p:spPr>
          <a:xfrm>
            <a:off x="9848850" y="546100"/>
            <a:ext cx="38100" cy="38100"/>
          </a:xfrm>
          <a:prstGeom prst="ellipse">
            <a:avLst/>
          </a:prstGeom>
          <a:solidFill>
            <a:srgbClr val="C6D8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Connector | 3"/>
          <p:cNvSpPr/>
          <p:nvPr/>
        </p:nvSpPr>
        <p:spPr>
          <a:xfrm>
            <a:off x="10604500" y="0"/>
            <a:ext cx="1181100" cy="565150"/>
          </a:xfrm>
          <a:custGeom>
            <a:avLst/>
            <a:gdLst/>
            <a:ahLst/>
            <a:cxnLst/>
            <a:rect l="0" t="0" r="r" b="b"/>
            <a:pathLst>
              <a:path w="18600" h="8900" fill="none">
                <a:moveTo>
                  <a:pt x="0" y="0"/>
                </a:moveTo>
                <a:lnTo>
                  <a:pt x="0" y="4500"/>
                </a:lnTo>
                <a:lnTo>
                  <a:pt x="4400" y="8900"/>
                </a:lnTo>
                <a:lnTo>
                  <a:pt x="18600" y="8900"/>
                </a:lnTo>
              </a:path>
            </a:pathLst>
          </a:custGeom>
          <a:noFill/>
          <a:ln w="6350" cap="rnd">
            <a:solidFill>
              <a:srgbClr val="C6D8EB">
                <a:alpha val="40000"/>
              </a:srgbClr>
            </a:solidFill>
            <a:round/>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Circle | 3"/>
          <p:cNvSpPr/>
          <p:nvPr/>
        </p:nvSpPr>
        <p:spPr>
          <a:xfrm>
            <a:off x="10864850" y="546100"/>
            <a:ext cx="38100" cy="38100"/>
          </a:xfrm>
          <a:prstGeom prst="ellipse">
            <a:avLst/>
          </a:prstGeom>
          <a:solidFill>
            <a:srgbClr val="C6D8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Panel | 1"/>
          <p:cNvSpPr/>
          <p:nvPr/>
        </p:nvSpPr>
        <p:spPr>
          <a:xfrm>
            <a:off x="406400" y="342900"/>
            <a:ext cx="38100" cy="190500"/>
          </a:xfrm>
          <a:prstGeom prst="roundRect">
            <a:avLst>
              <a:gd name="adj" fmla="val 50000"/>
            </a:avLst>
          </a:prstGeom>
          <a:solidFill>
            <a:srgbClr val="007D9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 | CHAPTER 03 / HAWKEYEPLUS"/>
          <p:cNvSpPr txBox="1"/>
          <p:nvPr/>
        </p:nvSpPr>
        <p:spPr>
          <a:xfrm>
            <a:off x="546100" y="356680"/>
            <a:ext cx="7620000" cy="230759"/>
          </a:xfrm>
          <a:prstGeom prst="rect">
            <a:avLst/>
          </a:prstGeom>
          <a:noFill/>
        </p:spPr>
        <p:txBody>
          <a:bodyPr wrap="none" lIns="0" rIns="0" tIns="0" bIns="0" anchor="t" anchorCtr="0">
            <a:noAutofit/>
          </a:bodyPr>
          <a:lstStyle/>
          <a:p>
            <a:pPr algn="l">
              <a:lnSpc>
                <a:spcPts val="1414"/>
              </a:lnSpc>
              <a:spcBef>
                <a:spcPts val="0"/>
              </a:spcBef>
              <a:spcAft>
                <a:spcPts val="0"/>
              </a:spcAft>
            </a:pPr>
            <a:r>
              <a:rPr sz="1150" b="1" lang="en-US">
                <a:solidFill>
                  <a:srgbClr val="4C6B83"/>
                </a:solidFill>
                <a:latin typeface="Arial"/>
                <a:ea typeface="SimHei"/>
              </a:rPr>
              <a:t>CHAPTER 03 / HAWKEYEPLUS</a:t>
            </a:r>
          </a:p>
        </p:txBody>
      </p:sp>
      <p:pic>
        <p:nvPicPr>
          <p:cNvPr id="10" name="Picture | Independent image" descr="139ef02520a55c1aaee95c1d6e7f5f730beac004ebb72c9c012b0f76513ab85e.png"/>
          <p:cNvPicPr>
            <a:picLocks noChangeAspect="1"/>
          </p:cNvPicPr>
          <p:nvPr/>
        </p:nvPicPr>
        <p:blipFill>
          <a:blip r:embed="rId2"/>
          <a:stretch>
            <a:fillRect/>
          </a:stretch>
        </p:blipFill>
        <p:spPr>
          <a:xfrm>
            <a:off x="11061700" y="325755"/>
            <a:ext cx="704850" cy="281940"/>
          </a:xfrm>
          <a:prstGeom prst="rect">
            <a:avLst/>
          </a:prstGeom>
        </p:spPr>
      </p:pic>
      <p:sp>
        <p:nvSpPr>
          <p:cNvPr id="11" name="Text | A Visual Lifecycle: From Data to Models"/>
          <p:cNvSpPr txBox="1"/>
          <p:nvPr/>
        </p:nvSpPr>
        <p:spPr>
          <a:xfrm>
            <a:off x="406400" y="593662"/>
            <a:ext cx="10858500" cy="581914"/>
          </a:xfrm>
          <a:prstGeom prst="rect">
            <a:avLst/>
          </a:prstGeom>
          <a:noFill/>
        </p:spPr>
        <p:txBody>
          <a:bodyPr wrap="none" lIns="0" rIns="0" tIns="0" bIns="0" anchor="t" anchorCtr="0">
            <a:noAutofit/>
          </a:bodyPr>
          <a:lstStyle/>
          <a:p>
            <a:pPr algn="l">
              <a:lnSpc>
                <a:spcPts val="3567"/>
              </a:lnSpc>
              <a:spcBef>
                <a:spcPts val="0"/>
              </a:spcBef>
              <a:spcAft>
                <a:spcPts val="0"/>
              </a:spcAft>
            </a:pPr>
            <a:r>
              <a:rPr sz="2900" b="1" lang="en-US">
                <a:solidFill>
                  <a:srgbClr val="082D48"/>
                </a:solidFill>
                <a:latin typeface="Arial"/>
                <a:ea typeface="SimHei"/>
              </a:rPr>
              <a:t>A Visual Lifecycle: From Data to Models</a:t>
            </a:r>
          </a:p>
        </p:txBody>
      </p:sp>
      <p:sp>
        <p:nvSpPr>
          <p:cNvPr id="12" name="Text | Bring preparation, training and validation into a shared model-development workflow"/>
          <p:cNvSpPr txBox="1"/>
          <p:nvPr/>
        </p:nvSpPr>
        <p:spPr>
          <a:xfrm>
            <a:off x="425450" y="1064578"/>
            <a:ext cx="11049000" cy="280924"/>
          </a:xfrm>
          <a:prstGeom prst="rect">
            <a:avLst/>
          </a:prstGeom>
          <a:noFill/>
        </p:spPr>
        <p:txBody>
          <a:bodyPr wrap="none" lIns="0" rIns="0" tIns="0" bIns="0" anchor="t" anchorCtr="0">
            <a:noAutofit/>
          </a:bodyPr>
          <a:lstStyle/>
          <a:p>
            <a:pPr algn="l">
              <a:lnSpc>
                <a:spcPts val="1722"/>
              </a:lnSpc>
              <a:spcBef>
                <a:spcPts val="0"/>
              </a:spcBef>
              <a:spcAft>
                <a:spcPts val="0"/>
              </a:spcAft>
            </a:pPr>
            <a:r>
              <a:rPr sz="1400" b="0" lang="en-US">
                <a:solidFill>
                  <a:srgbClr val="4C6B83"/>
                </a:solidFill>
                <a:latin typeface="Arial"/>
                <a:ea typeface="SimHei"/>
              </a:rPr>
              <a:t>Bring preparation, training and validation into a shared model-development workflow</a:t>
            </a:r>
          </a:p>
        </p:txBody>
      </p:sp>
      <p:cxnSp>
        <p:nvCxnSpPr>
          <p:cNvPr id="13" name="Connector | 4"/>
          <p:cNvCxnSpPr/>
          <p:nvPr/>
        </p:nvCxnSpPr>
        <p:spPr>
          <a:xfrm>
            <a:off x="406400" y="6521450"/>
            <a:ext cx="11379200" cy="0"/>
          </a:xfrm>
          <a:prstGeom prst="line">
            <a:avLst/>
          </a:prstGeom>
          <a:ln w="6350" cap="rnd">
            <a:solidFill>
              <a:srgbClr val="C6D8EB"/>
            </a:solidFill>
            <a:round/>
          </a:ln>
        </p:spPr>
        <p:style>
          <a:lnRef idx="2">
            <a:schemeClr val="accent1"/>
          </a:lnRef>
          <a:fillRef idx="0">
            <a:schemeClr val="accent1"/>
          </a:fillRef>
          <a:effectRef idx="1">
            <a:schemeClr val="accent1"/>
          </a:effectRef>
          <a:fontRef idx="minor">
            <a:schemeClr val="tx1"/>
          </a:fontRef>
        </p:style>
      </p:cxnSp>
      <p:sp>
        <p:nvSpPr>
          <p:cNvPr id="14" name="Text | SwiftFlow + HawkeyePlus  |  Industrial Vision Engineering"/>
          <p:cNvSpPr txBox="1"/>
          <p:nvPr/>
        </p:nvSpPr>
        <p:spPr>
          <a:xfrm>
            <a:off x="412750" y="6607238"/>
            <a:ext cx="8255000" cy="160528"/>
          </a:xfrm>
          <a:prstGeom prst="rect">
            <a:avLst/>
          </a:prstGeom>
          <a:noFill/>
        </p:spPr>
        <p:txBody>
          <a:bodyPr wrap="none" lIns="0" rIns="0" tIns="0" bIns="0" anchor="t" anchorCtr="0">
            <a:noAutofit/>
          </a:bodyPr>
          <a:lstStyle/>
          <a:p>
            <a:pPr algn="l">
              <a:lnSpc>
                <a:spcPts val="984"/>
              </a:lnSpc>
              <a:spcBef>
                <a:spcPts val="0"/>
              </a:spcBef>
              <a:spcAft>
                <a:spcPts val="0"/>
              </a:spcAft>
            </a:pPr>
            <a:r>
              <a:rPr sz="800" b="0" lang="en-US">
                <a:solidFill>
                  <a:srgbClr val="4C6B83"/>
                </a:solidFill>
                <a:latin typeface="Arial"/>
                <a:ea typeface="SimHei"/>
              </a:rPr>
              <a:t>SwiftFlow + HawkeyePlus  |  Industrial Vision Engineering</a:t>
            </a:r>
          </a:p>
        </p:txBody>
      </p:sp>
      <p:sp>
        <p:nvSpPr>
          <p:cNvPr id="15" name="Text | WD CONFIDENTIAL"/>
          <p:cNvSpPr txBox="1"/>
          <p:nvPr/>
        </p:nvSpPr>
        <p:spPr>
          <a:xfrm>
            <a:off x="8559800" y="6613017"/>
            <a:ext cx="2540000" cy="150495"/>
          </a:xfrm>
          <a:prstGeom prst="rect">
            <a:avLst/>
          </a:prstGeom>
          <a:noFill/>
        </p:spPr>
        <p:txBody>
          <a:bodyPr wrap="none" lIns="0" rIns="0" tIns="0" bIns="0" anchor="t" anchorCtr="0">
            <a:noAutofit/>
          </a:bodyPr>
          <a:lstStyle/>
          <a:p>
            <a:pPr algn="r">
              <a:lnSpc>
                <a:spcPts val="922"/>
              </a:lnSpc>
              <a:spcBef>
                <a:spcPts val="0"/>
              </a:spcBef>
              <a:spcAft>
                <a:spcPts val="0"/>
              </a:spcAft>
            </a:pPr>
            <a:r>
              <a:rPr sz="750" b="0" lang="en-US">
                <a:solidFill>
                  <a:srgbClr val="4C6B83"/>
                </a:solidFill>
                <a:latin typeface="Arial"/>
                <a:ea typeface="SimHei"/>
              </a:rPr>
              <a:t>WD CONFIDENTIAL</a:t>
            </a:r>
          </a:p>
        </p:txBody>
      </p:sp>
      <p:sp>
        <p:nvSpPr>
          <p:cNvPr id="16" name="Text | 13 / 20"/>
          <p:cNvSpPr txBox="1"/>
          <p:nvPr/>
        </p:nvSpPr>
        <p:spPr>
          <a:xfrm>
            <a:off x="11137900" y="6607238"/>
            <a:ext cx="635000" cy="160528"/>
          </a:xfrm>
          <a:prstGeom prst="rect">
            <a:avLst/>
          </a:prstGeom>
          <a:noFill/>
        </p:spPr>
        <p:txBody>
          <a:bodyPr wrap="none" lIns="0" rIns="0" tIns="0" bIns="0" anchor="t" anchorCtr="0">
            <a:noAutofit/>
          </a:bodyPr>
          <a:lstStyle/>
          <a:p>
            <a:pPr algn="r">
              <a:lnSpc>
                <a:spcPts val="984"/>
              </a:lnSpc>
              <a:spcBef>
                <a:spcPts val="0"/>
              </a:spcBef>
              <a:spcAft>
                <a:spcPts val="0"/>
              </a:spcAft>
            </a:pPr>
            <a:r>
              <a:rPr sz="800" b="0" lang="en-US">
                <a:solidFill>
                  <a:srgbClr val="4C6B83"/>
                </a:solidFill>
                <a:latin typeface="Arial"/>
                <a:ea typeface="SimHei"/>
              </a:rPr>
              <a:t>13 / 20</a:t>
            </a:r>
          </a:p>
        </p:txBody>
      </p:sp>
      <p:grpSp>
        <p:nvGrpSpPr>
          <p:cNvPr id="17" name="Node | Prepare Data"/>
          <p:cNvGrpSpPr/>
          <p:nvPr/>
        </p:nvGrpSpPr>
        <p:grpSpPr>
          <a:xfrm>
            <a:off x="406400" y="1543050"/>
            <a:ext cx="2133600" cy="2781300"/>
            <a:chOff x="406400" y="1543050"/>
            <a:chExt cx="2133600" cy="2781300"/>
          </a:xfrm>
        </p:grpSpPr>
        <p:sp>
          <p:nvSpPr>
            <p:cNvPr id="18" name="Panel | 2"/>
            <p:cNvSpPr/>
            <p:nvPr/>
          </p:nvSpPr>
          <p:spPr>
            <a:xfrm>
              <a:off x="406400" y="1543050"/>
              <a:ext cx="2133600" cy="2781300"/>
            </a:xfrm>
            <a:prstGeom prst="roundRect">
              <a:avLst>
                <a:gd name="adj" fmla="val 5952"/>
              </a:avLst>
            </a:prstGeom>
            <a:solidFill>
              <a:srgbClr val="FFFFFF"/>
            </a:solidFill>
            <a:ln w="6350" cap="rnd">
              <a:solidFill>
                <a:srgbClr val="C6D8EB"/>
              </a:solidFill>
              <a:round/>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 | 01"/>
            <p:cNvSpPr txBox="1"/>
            <p:nvPr/>
          </p:nvSpPr>
          <p:spPr>
            <a:xfrm>
              <a:off x="565150" y="1677480"/>
              <a:ext cx="381000" cy="230759"/>
            </a:xfrm>
            <a:prstGeom prst="rect">
              <a:avLst/>
            </a:prstGeom>
            <a:noFill/>
          </p:spPr>
          <p:txBody>
            <a:bodyPr wrap="none" lIns="0" rIns="0" tIns="0" bIns="0" anchor="t" anchorCtr="0">
              <a:noAutofit/>
            </a:bodyPr>
            <a:lstStyle/>
            <a:p>
              <a:pPr algn="l">
                <a:lnSpc>
                  <a:spcPts val="1414"/>
                </a:lnSpc>
                <a:spcBef>
                  <a:spcPts val="0"/>
                </a:spcBef>
                <a:spcAft>
                  <a:spcPts val="0"/>
                </a:spcAft>
              </a:pPr>
              <a:r>
                <a:rPr sz="1150" b="1" lang="en-US">
                  <a:solidFill>
                    <a:srgbClr val="007D9D"/>
                  </a:solidFill>
                  <a:latin typeface="Arial"/>
                  <a:ea typeface="SimHei"/>
                </a:rPr>
                <a:t>01</a:t>
              </a:r>
            </a:p>
          </p:txBody>
        </p:sp>
        <p:sp>
          <p:nvSpPr>
            <p:cNvPr id="20" name="Text | Prepare Data"/>
            <p:cNvSpPr txBox="1"/>
            <p:nvPr/>
          </p:nvSpPr>
          <p:spPr>
            <a:xfrm>
              <a:off x="927100" y="1638490"/>
              <a:ext cx="1447800" cy="321056"/>
            </a:xfrm>
            <a:prstGeom prst="rect">
              <a:avLst/>
            </a:prstGeom>
            <a:noFill/>
          </p:spPr>
          <p:txBody>
            <a:bodyPr wrap="none" lIns="0" rIns="0" tIns="0" bIns="0" anchor="t" anchorCtr="0">
              <a:noAutofit/>
            </a:bodyPr>
            <a:lstStyle/>
            <a:p>
              <a:pPr algn="l">
                <a:lnSpc>
                  <a:spcPts val="1968"/>
                </a:lnSpc>
                <a:spcBef>
                  <a:spcPts val="0"/>
                </a:spcBef>
                <a:spcAft>
                  <a:spcPts val="0"/>
                </a:spcAft>
              </a:pPr>
              <a:r>
                <a:rPr sz="1600" b="1" lang="en-US">
                  <a:solidFill>
                    <a:srgbClr val="082D48"/>
                  </a:solidFill>
                  <a:latin typeface="Arial"/>
                  <a:ea typeface="SimHei"/>
                </a:rPr>
                <a:t>Prepare Data</a:t>
              </a:r>
            </a:p>
          </p:txBody>
        </p:sp>
        <p:pic>
          <p:nvPicPr>
            <p:cNvPr id="21" name="Picture | Independent image" descr="8f47fa394a6b9f34faa9cab5dd29fefa11f025f02bf330ae6a05abf32f9a8e95.png"/>
            <p:cNvPicPr>
              <a:picLocks noChangeAspect="1"/>
            </p:cNvPicPr>
            <p:nvPr/>
          </p:nvPicPr>
          <p:blipFill>
            <a:blip r:embed="rId3"/>
            <a:stretch>
              <a:fillRect/>
            </a:stretch>
          </p:blipFill>
          <p:spPr>
            <a:xfrm>
              <a:off x="648855" y="1987550"/>
              <a:ext cx="1648691" cy="1511300"/>
            </a:xfrm>
            <a:prstGeom prst="rect">
              <a:avLst/>
            </a:prstGeom>
          </p:spPr>
        </p:pic>
        <p:cxnSp>
          <p:nvCxnSpPr>
            <p:cNvPr id="22" name="Connector | 5"/>
            <p:cNvCxnSpPr/>
            <p:nvPr/>
          </p:nvCxnSpPr>
          <p:spPr>
            <a:xfrm>
              <a:off x="565150" y="3575050"/>
              <a:ext cx="1816100" cy="0"/>
            </a:xfrm>
            <a:prstGeom prst="line">
              <a:avLst/>
            </a:prstGeom>
            <a:ln w="6350" cap="rnd">
              <a:solidFill>
                <a:srgbClr val="C6D8EB"/>
              </a:solidFill>
              <a:round/>
            </a:ln>
          </p:spPr>
          <p:style>
            <a:lnRef idx="2">
              <a:schemeClr val="accent1"/>
            </a:lnRef>
            <a:fillRef idx="0">
              <a:schemeClr val="accent1"/>
            </a:fillRef>
            <a:effectRef idx="1">
              <a:schemeClr val="accent1"/>
            </a:effectRef>
            <a:fontRef idx="minor">
              <a:schemeClr val="tx1"/>
            </a:fontRef>
          </p:style>
        </p:cxnSp>
        <p:sp>
          <p:nvSpPr>
            <p:cNvPr id="23" name="Text | Import images &amp; labels"/>
            <p:cNvSpPr txBox="1"/>
            <p:nvPr/>
          </p:nvSpPr>
          <p:spPr>
            <a:xfrm>
              <a:off x="476250" y="3722814"/>
              <a:ext cx="1993900" cy="240792"/>
            </a:xfrm>
            <a:prstGeom prst="rect">
              <a:avLst/>
            </a:prstGeom>
            <a:noFill/>
          </p:spPr>
          <p:txBody>
            <a:bodyPr wrap="none" lIns="0" rIns="0" tIns="0" bIns="0" anchor="t" anchorCtr="0">
              <a:noAutofit/>
            </a:bodyPr>
            <a:lstStyle/>
            <a:p>
              <a:pPr algn="ctr">
                <a:lnSpc>
                  <a:spcPts val="1476"/>
                </a:lnSpc>
                <a:spcBef>
                  <a:spcPts val="0"/>
                </a:spcBef>
                <a:spcAft>
                  <a:spcPts val="0"/>
                </a:spcAft>
              </a:pPr>
              <a:r>
                <a:rPr sz="1200" b="0" lang="en-US">
                  <a:solidFill>
                    <a:srgbClr val="082D48"/>
                  </a:solidFill>
                  <a:latin typeface="Arial"/>
                  <a:ea typeface="SimHei"/>
                </a:rPr>
                <a:t>Import images &amp; labels</a:t>
              </a:r>
            </a:p>
          </p:txBody>
        </p:sp>
        <p:sp>
          <p:nvSpPr>
            <p:cNvPr id="24" name="Text | Convert formats · Review samples"/>
            <p:cNvSpPr txBox="1"/>
            <p:nvPr/>
          </p:nvSpPr>
          <p:spPr>
            <a:xfrm>
              <a:off x="476250" y="3988752"/>
              <a:ext cx="1993900" cy="197750"/>
            </a:xfrm>
            <a:prstGeom prst="rect">
              <a:avLst/>
            </a:prstGeom>
            <a:noFill/>
          </p:spPr>
          <p:txBody>
            <a:bodyPr wrap="none" lIns="0" rIns="0" tIns="0" bIns="0" anchor="t" anchorCtr="0">
              <a:noAutofit/>
            </a:bodyPr>
            <a:lstStyle/>
            <a:p>
              <a:pPr algn="ctr">
                <a:lnSpc>
                  <a:spcPts val="1212"/>
                </a:lnSpc>
                <a:spcBef>
                  <a:spcPts val="0"/>
                </a:spcBef>
                <a:spcAft>
                  <a:spcPts val="0"/>
                </a:spcAft>
              </a:pPr>
              <a:r>
                <a:rPr sz="985" b="0" lang="en-US">
                  <a:solidFill>
                    <a:srgbClr val="4C6B83"/>
                  </a:solidFill>
                  <a:latin typeface="Arial"/>
                  <a:ea typeface="SimHei"/>
                </a:rPr>
                <a:t>Convert formats · Review samples</a:t>
              </a:r>
            </a:p>
          </p:txBody>
        </p:sp>
      </p:grpSp>
      <p:cxnSp>
        <p:nvCxnSpPr>
          <p:cNvPr id="25" name="Connector | 6"/>
          <p:cNvCxnSpPr/>
          <p:nvPr/>
        </p:nvCxnSpPr>
        <p:spPr>
          <a:xfrm>
            <a:off x="2571750" y="2908300"/>
            <a:ext cx="114300" cy="0"/>
          </a:xfrm>
          <a:prstGeom prst="line">
            <a:avLst/>
          </a:prstGeom>
          <a:ln w="12700" cap="rnd">
            <a:solidFill>
              <a:srgbClr val="007D9D"/>
            </a:solidFill>
            <a:round/>
            <a:tailEnd type="arrow" w="sm" len="sm"/>
          </a:ln>
        </p:spPr>
        <p:style>
          <a:lnRef idx="2">
            <a:schemeClr val="accent1"/>
          </a:lnRef>
          <a:fillRef idx="0">
            <a:schemeClr val="accent1"/>
          </a:fillRef>
          <a:effectRef idx="1">
            <a:schemeClr val="accent1"/>
          </a:effectRef>
          <a:fontRef idx="minor">
            <a:schemeClr val="tx1"/>
          </a:fontRef>
        </p:style>
      </p:cxnSp>
      <p:grpSp>
        <p:nvGrpSpPr>
          <p:cNvPr id="26" name="Node | Configure"/>
          <p:cNvGrpSpPr/>
          <p:nvPr/>
        </p:nvGrpSpPr>
        <p:grpSpPr>
          <a:xfrm>
            <a:off x="2717800" y="1543050"/>
            <a:ext cx="2133600" cy="2781300"/>
            <a:chOff x="2717800" y="1543050"/>
            <a:chExt cx="2133600" cy="2781300"/>
          </a:xfrm>
        </p:grpSpPr>
        <p:sp>
          <p:nvSpPr>
            <p:cNvPr id="27" name="Panel | 3"/>
            <p:cNvSpPr/>
            <p:nvPr/>
          </p:nvSpPr>
          <p:spPr>
            <a:xfrm>
              <a:off x="2717800" y="1543050"/>
              <a:ext cx="2133600" cy="2781300"/>
            </a:xfrm>
            <a:prstGeom prst="roundRect">
              <a:avLst>
                <a:gd name="adj" fmla="val 5952"/>
              </a:avLst>
            </a:prstGeom>
            <a:solidFill>
              <a:srgbClr val="FFFFFF"/>
            </a:solidFill>
            <a:ln w="6350" cap="rnd">
              <a:solidFill>
                <a:srgbClr val="C6D8EB"/>
              </a:solidFill>
              <a:round/>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 | 02"/>
            <p:cNvSpPr txBox="1"/>
            <p:nvPr/>
          </p:nvSpPr>
          <p:spPr>
            <a:xfrm>
              <a:off x="2876550" y="1677480"/>
              <a:ext cx="381000" cy="230759"/>
            </a:xfrm>
            <a:prstGeom prst="rect">
              <a:avLst/>
            </a:prstGeom>
            <a:noFill/>
          </p:spPr>
          <p:txBody>
            <a:bodyPr wrap="none" lIns="0" rIns="0" tIns="0" bIns="0" anchor="t" anchorCtr="0">
              <a:noAutofit/>
            </a:bodyPr>
            <a:lstStyle/>
            <a:p>
              <a:pPr algn="l">
                <a:lnSpc>
                  <a:spcPts val="1414"/>
                </a:lnSpc>
                <a:spcBef>
                  <a:spcPts val="0"/>
                </a:spcBef>
                <a:spcAft>
                  <a:spcPts val="0"/>
                </a:spcAft>
              </a:pPr>
              <a:r>
                <a:rPr sz="1150" b="1" lang="en-US">
                  <a:solidFill>
                    <a:srgbClr val="007D9D"/>
                  </a:solidFill>
                  <a:latin typeface="Arial"/>
                  <a:ea typeface="SimHei"/>
                </a:rPr>
                <a:t>02</a:t>
              </a:r>
            </a:p>
          </p:txBody>
        </p:sp>
        <p:sp>
          <p:nvSpPr>
            <p:cNvPr id="29" name="Text | Configure"/>
            <p:cNvSpPr txBox="1"/>
            <p:nvPr/>
          </p:nvSpPr>
          <p:spPr>
            <a:xfrm>
              <a:off x="3238500" y="1638490"/>
              <a:ext cx="1447800" cy="321056"/>
            </a:xfrm>
            <a:prstGeom prst="rect">
              <a:avLst/>
            </a:prstGeom>
            <a:noFill/>
          </p:spPr>
          <p:txBody>
            <a:bodyPr wrap="none" lIns="0" rIns="0" tIns="0" bIns="0" anchor="t" anchorCtr="0">
              <a:noAutofit/>
            </a:bodyPr>
            <a:lstStyle/>
            <a:p>
              <a:pPr algn="l">
                <a:lnSpc>
                  <a:spcPts val="1968"/>
                </a:lnSpc>
                <a:spcBef>
                  <a:spcPts val="0"/>
                </a:spcBef>
                <a:spcAft>
                  <a:spcPts val="0"/>
                </a:spcAft>
              </a:pPr>
              <a:r>
                <a:rPr sz="1600" b="1" lang="en-US">
                  <a:solidFill>
                    <a:srgbClr val="082D48"/>
                  </a:solidFill>
                  <a:latin typeface="Arial"/>
                  <a:ea typeface="SimHei"/>
                </a:rPr>
                <a:t>Configure</a:t>
              </a:r>
            </a:p>
          </p:txBody>
        </p:sp>
        <p:pic>
          <p:nvPicPr>
            <p:cNvPr id="30" name="Picture | Independent image" descr="2ee78d4bd8cc4cc462affc22d7629177eb607dcfce7e5fb3670d2a1b2b9cffb8.png"/>
            <p:cNvPicPr>
              <a:picLocks noChangeAspect="1"/>
            </p:cNvPicPr>
            <p:nvPr/>
          </p:nvPicPr>
          <p:blipFill>
            <a:blip r:embed="rId4"/>
            <a:stretch>
              <a:fillRect/>
            </a:stretch>
          </p:blipFill>
          <p:spPr>
            <a:xfrm>
              <a:off x="2960255" y="1987550"/>
              <a:ext cx="1648691" cy="1511300"/>
            </a:xfrm>
            <a:prstGeom prst="rect">
              <a:avLst/>
            </a:prstGeom>
          </p:spPr>
        </p:pic>
        <p:cxnSp>
          <p:nvCxnSpPr>
            <p:cNvPr id="31" name="Connector | 7"/>
            <p:cNvCxnSpPr/>
            <p:nvPr/>
          </p:nvCxnSpPr>
          <p:spPr>
            <a:xfrm>
              <a:off x="2876550" y="3575050"/>
              <a:ext cx="1816100" cy="0"/>
            </a:xfrm>
            <a:prstGeom prst="line">
              <a:avLst/>
            </a:prstGeom>
            <a:ln w="6350" cap="rnd">
              <a:solidFill>
                <a:srgbClr val="C6D8EB"/>
              </a:solidFill>
              <a:round/>
            </a:ln>
          </p:spPr>
          <p:style>
            <a:lnRef idx="2">
              <a:schemeClr val="accent1"/>
            </a:lnRef>
            <a:fillRef idx="0">
              <a:schemeClr val="accent1"/>
            </a:fillRef>
            <a:effectRef idx="1">
              <a:schemeClr val="accent1"/>
            </a:effectRef>
            <a:fontRef idx="minor">
              <a:schemeClr val="tx1"/>
            </a:fontRef>
          </p:style>
        </p:cxnSp>
        <p:sp>
          <p:nvSpPr>
            <p:cNvPr id="32" name="Text | Dataset + Model + Parameters"/>
            <p:cNvSpPr txBox="1"/>
            <p:nvPr/>
          </p:nvSpPr>
          <p:spPr>
            <a:xfrm>
              <a:off x="2787650" y="3733355"/>
              <a:ext cx="1993900" cy="222432"/>
            </a:xfrm>
            <a:prstGeom prst="rect">
              <a:avLst/>
            </a:prstGeom>
            <a:noFill/>
          </p:spPr>
          <p:txBody>
            <a:bodyPr wrap="none" lIns="0" rIns="0" tIns="0" bIns="0" anchor="t" anchorCtr="0">
              <a:noAutofit/>
            </a:bodyPr>
            <a:lstStyle/>
            <a:p>
              <a:pPr algn="ctr">
                <a:lnSpc>
                  <a:spcPts val="1363"/>
                </a:lnSpc>
                <a:spcBef>
                  <a:spcPts val="0"/>
                </a:spcBef>
                <a:spcAft>
                  <a:spcPts val="0"/>
                </a:spcAft>
              </a:pPr>
              <a:r>
                <a:rPr sz="1108" b="0" lang="en-US">
                  <a:solidFill>
                    <a:srgbClr val="082D48"/>
                  </a:solidFill>
                  <a:latin typeface="Arial"/>
                  <a:ea typeface="SimHei"/>
                </a:rPr>
                <a:t>Dataset + Model + Parameters</a:t>
              </a:r>
            </a:p>
          </p:txBody>
        </p:sp>
        <p:sp>
          <p:nvSpPr>
            <p:cNvPr id="33" name="Text | Reusable templates · Visual setup"/>
            <p:cNvSpPr txBox="1"/>
            <p:nvPr/>
          </p:nvSpPr>
          <p:spPr>
            <a:xfrm>
              <a:off x="2787650" y="3987800"/>
              <a:ext cx="1993900" cy="199456"/>
            </a:xfrm>
            <a:prstGeom prst="rect">
              <a:avLst/>
            </a:prstGeom>
            <a:noFill/>
          </p:spPr>
          <p:txBody>
            <a:bodyPr wrap="none" lIns="0" rIns="0" tIns="0" bIns="0" anchor="t" anchorCtr="0">
              <a:noAutofit/>
            </a:bodyPr>
            <a:lstStyle/>
            <a:p>
              <a:pPr algn="ctr">
                <a:lnSpc>
                  <a:spcPts val="1222"/>
                </a:lnSpc>
                <a:spcBef>
                  <a:spcPts val="0"/>
                </a:spcBef>
                <a:spcAft>
                  <a:spcPts val="0"/>
                </a:spcAft>
              </a:pPr>
              <a:r>
                <a:rPr sz="994" b="0" lang="en-US">
                  <a:solidFill>
                    <a:srgbClr val="4C6B83"/>
                  </a:solidFill>
                  <a:latin typeface="Arial"/>
                  <a:ea typeface="SimHei"/>
                </a:rPr>
                <a:t>Reusable templates · Visual setup</a:t>
              </a:r>
            </a:p>
          </p:txBody>
        </p:sp>
      </p:grpSp>
      <p:cxnSp>
        <p:nvCxnSpPr>
          <p:cNvPr id="34" name="Connector | 8"/>
          <p:cNvCxnSpPr/>
          <p:nvPr/>
        </p:nvCxnSpPr>
        <p:spPr>
          <a:xfrm>
            <a:off x="4883150" y="2908300"/>
            <a:ext cx="114300" cy="0"/>
          </a:xfrm>
          <a:prstGeom prst="line">
            <a:avLst/>
          </a:prstGeom>
          <a:ln w="12700" cap="rnd">
            <a:solidFill>
              <a:srgbClr val="007D9D"/>
            </a:solidFill>
            <a:round/>
            <a:tailEnd type="arrow" w="sm" len="sm"/>
          </a:ln>
        </p:spPr>
        <p:style>
          <a:lnRef idx="2">
            <a:schemeClr val="accent1"/>
          </a:lnRef>
          <a:fillRef idx="0">
            <a:schemeClr val="accent1"/>
          </a:fillRef>
          <a:effectRef idx="1">
            <a:schemeClr val="accent1"/>
          </a:effectRef>
          <a:fontRef idx="minor">
            <a:schemeClr val="tx1"/>
          </a:fontRef>
        </p:style>
      </p:cxnSp>
      <p:grpSp>
        <p:nvGrpSpPr>
          <p:cNvPr id="35" name="Node | Training Monitor"/>
          <p:cNvGrpSpPr/>
          <p:nvPr/>
        </p:nvGrpSpPr>
        <p:grpSpPr>
          <a:xfrm>
            <a:off x="5029200" y="1543050"/>
            <a:ext cx="2133600" cy="2781300"/>
            <a:chOff x="5029200" y="1543050"/>
            <a:chExt cx="2133600" cy="2781300"/>
          </a:xfrm>
        </p:grpSpPr>
        <p:sp>
          <p:nvSpPr>
            <p:cNvPr id="36" name="Panel | 4"/>
            <p:cNvSpPr/>
            <p:nvPr/>
          </p:nvSpPr>
          <p:spPr>
            <a:xfrm>
              <a:off x="5029200" y="1543050"/>
              <a:ext cx="2133600" cy="2781300"/>
            </a:xfrm>
            <a:prstGeom prst="roundRect">
              <a:avLst>
                <a:gd name="adj" fmla="val 5952"/>
              </a:avLst>
            </a:prstGeom>
            <a:solidFill>
              <a:srgbClr val="FFFFFF"/>
            </a:solidFill>
            <a:ln w="6350" cap="rnd">
              <a:solidFill>
                <a:srgbClr val="C6D8EB"/>
              </a:solidFill>
              <a:round/>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 | 03"/>
            <p:cNvSpPr txBox="1"/>
            <p:nvPr/>
          </p:nvSpPr>
          <p:spPr>
            <a:xfrm>
              <a:off x="5187950" y="1677480"/>
              <a:ext cx="381000" cy="230759"/>
            </a:xfrm>
            <a:prstGeom prst="rect">
              <a:avLst/>
            </a:prstGeom>
            <a:noFill/>
          </p:spPr>
          <p:txBody>
            <a:bodyPr wrap="none" lIns="0" rIns="0" tIns="0" bIns="0" anchor="t" anchorCtr="0">
              <a:noAutofit/>
            </a:bodyPr>
            <a:lstStyle/>
            <a:p>
              <a:pPr algn="l">
                <a:lnSpc>
                  <a:spcPts val="1414"/>
                </a:lnSpc>
                <a:spcBef>
                  <a:spcPts val="0"/>
                </a:spcBef>
                <a:spcAft>
                  <a:spcPts val="0"/>
                </a:spcAft>
              </a:pPr>
              <a:r>
                <a:rPr sz="1150" b="1" lang="en-US">
                  <a:solidFill>
                    <a:srgbClr val="007D9D"/>
                  </a:solidFill>
                  <a:latin typeface="Arial"/>
                  <a:ea typeface="SimHei"/>
                </a:rPr>
                <a:t>03</a:t>
              </a:r>
            </a:p>
          </p:txBody>
        </p:sp>
        <p:sp>
          <p:nvSpPr>
            <p:cNvPr id="38" name="Text | Training Monitor"/>
            <p:cNvSpPr txBox="1"/>
            <p:nvPr/>
          </p:nvSpPr>
          <p:spPr>
            <a:xfrm>
              <a:off x="5549900" y="1663129"/>
              <a:ext cx="1447800" cy="278014"/>
            </a:xfrm>
            <a:prstGeom prst="rect">
              <a:avLst/>
            </a:prstGeom>
            <a:noFill/>
          </p:spPr>
          <p:txBody>
            <a:bodyPr wrap="none" lIns="0" rIns="0" tIns="0" bIns="0" anchor="t" anchorCtr="0">
              <a:noAutofit/>
            </a:bodyPr>
            <a:lstStyle/>
            <a:p>
              <a:pPr algn="l">
                <a:lnSpc>
                  <a:spcPts val="1704"/>
                </a:lnSpc>
                <a:spcBef>
                  <a:spcPts val="0"/>
                </a:spcBef>
                <a:spcAft>
                  <a:spcPts val="0"/>
                </a:spcAft>
              </a:pPr>
              <a:r>
                <a:rPr sz="1385" b="1" lang="en-US">
                  <a:solidFill>
                    <a:srgbClr val="082D48"/>
                  </a:solidFill>
                  <a:latin typeface="Arial"/>
                  <a:ea typeface="SimHei"/>
                </a:rPr>
                <a:t>Training Monitor</a:t>
              </a:r>
            </a:p>
          </p:txBody>
        </p:sp>
        <p:pic>
          <p:nvPicPr>
            <p:cNvPr id="39" name="Picture | Independent image" descr="a2781e6fc1b0657c84d60247567a5473eac6014ff0a41bdab4c3f63f6bae7f6c.png"/>
            <p:cNvPicPr>
              <a:picLocks noChangeAspect="1"/>
            </p:cNvPicPr>
            <p:nvPr/>
          </p:nvPicPr>
          <p:blipFill>
            <a:blip r:embed="rId5"/>
            <a:stretch>
              <a:fillRect/>
            </a:stretch>
          </p:blipFill>
          <p:spPr>
            <a:xfrm>
              <a:off x="5271655" y="1987550"/>
              <a:ext cx="1648691" cy="1511300"/>
            </a:xfrm>
            <a:prstGeom prst="rect">
              <a:avLst/>
            </a:prstGeom>
          </p:spPr>
        </p:pic>
        <p:cxnSp>
          <p:nvCxnSpPr>
            <p:cNvPr id="40" name="Connector | 9"/>
            <p:cNvCxnSpPr/>
            <p:nvPr/>
          </p:nvCxnSpPr>
          <p:spPr>
            <a:xfrm>
              <a:off x="5187950" y="3575050"/>
              <a:ext cx="1816100" cy="0"/>
            </a:xfrm>
            <a:prstGeom prst="line">
              <a:avLst/>
            </a:prstGeom>
            <a:ln w="6350" cap="rnd">
              <a:solidFill>
                <a:srgbClr val="C6D8EB"/>
              </a:solidFill>
              <a:round/>
            </a:ln>
          </p:spPr>
          <p:style>
            <a:lnRef idx="2">
              <a:schemeClr val="accent1"/>
            </a:lnRef>
            <a:fillRef idx="0">
              <a:schemeClr val="accent1"/>
            </a:fillRef>
            <a:effectRef idx="1">
              <a:schemeClr val="accent1"/>
            </a:effectRef>
            <a:fontRef idx="minor">
              <a:schemeClr val="tx1"/>
            </a:fontRef>
          </p:style>
        </p:cxnSp>
        <p:sp>
          <p:nvSpPr>
            <p:cNvPr id="41" name="Text | Run jobs · Track training"/>
            <p:cNvSpPr txBox="1"/>
            <p:nvPr/>
          </p:nvSpPr>
          <p:spPr>
            <a:xfrm>
              <a:off x="5099050" y="3722814"/>
              <a:ext cx="1993900" cy="240792"/>
            </a:xfrm>
            <a:prstGeom prst="rect">
              <a:avLst/>
            </a:prstGeom>
            <a:noFill/>
          </p:spPr>
          <p:txBody>
            <a:bodyPr wrap="none" lIns="0" rIns="0" tIns="0" bIns="0" anchor="t" anchorCtr="0">
              <a:noAutofit/>
            </a:bodyPr>
            <a:lstStyle/>
            <a:p>
              <a:pPr algn="ctr">
                <a:lnSpc>
                  <a:spcPts val="1476"/>
                </a:lnSpc>
                <a:spcBef>
                  <a:spcPts val="0"/>
                </a:spcBef>
                <a:spcAft>
                  <a:spcPts val="0"/>
                </a:spcAft>
              </a:pPr>
              <a:r>
                <a:rPr sz="1200" b="0" lang="en-US">
                  <a:solidFill>
                    <a:srgbClr val="082D48"/>
                  </a:solidFill>
                  <a:latin typeface="Arial"/>
                  <a:ea typeface="SimHei"/>
                </a:rPr>
                <a:t>Run jobs · Track training</a:t>
              </a:r>
            </a:p>
          </p:txBody>
        </p:sp>
        <p:sp>
          <p:nvSpPr>
            <p:cNvPr id="42" name="Text | Progress · Loss · Metrics"/>
            <p:cNvSpPr txBox="1"/>
            <p:nvPr/>
          </p:nvSpPr>
          <p:spPr>
            <a:xfrm>
              <a:off x="5099050" y="3969829"/>
              <a:ext cx="1993900" cy="230759"/>
            </a:xfrm>
            <a:prstGeom prst="rect">
              <a:avLst/>
            </a:prstGeom>
            <a:noFill/>
          </p:spPr>
          <p:txBody>
            <a:bodyPr wrap="none" lIns="0" rIns="0" tIns="0" bIns="0" anchor="t" anchorCtr="0">
              <a:noAutofit/>
            </a:bodyPr>
            <a:lstStyle/>
            <a:p>
              <a:pPr algn="ctr">
                <a:lnSpc>
                  <a:spcPts val="1414"/>
                </a:lnSpc>
                <a:spcBef>
                  <a:spcPts val="0"/>
                </a:spcBef>
                <a:spcAft>
                  <a:spcPts val="0"/>
                </a:spcAft>
              </a:pPr>
              <a:r>
                <a:rPr sz="1150" b="0" lang="en-US">
                  <a:solidFill>
                    <a:srgbClr val="4C6B83"/>
                  </a:solidFill>
                  <a:latin typeface="Arial"/>
                  <a:ea typeface="SimHei"/>
                </a:rPr>
                <a:t>Progress · Loss · Metrics</a:t>
              </a:r>
            </a:p>
          </p:txBody>
        </p:sp>
      </p:grpSp>
      <p:cxnSp>
        <p:nvCxnSpPr>
          <p:cNvPr id="43" name="Connector | 10"/>
          <p:cNvCxnSpPr/>
          <p:nvPr/>
        </p:nvCxnSpPr>
        <p:spPr>
          <a:xfrm>
            <a:off x="7194550" y="2908300"/>
            <a:ext cx="114300" cy="0"/>
          </a:xfrm>
          <a:prstGeom prst="line">
            <a:avLst/>
          </a:prstGeom>
          <a:ln w="12700" cap="rnd">
            <a:solidFill>
              <a:srgbClr val="007D9D"/>
            </a:solidFill>
            <a:round/>
            <a:tailEnd type="arrow" w="sm" len="sm"/>
          </a:ln>
        </p:spPr>
        <p:style>
          <a:lnRef idx="2">
            <a:schemeClr val="accent1"/>
          </a:lnRef>
          <a:fillRef idx="0">
            <a:schemeClr val="accent1"/>
          </a:fillRef>
          <a:effectRef idx="1">
            <a:schemeClr val="accent1"/>
          </a:effectRef>
          <a:fontRef idx="minor">
            <a:schemeClr val="tx1"/>
          </a:fontRef>
        </p:style>
      </p:cxnSp>
      <p:grpSp>
        <p:nvGrpSpPr>
          <p:cNvPr id="44" name="Node | Validate"/>
          <p:cNvGrpSpPr/>
          <p:nvPr/>
        </p:nvGrpSpPr>
        <p:grpSpPr>
          <a:xfrm>
            <a:off x="7340600" y="1543050"/>
            <a:ext cx="2133600" cy="2781300"/>
            <a:chOff x="7340600" y="1543050"/>
            <a:chExt cx="2133600" cy="2781300"/>
          </a:xfrm>
        </p:grpSpPr>
        <p:sp>
          <p:nvSpPr>
            <p:cNvPr id="45" name="Panel | 5"/>
            <p:cNvSpPr/>
            <p:nvPr/>
          </p:nvSpPr>
          <p:spPr>
            <a:xfrm>
              <a:off x="7340600" y="1543050"/>
              <a:ext cx="2133600" cy="2781300"/>
            </a:xfrm>
            <a:prstGeom prst="roundRect">
              <a:avLst>
                <a:gd name="adj" fmla="val 5952"/>
              </a:avLst>
            </a:prstGeom>
            <a:solidFill>
              <a:srgbClr val="FFFFFF"/>
            </a:solidFill>
            <a:ln w="6350" cap="rnd">
              <a:solidFill>
                <a:srgbClr val="C6D8EB"/>
              </a:solidFill>
              <a:round/>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 | 04"/>
            <p:cNvSpPr txBox="1"/>
            <p:nvPr/>
          </p:nvSpPr>
          <p:spPr>
            <a:xfrm>
              <a:off x="7499350" y="1677480"/>
              <a:ext cx="381000" cy="230759"/>
            </a:xfrm>
            <a:prstGeom prst="rect">
              <a:avLst/>
            </a:prstGeom>
            <a:noFill/>
          </p:spPr>
          <p:txBody>
            <a:bodyPr wrap="none" lIns="0" rIns="0" tIns="0" bIns="0" anchor="t" anchorCtr="0">
              <a:noAutofit/>
            </a:bodyPr>
            <a:lstStyle/>
            <a:p>
              <a:pPr algn="l">
                <a:lnSpc>
                  <a:spcPts val="1414"/>
                </a:lnSpc>
                <a:spcBef>
                  <a:spcPts val="0"/>
                </a:spcBef>
                <a:spcAft>
                  <a:spcPts val="0"/>
                </a:spcAft>
              </a:pPr>
              <a:r>
                <a:rPr sz="1150" b="1" lang="en-US">
                  <a:solidFill>
                    <a:srgbClr val="007D9D"/>
                  </a:solidFill>
                  <a:latin typeface="Arial"/>
                  <a:ea typeface="SimHei"/>
                </a:rPr>
                <a:t>04</a:t>
              </a:r>
            </a:p>
          </p:txBody>
        </p:sp>
        <p:sp>
          <p:nvSpPr>
            <p:cNvPr id="47" name="Text | Validate"/>
            <p:cNvSpPr txBox="1"/>
            <p:nvPr/>
          </p:nvSpPr>
          <p:spPr>
            <a:xfrm>
              <a:off x="7861300" y="1638490"/>
              <a:ext cx="1447800" cy="321056"/>
            </a:xfrm>
            <a:prstGeom prst="rect">
              <a:avLst/>
            </a:prstGeom>
            <a:noFill/>
          </p:spPr>
          <p:txBody>
            <a:bodyPr wrap="none" lIns="0" rIns="0" tIns="0" bIns="0" anchor="t" anchorCtr="0">
              <a:noAutofit/>
            </a:bodyPr>
            <a:lstStyle/>
            <a:p>
              <a:pPr algn="l">
                <a:lnSpc>
                  <a:spcPts val="1968"/>
                </a:lnSpc>
                <a:spcBef>
                  <a:spcPts val="0"/>
                </a:spcBef>
                <a:spcAft>
                  <a:spcPts val="0"/>
                </a:spcAft>
              </a:pPr>
              <a:r>
                <a:rPr sz="1600" b="1" lang="en-US">
                  <a:solidFill>
                    <a:srgbClr val="082D48"/>
                  </a:solidFill>
                  <a:latin typeface="Arial"/>
                  <a:ea typeface="SimHei"/>
                </a:rPr>
                <a:t>Validate</a:t>
              </a:r>
            </a:p>
          </p:txBody>
        </p:sp>
        <p:pic>
          <p:nvPicPr>
            <p:cNvPr id="48" name="Picture | Independent image" descr="9d8a396ed4272854fb93ae8fa019b1c482371fd2a5043a2fbf37b1757aef0d47.png"/>
            <p:cNvPicPr>
              <a:picLocks noChangeAspect="1"/>
            </p:cNvPicPr>
            <p:nvPr/>
          </p:nvPicPr>
          <p:blipFill>
            <a:blip r:embed="rId6"/>
            <a:stretch>
              <a:fillRect/>
            </a:stretch>
          </p:blipFill>
          <p:spPr>
            <a:xfrm>
              <a:off x="7583055" y="1987550"/>
              <a:ext cx="1648691" cy="1511300"/>
            </a:xfrm>
            <a:prstGeom prst="rect">
              <a:avLst/>
            </a:prstGeom>
          </p:spPr>
        </p:pic>
        <p:cxnSp>
          <p:nvCxnSpPr>
            <p:cNvPr id="49" name="Connector | 11"/>
            <p:cNvCxnSpPr/>
            <p:nvPr/>
          </p:nvCxnSpPr>
          <p:spPr>
            <a:xfrm>
              <a:off x="7499350" y="3575050"/>
              <a:ext cx="1816100" cy="0"/>
            </a:xfrm>
            <a:prstGeom prst="line">
              <a:avLst/>
            </a:prstGeom>
            <a:ln w="6350" cap="rnd">
              <a:solidFill>
                <a:srgbClr val="C6D8EB"/>
              </a:solidFill>
              <a:round/>
            </a:ln>
          </p:spPr>
          <p:style>
            <a:lnRef idx="2">
              <a:schemeClr val="accent1"/>
            </a:lnRef>
            <a:fillRef idx="0">
              <a:schemeClr val="accent1"/>
            </a:fillRef>
            <a:effectRef idx="1">
              <a:schemeClr val="accent1"/>
            </a:effectRef>
            <a:fontRef idx="minor">
              <a:schemeClr val="tx1"/>
            </a:fontRef>
          </p:style>
        </p:cxnSp>
        <p:sp>
          <p:nvSpPr>
            <p:cNvPr id="50" name="Text | Evaluate · Preview predictions"/>
            <p:cNvSpPr txBox="1"/>
            <p:nvPr/>
          </p:nvSpPr>
          <p:spPr>
            <a:xfrm>
              <a:off x="7410450" y="3731514"/>
              <a:ext cx="1993900" cy="225642"/>
            </a:xfrm>
            <a:prstGeom prst="rect">
              <a:avLst/>
            </a:prstGeom>
            <a:noFill/>
          </p:spPr>
          <p:txBody>
            <a:bodyPr wrap="none" lIns="0" rIns="0" tIns="0" bIns="0" anchor="t" anchorCtr="0">
              <a:noAutofit/>
            </a:bodyPr>
            <a:lstStyle/>
            <a:p>
              <a:pPr algn="ctr">
                <a:lnSpc>
                  <a:spcPts val="1383"/>
                </a:lnSpc>
                <a:spcBef>
                  <a:spcPts val="0"/>
                </a:spcBef>
                <a:spcAft>
                  <a:spcPts val="0"/>
                </a:spcAft>
              </a:pPr>
              <a:r>
                <a:rPr sz="1124" b="0" lang="en-US">
                  <a:solidFill>
                    <a:srgbClr val="082D48"/>
                  </a:solidFill>
                  <a:latin typeface="Arial"/>
                  <a:ea typeface="SimHei"/>
                </a:rPr>
                <a:t>Evaluate · Preview predictions</a:t>
              </a:r>
            </a:p>
          </p:txBody>
        </p:sp>
        <p:sp>
          <p:nvSpPr>
            <p:cNvPr id="51" name="Text | Inspect results · Assess readiness"/>
            <p:cNvSpPr txBox="1"/>
            <p:nvPr/>
          </p:nvSpPr>
          <p:spPr>
            <a:xfrm>
              <a:off x="7410450" y="3987990"/>
              <a:ext cx="1993900" cy="199155"/>
            </a:xfrm>
            <a:prstGeom prst="rect">
              <a:avLst/>
            </a:prstGeom>
            <a:noFill/>
          </p:spPr>
          <p:txBody>
            <a:bodyPr wrap="none" lIns="0" rIns="0" tIns="0" bIns="0" anchor="t" anchorCtr="0">
              <a:noAutofit/>
            </a:bodyPr>
            <a:lstStyle/>
            <a:p>
              <a:pPr algn="ctr">
                <a:lnSpc>
                  <a:spcPts val="1220"/>
                </a:lnSpc>
                <a:spcBef>
                  <a:spcPts val="0"/>
                </a:spcBef>
                <a:spcAft>
                  <a:spcPts val="0"/>
                </a:spcAft>
              </a:pPr>
              <a:r>
                <a:rPr sz="992" b="0" lang="en-US">
                  <a:solidFill>
                    <a:srgbClr val="4C6B83"/>
                  </a:solidFill>
                  <a:latin typeface="Arial"/>
                  <a:ea typeface="SimHei"/>
                </a:rPr>
                <a:t>Inspect results · Assess readiness</a:t>
              </a:r>
            </a:p>
          </p:txBody>
        </p:sp>
      </p:grpSp>
      <p:cxnSp>
        <p:nvCxnSpPr>
          <p:cNvPr id="52" name="Connector | 12"/>
          <p:cNvCxnSpPr/>
          <p:nvPr/>
        </p:nvCxnSpPr>
        <p:spPr>
          <a:xfrm>
            <a:off x="9505950" y="2908300"/>
            <a:ext cx="114300" cy="0"/>
          </a:xfrm>
          <a:prstGeom prst="line">
            <a:avLst/>
          </a:prstGeom>
          <a:ln w="12700" cap="rnd">
            <a:solidFill>
              <a:srgbClr val="007D9D"/>
            </a:solidFill>
            <a:round/>
            <a:tailEnd type="arrow" w="sm" len="sm"/>
          </a:ln>
        </p:spPr>
        <p:style>
          <a:lnRef idx="2">
            <a:schemeClr val="accent1"/>
          </a:lnRef>
          <a:fillRef idx="0">
            <a:schemeClr val="accent1"/>
          </a:fillRef>
          <a:effectRef idx="1">
            <a:schemeClr val="accent1"/>
          </a:effectRef>
          <a:fontRef idx="minor">
            <a:schemeClr val="tx1"/>
          </a:fontRef>
        </p:style>
      </p:cxnSp>
      <p:grpSp>
        <p:nvGrpSpPr>
          <p:cNvPr id="53" name="Node | Deliver Models"/>
          <p:cNvGrpSpPr/>
          <p:nvPr/>
        </p:nvGrpSpPr>
        <p:grpSpPr>
          <a:xfrm>
            <a:off x="9652000" y="1543050"/>
            <a:ext cx="2133600" cy="2781300"/>
            <a:chOff x="9652000" y="1543050"/>
            <a:chExt cx="2133600" cy="2781300"/>
          </a:xfrm>
        </p:grpSpPr>
        <p:sp>
          <p:nvSpPr>
            <p:cNvPr id="54" name="Panel | 6"/>
            <p:cNvSpPr/>
            <p:nvPr/>
          </p:nvSpPr>
          <p:spPr>
            <a:xfrm>
              <a:off x="9652000" y="1543050"/>
              <a:ext cx="2133600" cy="2781300"/>
            </a:xfrm>
            <a:prstGeom prst="roundRect">
              <a:avLst>
                <a:gd name="adj" fmla="val 5952"/>
              </a:avLst>
            </a:prstGeom>
            <a:solidFill>
              <a:srgbClr val="FFFFFF"/>
            </a:solidFill>
            <a:ln w="6350" cap="rnd">
              <a:solidFill>
                <a:srgbClr val="C6D8EB"/>
              </a:solidFill>
              <a:round/>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 | 05"/>
            <p:cNvSpPr txBox="1"/>
            <p:nvPr/>
          </p:nvSpPr>
          <p:spPr>
            <a:xfrm>
              <a:off x="9810750" y="1677480"/>
              <a:ext cx="381000" cy="230759"/>
            </a:xfrm>
            <a:prstGeom prst="rect">
              <a:avLst/>
            </a:prstGeom>
            <a:noFill/>
          </p:spPr>
          <p:txBody>
            <a:bodyPr wrap="none" lIns="0" rIns="0" tIns="0" bIns="0" anchor="t" anchorCtr="0">
              <a:noAutofit/>
            </a:bodyPr>
            <a:lstStyle/>
            <a:p>
              <a:pPr algn="l">
                <a:lnSpc>
                  <a:spcPts val="1414"/>
                </a:lnSpc>
                <a:spcBef>
                  <a:spcPts val="0"/>
                </a:spcBef>
                <a:spcAft>
                  <a:spcPts val="0"/>
                </a:spcAft>
              </a:pPr>
              <a:r>
                <a:rPr sz="1150" b="1" lang="en-US">
                  <a:solidFill>
                    <a:srgbClr val="007D9D"/>
                  </a:solidFill>
                  <a:latin typeface="Arial"/>
                  <a:ea typeface="SimHei"/>
                </a:rPr>
                <a:t>05</a:t>
              </a:r>
            </a:p>
          </p:txBody>
        </p:sp>
        <p:sp>
          <p:nvSpPr>
            <p:cNvPr id="56" name="Text | Deliver Models"/>
            <p:cNvSpPr txBox="1"/>
            <p:nvPr/>
          </p:nvSpPr>
          <p:spPr>
            <a:xfrm>
              <a:off x="10172700" y="1644269"/>
              <a:ext cx="1447800" cy="310923"/>
            </a:xfrm>
            <a:prstGeom prst="rect">
              <a:avLst/>
            </a:prstGeom>
            <a:noFill/>
          </p:spPr>
          <p:txBody>
            <a:bodyPr wrap="none" lIns="0" rIns="0" tIns="0" bIns="0" anchor="t" anchorCtr="0">
              <a:noAutofit/>
            </a:bodyPr>
            <a:lstStyle/>
            <a:p>
              <a:pPr algn="l">
                <a:lnSpc>
                  <a:spcPts val="1905"/>
                </a:lnSpc>
                <a:spcBef>
                  <a:spcPts val="0"/>
                </a:spcBef>
                <a:spcAft>
                  <a:spcPts val="0"/>
                </a:spcAft>
              </a:pPr>
              <a:r>
                <a:rPr sz="1549" b="1" lang="en-US">
                  <a:solidFill>
                    <a:srgbClr val="082D48"/>
                  </a:solidFill>
                  <a:latin typeface="Arial"/>
                  <a:ea typeface="SimHei"/>
                </a:rPr>
                <a:t>Deliver Models</a:t>
              </a:r>
            </a:p>
          </p:txBody>
        </p:sp>
        <p:pic>
          <p:nvPicPr>
            <p:cNvPr id="57" name="Picture | Independent image" descr="12bb1e3e4f2e170eca1f6489649f4e45a3b3250e5c5303eec76095d714b0e260.png"/>
            <p:cNvPicPr>
              <a:picLocks noChangeAspect="1"/>
            </p:cNvPicPr>
            <p:nvPr/>
          </p:nvPicPr>
          <p:blipFill>
            <a:blip r:embed="rId7"/>
            <a:stretch>
              <a:fillRect/>
            </a:stretch>
          </p:blipFill>
          <p:spPr>
            <a:xfrm>
              <a:off x="9894455" y="1987550"/>
              <a:ext cx="1648691" cy="1511300"/>
            </a:xfrm>
            <a:prstGeom prst="rect">
              <a:avLst/>
            </a:prstGeom>
          </p:spPr>
        </p:pic>
        <p:cxnSp>
          <p:nvCxnSpPr>
            <p:cNvPr id="58" name="Connector | 13"/>
            <p:cNvCxnSpPr/>
            <p:nvPr/>
          </p:nvCxnSpPr>
          <p:spPr>
            <a:xfrm>
              <a:off x="9810750" y="3575050"/>
              <a:ext cx="1816100" cy="0"/>
            </a:xfrm>
            <a:prstGeom prst="line">
              <a:avLst/>
            </a:prstGeom>
            <a:ln w="6350" cap="rnd">
              <a:solidFill>
                <a:srgbClr val="C6D8EB"/>
              </a:solidFill>
              <a:round/>
            </a:ln>
          </p:spPr>
          <p:style>
            <a:lnRef idx="2">
              <a:schemeClr val="accent1"/>
            </a:lnRef>
            <a:fillRef idx="0">
              <a:schemeClr val="accent1"/>
            </a:fillRef>
            <a:effectRef idx="1">
              <a:schemeClr val="accent1"/>
            </a:effectRef>
            <a:fontRef idx="minor">
              <a:schemeClr val="tx1"/>
            </a:fontRef>
          </p:style>
        </p:cxnSp>
        <p:sp>
          <p:nvSpPr>
            <p:cNvPr id="59" name="Text | Export · Register versions"/>
            <p:cNvSpPr txBox="1"/>
            <p:nvPr/>
          </p:nvSpPr>
          <p:spPr>
            <a:xfrm>
              <a:off x="9721850" y="3722814"/>
              <a:ext cx="1993900" cy="240792"/>
            </a:xfrm>
            <a:prstGeom prst="rect">
              <a:avLst/>
            </a:prstGeom>
            <a:noFill/>
          </p:spPr>
          <p:txBody>
            <a:bodyPr wrap="none" lIns="0" rIns="0" tIns="0" bIns="0" anchor="t" anchorCtr="0">
              <a:noAutofit/>
            </a:bodyPr>
            <a:lstStyle/>
            <a:p>
              <a:pPr algn="ctr">
                <a:lnSpc>
                  <a:spcPts val="1476"/>
                </a:lnSpc>
                <a:spcBef>
                  <a:spcPts val="0"/>
                </a:spcBef>
                <a:spcAft>
                  <a:spcPts val="0"/>
                </a:spcAft>
              </a:pPr>
              <a:r>
                <a:rPr sz="1200" b="0" lang="en-US">
                  <a:solidFill>
                    <a:srgbClr val="082D48"/>
                  </a:solidFill>
                  <a:latin typeface="Arial"/>
                  <a:ea typeface="SimHei"/>
                </a:rPr>
                <a:t>Export · Register versions</a:t>
              </a:r>
            </a:p>
          </p:txBody>
        </p:sp>
        <p:sp>
          <p:nvSpPr>
            <p:cNvPr id="60" name="Text | Select the active product model"/>
            <p:cNvSpPr txBox="1"/>
            <p:nvPr/>
          </p:nvSpPr>
          <p:spPr>
            <a:xfrm>
              <a:off x="9721850" y="3977894"/>
              <a:ext cx="1993900" cy="216713"/>
            </a:xfrm>
            <a:prstGeom prst="rect">
              <a:avLst/>
            </a:prstGeom>
            <a:noFill/>
          </p:spPr>
          <p:txBody>
            <a:bodyPr wrap="none" lIns="0" rIns="0" tIns="0" bIns="0" anchor="t" anchorCtr="0">
              <a:noAutofit/>
            </a:bodyPr>
            <a:lstStyle/>
            <a:p>
              <a:pPr algn="ctr">
                <a:lnSpc>
                  <a:spcPts val="1328"/>
                </a:lnSpc>
                <a:spcBef>
                  <a:spcPts val="0"/>
                </a:spcBef>
                <a:spcAft>
                  <a:spcPts val="0"/>
                </a:spcAft>
              </a:pPr>
              <a:r>
                <a:rPr sz="1080" b="0" lang="en-US">
                  <a:solidFill>
                    <a:srgbClr val="4C6B83"/>
                  </a:solidFill>
                  <a:latin typeface="Arial"/>
                  <a:ea typeface="SimHei"/>
                </a:rPr>
                <a:t>Select the active product model</a:t>
              </a:r>
            </a:p>
          </p:txBody>
        </p:sp>
      </p:grpSp>
      <p:sp>
        <p:nvSpPr>
          <p:cNvPr id="61" name="Connector | 14"/>
          <p:cNvSpPr/>
          <p:nvPr/>
        </p:nvSpPr>
        <p:spPr>
          <a:xfrm>
            <a:off x="1473200" y="4349750"/>
            <a:ext cx="6934200" cy="260350"/>
          </a:xfrm>
          <a:custGeom>
            <a:avLst/>
            <a:gdLst/>
            <a:ahLst/>
            <a:cxnLst/>
            <a:rect l="0" t="0" r="r" b="b"/>
            <a:pathLst>
              <a:path w="109200" h="4100" fill="none">
                <a:moveTo>
                  <a:pt x="109200" y="0"/>
                </a:moveTo>
                <a:lnTo>
                  <a:pt x="109200" y="4100"/>
                </a:lnTo>
                <a:lnTo>
                  <a:pt x="0" y="4100"/>
                </a:lnTo>
                <a:lnTo>
                  <a:pt x="0" y="300"/>
                </a:lnTo>
              </a:path>
            </a:pathLst>
          </a:custGeom>
          <a:noFill/>
          <a:ln w="12700" cap="rnd">
            <a:solidFill>
              <a:srgbClr val="007D9D"/>
            </a:solidFill>
            <a:round/>
            <a:tailEnd type="arrow" w="sm" len="sm"/>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Panel | 7"/>
          <p:cNvSpPr/>
          <p:nvPr/>
        </p:nvSpPr>
        <p:spPr>
          <a:xfrm>
            <a:off x="3048000" y="4470400"/>
            <a:ext cx="3860800" cy="266700"/>
          </a:xfrm>
          <a:prstGeom prst="roundRect">
            <a:avLst>
              <a:gd name="adj" fmla="val 11904"/>
            </a:avLst>
          </a:prstGeom>
          <a:solidFill>
            <a:srgbClr val="F5F9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Text | Use validation results to refine data and configuration"/>
          <p:cNvSpPr txBox="1"/>
          <p:nvPr/>
        </p:nvSpPr>
        <p:spPr>
          <a:xfrm>
            <a:off x="3105150" y="4516946"/>
            <a:ext cx="3746500" cy="240090"/>
          </a:xfrm>
          <a:prstGeom prst="rect">
            <a:avLst/>
          </a:prstGeom>
          <a:noFill/>
        </p:spPr>
        <p:txBody>
          <a:bodyPr wrap="none" lIns="0" rIns="0" tIns="0" bIns="0" anchor="t" anchorCtr="0">
            <a:noAutofit/>
          </a:bodyPr>
          <a:lstStyle/>
          <a:p>
            <a:pPr algn="ctr">
              <a:lnSpc>
                <a:spcPts val="1471"/>
              </a:lnSpc>
              <a:spcBef>
                <a:spcPts val="0"/>
              </a:spcBef>
              <a:spcAft>
                <a:spcPts val="0"/>
              </a:spcAft>
            </a:pPr>
            <a:r>
              <a:rPr sz="1196" b="0" lang="en-US">
                <a:solidFill>
                  <a:srgbClr val="007D9D"/>
                </a:solidFill>
                <a:latin typeface="Arial"/>
                <a:ea typeface="SimHei"/>
              </a:rPr>
              <a:t>Use validation results to refine data and configuration</a:t>
            </a:r>
          </a:p>
        </p:txBody>
      </p:sp>
      <p:sp>
        <p:nvSpPr>
          <p:cNvPr id="64" name="Text | Four vision tasks. One shared training platform."/>
          <p:cNvSpPr txBox="1"/>
          <p:nvPr/>
        </p:nvSpPr>
        <p:spPr>
          <a:xfrm>
            <a:off x="406400" y="4896612"/>
            <a:ext cx="10795000" cy="331089"/>
          </a:xfrm>
          <a:prstGeom prst="rect">
            <a:avLst/>
          </a:prstGeom>
          <a:noFill/>
        </p:spPr>
        <p:txBody>
          <a:bodyPr wrap="none" lIns="0" rIns="0" tIns="0" bIns="0" anchor="t" anchorCtr="0">
            <a:noAutofit/>
          </a:bodyPr>
          <a:lstStyle/>
          <a:p>
            <a:pPr algn="l">
              <a:lnSpc>
                <a:spcPts val="2029"/>
              </a:lnSpc>
              <a:spcBef>
                <a:spcPts val="0"/>
              </a:spcBef>
              <a:spcAft>
                <a:spcPts val="0"/>
              </a:spcAft>
            </a:pPr>
            <a:r>
              <a:rPr sz="1650" b="1" lang="en-US">
                <a:solidFill>
                  <a:srgbClr val="082D48"/>
                </a:solidFill>
                <a:latin typeface="Arial"/>
                <a:ea typeface="SimHei"/>
              </a:rPr>
              <a:t>Four vision tasks. One shared training platform.</a:t>
            </a:r>
          </a:p>
        </p:txBody>
      </p:sp>
      <p:grpSp>
        <p:nvGrpSpPr>
          <p:cNvPr id="65" name="Node | Object Detection"/>
          <p:cNvGrpSpPr/>
          <p:nvPr/>
        </p:nvGrpSpPr>
        <p:grpSpPr>
          <a:xfrm>
            <a:off x="406400" y="5251450"/>
            <a:ext cx="2711450" cy="717550"/>
            <a:chOff x="406400" y="5251450"/>
            <a:chExt cx="2711450" cy="717550"/>
          </a:xfrm>
        </p:grpSpPr>
        <p:sp>
          <p:nvSpPr>
            <p:cNvPr id="66" name="Panel | 8"/>
            <p:cNvSpPr/>
            <p:nvPr/>
          </p:nvSpPr>
          <p:spPr>
            <a:xfrm>
              <a:off x="406400" y="5251450"/>
              <a:ext cx="2711450" cy="717550"/>
            </a:xfrm>
            <a:prstGeom prst="roundRect">
              <a:avLst>
                <a:gd name="adj" fmla="val 12389"/>
              </a:avLst>
            </a:prstGeom>
            <a:solidFill>
              <a:srgbClr val="E9F1FC"/>
            </a:solidFill>
            <a:ln w="6350" cap="rnd">
              <a:solidFill>
                <a:srgbClr val="C6D8EB"/>
              </a:solidFill>
              <a:round/>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Panel | 9"/>
            <p:cNvSpPr/>
            <p:nvPr/>
          </p:nvSpPr>
          <p:spPr>
            <a:xfrm>
              <a:off x="533400" y="5403850"/>
              <a:ext cx="25400" cy="381000"/>
            </a:xfrm>
            <a:prstGeom prst="roundRect">
              <a:avLst>
                <a:gd name="adj" fmla="val 50000"/>
              </a:avLst>
            </a:prstGeom>
            <a:solidFill>
              <a:srgbClr val="007D9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Text | Object Detection"/>
            <p:cNvSpPr txBox="1"/>
            <p:nvPr/>
          </p:nvSpPr>
          <p:spPr>
            <a:xfrm>
              <a:off x="673100" y="5382578"/>
              <a:ext cx="2324100" cy="280924"/>
            </a:xfrm>
            <a:prstGeom prst="rect">
              <a:avLst/>
            </a:prstGeom>
            <a:noFill/>
          </p:spPr>
          <p:txBody>
            <a:bodyPr wrap="none" lIns="0" rIns="0" tIns="0" bIns="0" anchor="t" anchorCtr="0">
              <a:noAutofit/>
            </a:bodyPr>
            <a:lstStyle/>
            <a:p>
              <a:pPr algn="l">
                <a:lnSpc>
                  <a:spcPts val="1722"/>
                </a:lnSpc>
                <a:spcBef>
                  <a:spcPts val="0"/>
                </a:spcBef>
                <a:spcAft>
                  <a:spcPts val="0"/>
                </a:spcAft>
              </a:pPr>
              <a:r>
                <a:rPr sz="1400" b="1" lang="en-US">
                  <a:solidFill>
                    <a:srgbClr val="082D48"/>
                  </a:solidFill>
                  <a:latin typeface="Arial"/>
                  <a:ea typeface="SimHei"/>
                </a:rPr>
                <a:t>Object Detection</a:t>
              </a:r>
            </a:p>
          </p:txBody>
        </p:sp>
        <p:sp>
          <p:nvSpPr>
            <p:cNvPr id="69" name="Text | Locate objects and defects"/>
            <p:cNvSpPr txBox="1"/>
            <p:nvPr/>
          </p:nvSpPr>
          <p:spPr>
            <a:xfrm>
              <a:off x="673100" y="5672264"/>
              <a:ext cx="2324100" cy="240792"/>
            </a:xfrm>
            <a:prstGeom prst="rect">
              <a:avLst/>
            </a:prstGeom>
            <a:noFill/>
          </p:spPr>
          <p:txBody>
            <a:bodyPr wrap="none" lIns="0" rIns="0" tIns="0" bIns="0" anchor="t" anchorCtr="0">
              <a:noAutofit/>
            </a:bodyPr>
            <a:lstStyle/>
            <a:p>
              <a:pPr algn="l">
                <a:lnSpc>
                  <a:spcPts val="1476"/>
                </a:lnSpc>
                <a:spcBef>
                  <a:spcPts val="0"/>
                </a:spcBef>
                <a:spcAft>
                  <a:spcPts val="0"/>
                </a:spcAft>
              </a:pPr>
              <a:r>
                <a:rPr sz="1200" b="0" lang="en-US">
                  <a:solidFill>
                    <a:srgbClr val="4C6B83"/>
                  </a:solidFill>
                  <a:latin typeface="Arial"/>
                  <a:ea typeface="SimHei"/>
                </a:rPr>
                <a:t>Locate objects and defects</a:t>
              </a:r>
            </a:p>
          </p:txBody>
        </p:sp>
      </p:grpSp>
      <p:grpSp>
        <p:nvGrpSpPr>
          <p:cNvPr id="70" name="Node | Image Classification"/>
          <p:cNvGrpSpPr/>
          <p:nvPr/>
        </p:nvGrpSpPr>
        <p:grpSpPr>
          <a:xfrm>
            <a:off x="3295650" y="5251450"/>
            <a:ext cx="2711450" cy="717550"/>
            <a:chOff x="3295650" y="5251450"/>
            <a:chExt cx="2711450" cy="717550"/>
          </a:xfrm>
        </p:grpSpPr>
        <p:sp>
          <p:nvSpPr>
            <p:cNvPr id="71" name="Panel | 10"/>
            <p:cNvSpPr/>
            <p:nvPr/>
          </p:nvSpPr>
          <p:spPr>
            <a:xfrm>
              <a:off x="3295650" y="5251450"/>
              <a:ext cx="2711450" cy="717550"/>
            </a:xfrm>
            <a:prstGeom prst="roundRect">
              <a:avLst>
                <a:gd name="adj" fmla="val 12389"/>
              </a:avLst>
            </a:prstGeom>
            <a:solidFill>
              <a:srgbClr val="E9F1FC"/>
            </a:solidFill>
            <a:ln w="6350" cap="rnd">
              <a:solidFill>
                <a:srgbClr val="C6D8EB"/>
              </a:solidFill>
              <a:round/>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Panel | 11"/>
            <p:cNvSpPr/>
            <p:nvPr/>
          </p:nvSpPr>
          <p:spPr>
            <a:xfrm>
              <a:off x="3422650" y="5403850"/>
              <a:ext cx="25400" cy="381000"/>
            </a:xfrm>
            <a:prstGeom prst="roundRect">
              <a:avLst>
                <a:gd name="adj" fmla="val 50000"/>
              </a:avLst>
            </a:prstGeom>
            <a:solidFill>
              <a:srgbClr val="007D9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Text | Image Classification"/>
            <p:cNvSpPr txBox="1"/>
            <p:nvPr/>
          </p:nvSpPr>
          <p:spPr>
            <a:xfrm>
              <a:off x="3562350" y="5382578"/>
              <a:ext cx="2324100" cy="280924"/>
            </a:xfrm>
            <a:prstGeom prst="rect">
              <a:avLst/>
            </a:prstGeom>
            <a:noFill/>
          </p:spPr>
          <p:txBody>
            <a:bodyPr wrap="none" lIns="0" rIns="0" tIns="0" bIns="0" anchor="t" anchorCtr="0">
              <a:noAutofit/>
            </a:bodyPr>
            <a:lstStyle/>
            <a:p>
              <a:pPr algn="l">
                <a:lnSpc>
                  <a:spcPts val="1722"/>
                </a:lnSpc>
                <a:spcBef>
                  <a:spcPts val="0"/>
                </a:spcBef>
                <a:spcAft>
                  <a:spcPts val="0"/>
                </a:spcAft>
              </a:pPr>
              <a:r>
                <a:rPr sz="1400" b="1" lang="en-US">
                  <a:solidFill>
                    <a:srgbClr val="082D48"/>
                  </a:solidFill>
                  <a:latin typeface="Arial"/>
                  <a:ea typeface="SimHei"/>
                </a:rPr>
                <a:t>Image Classification</a:t>
              </a:r>
            </a:p>
          </p:txBody>
        </p:sp>
        <p:sp>
          <p:nvSpPr>
            <p:cNvPr id="74" name="Text | Recognize categories and quality"/>
            <p:cNvSpPr txBox="1"/>
            <p:nvPr/>
          </p:nvSpPr>
          <p:spPr>
            <a:xfrm>
              <a:off x="3562350" y="5672455"/>
              <a:ext cx="2324100" cy="240391"/>
            </a:xfrm>
            <a:prstGeom prst="rect">
              <a:avLst/>
            </a:prstGeom>
            <a:noFill/>
          </p:spPr>
          <p:txBody>
            <a:bodyPr wrap="none" lIns="0" rIns="0" tIns="0" bIns="0" anchor="t" anchorCtr="0">
              <a:noAutofit/>
            </a:bodyPr>
            <a:lstStyle/>
            <a:p>
              <a:pPr algn="l">
                <a:lnSpc>
                  <a:spcPts val="1473"/>
                </a:lnSpc>
                <a:spcBef>
                  <a:spcPts val="0"/>
                </a:spcBef>
                <a:spcAft>
                  <a:spcPts val="0"/>
                </a:spcAft>
              </a:pPr>
              <a:r>
                <a:rPr sz="1198" b="0" lang="en-US">
                  <a:solidFill>
                    <a:srgbClr val="4C6B83"/>
                  </a:solidFill>
                  <a:latin typeface="Arial"/>
                  <a:ea typeface="SimHei"/>
                </a:rPr>
                <a:t>Recognize categories and quality</a:t>
              </a:r>
            </a:p>
          </p:txBody>
        </p:sp>
      </p:grpSp>
      <p:grpSp>
        <p:nvGrpSpPr>
          <p:cNvPr id="75" name="Node | Semantic Segmentation"/>
          <p:cNvGrpSpPr/>
          <p:nvPr/>
        </p:nvGrpSpPr>
        <p:grpSpPr>
          <a:xfrm>
            <a:off x="6184900" y="5251450"/>
            <a:ext cx="2711450" cy="717550"/>
            <a:chOff x="6184900" y="5251450"/>
            <a:chExt cx="2711450" cy="717550"/>
          </a:xfrm>
        </p:grpSpPr>
        <p:sp>
          <p:nvSpPr>
            <p:cNvPr id="76" name="Panel | 12"/>
            <p:cNvSpPr/>
            <p:nvPr/>
          </p:nvSpPr>
          <p:spPr>
            <a:xfrm>
              <a:off x="6184900" y="5251450"/>
              <a:ext cx="2711450" cy="717550"/>
            </a:xfrm>
            <a:prstGeom prst="roundRect">
              <a:avLst>
                <a:gd name="adj" fmla="val 12389"/>
              </a:avLst>
            </a:prstGeom>
            <a:solidFill>
              <a:srgbClr val="E9F1FC"/>
            </a:solidFill>
            <a:ln w="6350" cap="rnd">
              <a:solidFill>
                <a:srgbClr val="C6D8EB"/>
              </a:solidFill>
              <a:round/>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 name="Panel | 13"/>
            <p:cNvSpPr/>
            <p:nvPr/>
          </p:nvSpPr>
          <p:spPr>
            <a:xfrm>
              <a:off x="6311900" y="5403850"/>
              <a:ext cx="25400" cy="381000"/>
            </a:xfrm>
            <a:prstGeom prst="roundRect">
              <a:avLst>
                <a:gd name="adj" fmla="val 50000"/>
              </a:avLst>
            </a:prstGeom>
            <a:solidFill>
              <a:srgbClr val="007D9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 name="Text | Semantic Segmentation"/>
            <p:cNvSpPr txBox="1"/>
            <p:nvPr/>
          </p:nvSpPr>
          <p:spPr>
            <a:xfrm>
              <a:off x="6451600" y="5382578"/>
              <a:ext cx="2324100" cy="280924"/>
            </a:xfrm>
            <a:prstGeom prst="rect">
              <a:avLst/>
            </a:prstGeom>
            <a:noFill/>
          </p:spPr>
          <p:txBody>
            <a:bodyPr wrap="none" lIns="0" rIns="0" tIns="0" bIns="0" anchor="t" anchorCtr="0">
              <a:noAutofit/>
            </a:bodyPr>
            <a:lstStyle/>
            <a:p>
              <a:pPr algn="l">
                <a:lnSpc>
                  <a:spcPts val="1722"/>
                </a:lnSpc>
                <a:spcBef>
                  <a:spcPts val="0"/>
                </a:spcBef>
                <a:spcAft>
                  <a:spcPts val="0"/>
                </a:spcAft>
              </a:pPr>
              <a:r>
                <a:rPr sz="1400" b="1" lang="en-US">
                  <a:solidFill>
                    <a:srgbClr val="082D48"/>
                  </a:solidFill>
                  <a:latin typeface="Arial"/>
                  <a:ea typeface="SimHei"/>
                </a:rPr>
                <a:t>Semantic Segmentation</a:t>
              </a:r>
            </a:p>
          </p:txBody>
        </p:sp>
        <p:sp>
          <p:nvSpPr>
            <p:cNvPr id="79" name="Text | Map regions and boundaries"/>
            <p:cNvSpPr txBox="1"/>
            <p:nvPr/>
          </p:nvSpPr>
          <p:spPr>
            <a:xfrm>
              <a:off x="6451600" y="5672264"/>
              <a:ext cx="2324100" cy="240792"/>
            </a:xfrm>
            <a:prstGeom prst="rect">
              <a:avLst/>
            </a:prstGeom>
            <a:noFill/>
          </p:spPr>
          <p:txBody>
            <a:bodyPr wrap="none" lIns="0" rIns="0" tIns="0" bIns="0" anchor="t" anchorCtr="0">
              <a:noAutofit/>
            </a:bodyPr>
            <a:lstStyle/>
            <a:p>
              <a:pPr algn="l">
                <a:lnSpc>
                  <a:spcPts val="1476"/>
                </a:lnSpc>
                <a:spcBef>
                  <a:spcPts val="0"/>
                </a:spcBef>
                <a:spcAft>
                  <a:spcPts val="0"/>
                </a:spcAft>
              </a:pPr>
              <a:r>
                <a:rPr sz="1200" b="0" lang="en-US">
                  <a:solidFill>
                    <a:srgbClr val="4C6B83"/>
                  </a:solidFill>
                  <a:latin typeface="Arial"/>
                  <a:ea typeface="SimHei"/>
                </a:rPr>
                <a:t>Map regions and boundaries</a:t>
              </a:r>
            </a:p>
          </p:txBody>
        </p:sp>
      </p:grpSp>
      <p:grpSp>
        <p:nvGrpSpPr>
          <p:cNvPr id="80" name="Node | Anomaly Detection"/>
          <p:cNvGrpSpPr/>
          <p:nvPr/>
        </p:nvGrpSpPr>
        <p:grpSpPr>
          <a:xfrm>
            <a:off x="9074150" y="5251450"/>
            <a:ext cx="2711450" cy="717550"/>
            <a:chOff x="9074150" y="5251450"/>
            <a:chExt cx="2711450" cy="717550"/>
          </a:xfrm>
        </p:grpSpPr>
        <p:sp>
          <p:nvSpPr>
            <p:cNvPr id="81" name="Panel | 14"/>
            <p:cNvSpPr/>
            <p:nvPr/>
          </p:nvSpPr>
          <p:spPr>
            <a:xfrm>
              <a:off x="9074150" y="5251450"/>
              <a:ext cx="2711450" cy="717550"/>
            </a:xfrm>
            <a:prstGeom prst="roundRect">
              <a:avLst>
                <a:gd name="adj" fmla="val 12389"/>
              </a:avLst>
            </a:prstGeom>
            <a:solidFill>
              <a:srgbClr val="E9F1FC"/>
            </a:solidFill>
            <a:ln w="6350" cap="rnd">
              <a:solidFill>
                <a:srgbClr val="C6D8EB"/>
              </a:solidFill>
              <a:round/>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 name="Panel | 15"/>
            <p:cNvSpPr/>
            <p:nvPr/>
          </p:nvSpPr>
          <p:spPr>
            <a:xfrm>
              <a:off x="9201150" y="5403850"/>
              <a:ext cx="25400" cy="381000"/>
            </a:xfrm>
            <a:prstGeom prst="roundRect">
              <a:avLst>
                <a:gd name="adj" fmla="val 50000"/>
              </a:avLst>
            </a:prstGeom>
            <a:solidFill>
              <a:srgbClr val="007D9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 name="Text | Anomaly Detection"/>
            <p:cNvSpPr txBox="1"/>
            <p:nvPr/>
          </p:nvSpPr>
          <p:spPr>
            <a:xfrm>
              <a:off x="9340850" y="5382578"/>
              <a:ext cx="2324100" cy="280924"/>
            </a:xfrm>
            <a:prstGeom prst="rect">
              <a:avLst/>
            </a:prstGeom>
            <a:noFill/>
          </p:spPr>
          <p:txBody>
            <a:bodyPr wrap="none" lIns="0" rIns="0" tIns="0" bIns="0" anchor="t" anchorCtr="0">
              <a:noAutofit/>
            </a:bodyPr>
            <a:lstStyle/>
            <a:p>
              <a:pPr algn="l">
                <a:lnSpc>
                  <a:spcPts val="1722"/>
                </a:lnSpc>
                <a:spcBef>
                  <a:spcPts val="0"/>
                </a:spcBef>
                <a:spcAft>
                  <a:spcPts val="0"/>
                </a:spcAft>
              </a:pPr>
              <a:r>
                <a:rPr sz="1400" b="1" lang="en-US">
                  <a:solidFill>
                    <a:srgbClr val="082D48"/>
                  </a:solidFill>
                  <a:latin typeface="Arial"/>
                  <a:ea typeface="SimHei"/>
                </a:rPr>
                <a:t>Anomaly Detection</a:t>
              </a:r>
            </a:p>
          </p:txBody>
        </p:sp>
        <p:sp>
          <p:nvSpPr>
            <p:cNvPr id="84" name="Text | Learn from normal samples"/>
            <p:cNvSpPr txBox="1"/>
            <p:nvPr/>
          </p:nvSpPr>
          <p:spPr>
            <a:xfrm>
              <a:off x="9340850" y="5672264"/>
              <a:ext cx="2324100" cy="240792"/>
            </a:xfrm>
            <a:prstGeom prst="rect">
              <a:avLst/>
            </a:prstGeom>
            <a:noFill/>
          </p:spPr>
          <p:txBody>
            <a:bodyPr wrap="none" lIns="0" rIns="0" tIns="0" bIns="0" anchor="t" anchorCtr="0">
              <a:noAutofit/>
            </a:bodyPr>
            <a:lstStyle/>
            <a:p>
              <a:pPr algn="l">
                <a:lnSpc>
                  <a:spcPts val="1476"/>
                </a:lnSpc>
                <a:spcBef>
                  <a:spcPts val="0"/>
                </a:spcBef>
                <a:spcAft>
                  <a:spcPts val="0"/>
                </a:spcAft>
              </a:pPr>
              <a:r>
                <a:rPr sz="1200" b="0" lang="en-US">
                  <a:solidFill>
                    <a:srgbClr val="4C6B83"/>
                  </a:solidFill>
                  <a:latin typeface="Arial"/>
                  <a:ea typeface="SimHei"/>
                </a:rPr>
                <a:t>Learn from normal samples</a:t>
              </a:r>
            </a:p>
          </p:txBody>
        </p:sp>
      </p:grpSp>
      <p:sp>
        <p:nvSpPr>
          <p:cNvPr id="85" name="Text | Simplify adoption   /   Reuse training knowledge   /   Build model assets"/>
          <p:cNvSpPr txBox="1"/>
          <p:nvPr/>
        </p:nvSpPr>
        <p:spPr>
          <a:xfrm>
            <a:off x="698500" y="6144578"/>
            <a:ext cx="10795000" cy="280924"/>
          </a:xfrm>
          <a:prstGeom prst="rect">
            <a:avLst/>
          </a:prstGeom>
          <a:noFill/>
        </p:spPr>
        <p:txBody>
          <a:bodyPr wrap="none" lIns="0" rIns="0" tIns="0" bIns="0" anchor="t" anchorCtr="0">
            <a:noAutofit/>
          </a:bodyPr>
          <a:lstStyle/>
          <a:p>
            <a:pPr algn="ctr">
              <a:lnSpc>
                <a:spcPts val="1722"/>
              </a:lnSpc>
              <a:spcBef>
                <a:spcPts val="0"/>
              </a:spcBef>
              <a:spcAft>
                <a:spcPts val="0"/>
              </a:spcAft>
            </a:pPr>
            <a:r>
              <a:rPr sz="1400" b="1" lang="en-US">
                <a:solidFill>
                  <a:srgbClr val="087F79"/>
                </a:solidFill>
                <a:latin typeface="Arial"/>
                <a:ea typeface="SimHei"/>
              </a:rPr>
              <a:t>Simplify adoption   /   Reuse training knowledge   /   Build model assets</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showMasterSp="0">
  <p:cSld>
    <p:bg>
      <p:bgPr>
        <a:solidFill>
          <a:srgbClr val="F5F9FF"/>
        </a:solidFill>
        <a:effectLst/>
      </p:bgPr>
    </p:bg>
    <p:spTree>
      <p:nvGrpSpPr>
        <p:cNvPr id="1" name=""/>
        <p:cNvGrpSpPr/>
        <p:nvPr/>
      </p:nvGrpSpPr>
      <p:grpSpPr/>
      <p:sp>
        <p:nvSpPr>
          <p:cNvPr id="2" name="Connector | 1"/>
          <p:cNvSpPr/>
          <p:nvPr/>
        </p:nvSpPr>
        <p:spPr>
          <a:xfrm>
            <a:off x="8572500" y="0"/>
            <a:ext cx="3213100" cy="565150"/>
          </a:xfrm>
          <a:custGeom>
            <a:avLst/>
            <a:gdLst/>
            <a:ahLst/>
            <a:cxnLst/>
            <a:rect l="0" t="0" r="r" b="b"/>
            <a:pathLst>
              <a:path w="50600" h="8900" fill="none">
                <a:moveTo>
                  <a:pt x="0" y="0"/>
                </a:moveTo>
                <a:lnTo>
                  <a:pt x="0" y="4500"/>
                </a:lnTo>
                <a:lnTo>
                  <a:pt x="4400" y="8900"/>
                </a:lnTo>
                <a:lnTo>
                  <a:pt x="50600" y="8900"/>
                </a:lnTo>
              </a:path>
            </a:pathLst>
          </a:custGeom>
          <a:noFill/>
          <a:ln w="6350" cap="rnd">
            <a:solidFill>
              <a:srgbClr val="C6D8EB">
                <a:alpha val="40000"/>
              </a:srgbClr>
            </a:solidFill>
            <a:round/>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Circle | 1"/>
          <p:cNvSpPr/>
          <p:nvPr/>
        </p:nvSpPr>
        <p:spPr>
          <a:xfrm>
            <a:off x="8832850" y="546100"/>
            <a:ext cx="38100" cy="38100"/>
          </a:xfrm>
          <a:prstGeom prst="ellipse">
            <a:avLst/>
          </a:prstGeom>
          <a:solidFill>
            <a:srgbClr val="C6D8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Connector | 2"/>
          <p:cNvSpPr/>
          <p:nvPr/>
        </p:nvSpPr>
        <p:spPr>
          <a:xfrm>
            <a:off x="9588500" y="0"/>
            <a:ext cx="2197100" cy="565150"/>
          </a:xfrm>
          <a:custGeom>
            <a:avLst/>
            <a:gdLst/>
            <a:ahLst/>
            <a:cxnLst/>
            <a:rect l="0" t="0" r="r" b="b"/>
            <a:pathLst>
              <a:path w="34600" h="8900" fill="none">
                <a:moveTo>
                  <a:pt x="0" y="0"/>
                </a:moveTo>
                <a:lnTo>
                  <a:pt x="0" y="4500"/>
                </a:lnTo>
                <a:lnTo>
                  <a:pt x="4400" y="8900"/>
                </a:lnTo>
                <a:lnTo>
                  <a:pt x="34600" y="8900"/>
                </a:lnTo>
              </a:path>
            </a:pathLst>
          </a:custGeom>
          <a:noFill/>
          <a:ln w="6350" cap="rnd">
            <a:solidFill>
              <a:srgbClr val="C6D8EB">
                <a:alpha val="40000"/>
              </a:srgbClr>
            </a:solidFill>
            <a:round/>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Circle | 2"/>
          <p:cNvSpPr/>
          <p:nvPr/>
        </p:nvSpPr>
        <p:spPr>
          <a:xfrm>
            <a:off x="9848850" y="546100"/>
            <a:ext cx="38100" cy="38100"/>
          </a:xfrm>
          <a:prstGeom prst="ellipse">
            <a:avLst/>
          </a:prstGeom>
          <a:solidFill>
            <a:srgbClr val="C6D8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Connector | 3"/>
          <p:cNvSpPr/>
          <p:nvPr/>
        </p:nvSpPr>
        <p:spPr>
          <a:xfrm>
            <a:off x="10604500" y="0"/>
            <a:ext cx="1181100" cy="565150"/>
          </a:xfrm>
          <a:custGeom>
            <a:avLst/>
            <a:gdLst/>
            <a:ahLst/>
            <a:cxnLst/>
            <a:rect l="0" t="0" r="r" b="b"/>
            <a:pathLst>
              <a:path w="18600" h="8900" fill="none">
                <a:moveTo>
                  <a:pt x="0" y="0"/>
                </a:moveTo>
                <a:lnTo>
                  <a:pt x="0" y="4500"/>
                </a:lnTo>
                <a:lnTo>
                  <a:pt x="4400" y="8900"/>
                </a:lnTo>
                <a:lnTo>
                  <a:pt x="18600" y="8900"/>
                </a:lnTo>
              </a:path>
            </a:pathLst>
          </a:custGeom>
          <a:noFill/>
          <a:ln w="6350" cap="rnd">
            <a:solidFill>
              <a:srgbClr val="C6D8EB">
                <a:alpha val="40000"/>
              </a:srgbClr>
            </a:solidFill>
            <a:round/>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Circle | 3"/>
          <p:cNvSpPr/>
          <p:nvPr/>
        </p:nvSpPr>
        <p:spPr>
          <a:xfrm>
            <a:off x="10864850" y="546100"/>
            <a:ext cx="38100" cy="38100"/>
          </a:xfrm>
          <a:prstGeom prst="ellipse">
            <a:avLst/>
          </a:prstGeom>
          <a:solidFill>
            <a:srgbClr val="C6D8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Panel | 1"/>
          <p:cNvSpPr/>
          <p:nvPr/>
        </p:nvSpPr>
        <p:spPr>
          <a:xfrm>
            <a:off x="406400" y="342900"/>
            <a:ext cx="38100" cy="190500"/>
          </a:xfrm>
          <a:prstGeom prst="roundRect">
            <a:avLst>
              <a:gd name="adj" fmla="val 50000"/>
            </a:avLst>
          </a:prstGeom>
          <a:solidFill>
            <a:srgbClr val="007D9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 | CHAPTER 03 / HAWKEYEPLUS"/>
          <p:cNvSpPr txBox="1"/>
          <p:nvPr/>
        </p:nvSpPr>
        <p:spPr>
          <a:xfrm>
            <a:off x="546100" y="356680"/>
            <a:ext cx="7620000" cy="230759"/>
          </a:xfrm>
          <a:prstGeom prst="rect">
            <a:avLst/>
          </a:prstGeom>
          <a:noFill/>
        </p:spPr>
        <p:txBody>
          <a:bodyPr wrap="none" lIns="0" rIns="0" tIns="0" bIns="0" anchor="t" anchorCtr="0">
            <a:noAutofit/>
          </a:bodyPr>
          <a:lstStyle/>
          <a:p>
            <a:pPr algn="l">
              <a:lnSpc>
                <a:spcPts val="1414"/>
              </a:lnSpc>
              <a:spcBef>
                <a:spcPts val="0"/>
              </a:spcBef>
              <a:spcAft>
                <a:spcPts val="0"/>
              </a:spcAft>
            </a:pPr>
            <a:r>
              <a:rPr sz="1150" b="1" lang="en-US">
                <a:solidFill>
                  <a:srgbClr val="4C6B83"/>
                </a:solidFill>
                <a:latin typeface="Arial"/>
                <a:ea typeface="SimHei"/>
              </a:rPr>
              <a:t>CHAPTER 03 / HAWKEYEPLUS</a:t>
            </a:r>
          </a:p>
        </p:txBody>
      </p:sp>
      <p:pic>
        <p:nvPicPr>
          <p:cNvPr id="10" name="Picture | Independent image" descr="139ef02520a55c1aaee95c1d6e7f5f730beac004ebb72c9c012b0f76513ab85e.png"/>
          <p:cNvPicPr>
            <a:picLocks noChangeAspect="1"/>
          </p:cNvPicPr>
          <p:nvPr/>
        </p:nvPicPr>
        <p:blipFill>
          <a:blip r:embed="rId2"/>
          <a:stretch>
            <a:fillRect/>
          </a:stretch>
        </p:blipFill>
        <p:spPr>
          <a:xfrm>
            <a:off x="11061700" y="325755"/>
            <a:ext cx="704850" cy="281940"/>
          </a:xfrm>
          <a:prstGeom prst="rect">
            <a:avLst/>
          </a:prstGeom>
        </p:spPr>
      </p:pic>
      <p:sp>
        <p:nvSpPr>
          <p:cNvPr id="11" name="Text | Object Detection | Industrial Defect Localization"/>
          <p:cNvSpPr txBox="1"/>
          <p:nvPr/>
        </p:nvSpPr>
        <p:spPr>
          <a:xfrm>
            <a:off x="406400" y="593662"/>
            <a:ext cx="10858500" cy="581914"/>
          </a:xfrm>
          <a:prstGeom prst="rect">
            <a:avLst/>
          </a:prstGeom>
          <a:noFill/>
        </p:spPr>
        <p:txBody>
          <a:bodyPr wrap="none" lIns="0" rIns="0" tIns="0" bIns="0" anchor="t" anchorCtr="0">
            <a:noAutofit/>
          </a:bodyPr>
          <a:lstStyle/>
          <a:p>
            <a:pPr algn="l">
              <a:lnSpc>
                <a:spcPts val="3567"/>
              </a:lnSpc>
              <a:spcBef>
                <a:spcPts val="0"/>
              </a:spcBef>
              <a:spcAft>
                <a:spcPts val="0"/>
              </a:spcAft>
            </a:pPr>
            <a:r>
              <a:rPr sz="2900" b="1" lang="en-US">
                <a:solidFill>
                  <a:srgbClr val="082D48"/>
                </a:solidFill>
                <a:latin typeface="Arial"/>
                <a:ea typeface="SimHei"/>
              </a:rPr>
              <a:t>Object Detection | Industrial Defect Localization</a:t>
            </a:r>
          </a:p>
        </p:txBody>
      </p:sp>
      <p:sp>
        <p:nvSpPr>
          <p:cNvPr id="12" name="Text | Locate defects and identify their classes with bounding boxes and confidence scores"/>
          <p:cNvSpPr txBox="1"/>
          <p:nvPr/>
        </p:nvSpPr>
        <p:spPr>
          <a:xfrm>
            <a:off x="425450" y="1064578"/>
            <a:ext cx="11049000" cy="280924"/>
          </a:xfrm>
          <a:prstGeom prst="rect">
            <a:avLst/>
          </a:prstGeom>
          <a:noFill/>
        </p:spPr>
        <p:txBody>
          <a:bodyPr wrap="none" lIns="0" rIns="0" tIns="0" bIns="0" anchor="t" anchorCtr="0">
            <a:noAutofit/>
          </a:bodyPr>
          <a:lstStyle/>
          <a:p>
            <a:pPr algn="l">
              <a:lnSpc>
                <a:spcPts val="1722"/>
              </a:lnSpc>
              <a:spcBef>
                <a:spcPts val="0"/>
              </a:spcBef>
              <a:spcAft>
                <a:spcPts val="0"/>
              </a:spcAft>
            </a:pPr>
            <a:r>
              <a:rPr sz="1400" b="0" lang="en-US">
                <a:solidFill>
                  <a:srgbClr val="4C6B83"/>
                </a:solidFill>
                <a:latin typeface="Arial"/>
                <a:ea typeface="SimHei"/>
              </a:rPr>
              <a:t>Locate defects and identify their classes with bounding boxes and confidence scores</a:t>
            </a:r>
          </a:p>
        </p:txBody>
      </p:sp>
      <p:cxnSp>
        <p:nvCxnSpPr>
          <p:cNvPr id="13" name="Connector | 4"/>
          <p:cNvCxnSpPr/>
          <p:nvPr/>
        </p:nvCxnSpPr>
        <p:spPr>
          <a:xfrm>
            <a:off x="406400" y="6521450"/>
            <a:ext cx="11379200" cy="0"/>
          </a:xfrm>
          <a:prstGeom prst="line">
            <a:avLst/>
          </a:prstGeom>
          <a:ln w="6350" cap="rnd">
            <a:solidFill>
              <a:srgbClr val="C6D8EB"/>
            </a:solidFill>
            <a:round/>
          </a:ln>
        </p:spPr>
        <p:style>
          <a:lnRef idx="2">
            <a:schemeClr val="accent1"/>
          </a:lnRef>
          <a:fillRef idx="0">
            <a:schemeClr val="accent1"/>
          </a:fillRef>
          <a:effectRef idx="1">
            <a:schemeClr val="accent1"/>
          </a:effectRef>
          <a:fontRef idx="minor">
            <a:schemeClr val="tx1"/>
          </a:fontRef>
        </p:style>
      </p:cxnSp>
      <p:sp>
        <p:nvSpPr>
          <p:cNvPr id="14" name="Text | SwiftFlow + HawkeyePlus  |  Industrial Vision Engineering"/>
          <p:cNvSpPr txBox="1"/>
          <p:nvPr/>
        </p:nvSpPr>
        <p:spPr>
          <a:xfrm>
            <a:off x="412750" y="6607238"/>
            <a:ext cx="8255000" cy="160528"/>
          </a:xfrm>
          <a:prstGeom prst="rect">
            <a:avLst/>
          </a:prstGeom>
          <a:noFill/>
        </p:spPr>
        <p:txBody>
          <a:bodyPr wrap="none" lIns="0" rIns="0" tIns="0" bIns="0" anchor="t" anchorCtr="0">
            <a:noAutofit/>
          </a:bodyPr>
          <a:lstStyle/>
          <a:p>
            <a:pPr algn="l">
              <a:lnSpc>
                <a:spcPts val="984"/>
              </a:lnSpc>
              <a:spcBef>
                <a:spcPts val="0"/>
              </a:spcBef>
              <a:spcAft>
                <a:spcPts val="0"/>
              </a:spcAft>
            </a:pPr>
            <a:r>
              <a:rPr sz="800" b="0" lang="en-US">
                <a:solidFill>
                  <a:srgbClr val="4C6B83"/>
                </a:solidFill>
                <a:latin typeface="Arial"/>
                <a:ea typeface="SimHei"/>
              </a:rPr>
              <a:t>SwiftFlow + HawkeyePlus  |  Industrial Vision Engineering</a:t>
            </a:r>
          </a:p>
        </p:txBody>
      </p:sp>
      <p:sp>
        <p:nvSpPr>
          <p:cNvPr id="15" name="Text | WD CONFIDENTIAL"/>
          <p:cNvSpPr txBox="1"/>
          <p:nvPr/>
        </p:nvSpPr>
        <p:spPr>
          <a:xfrm>
            <a:off x="8559800" y="6613017"/>
            <a:ext cx="2540000" cy="150495"/>
          </a:xfrm>
          <a:prstGeom prst="rect">
            <a:avLst/>
          </a:prstGeom>
          <a:noFill/>
        </p:spPr>
        <p:txBody>
          <a:bodyPr wrap="none" lIns="0" rIns="0" tIns="0" bIns="0" anchor="t" anchorCtr="0">
            <a:noAutofit/>
          </a:bodyPr>
          <a:lstStyle/>
          <a:p>
            <a:pPr algn="r">
              <a:lnSpc>
                <a:spcPts val="922"/>
              </a:lnSpc>
              <a:spcBef>
                <a:spcPts val="0"/>
              </a:spcBef>
              <a:spcAft>
                <a:spcPts val="0"/>
              </a:spcAft>
            </a:pPr>
            <a:r>
              <a:rPr sz="750" b="0" lang="en-US">
                <a:solidFill>
                  <a:srgbClr val="4C6B83"/>
                </a:solidFill>
                <a:latin typeface="Arial"/>
                <a:ea typeface="SimHei"/>
              </a:rPr>
              <a:t>WD CONFIDENTIAL</a:t>
            </a:r>
          </a:p>
        </p:txBody>
      </p:sp>
      <p:sp>
        <p:nvSpPr>
          <p:cNvPr id="16" name="Text | 14 / 20"/>
          <p:cNvSpPr txBox="1"/>
          <p:nvPr/>
        </p:nvSpPr>
        <p:spPr>
          <a:xfrm>
            <a:off x="11137900" y="6607238"/>
            <a:ext cx="635000" cy="160528"/>
          </a:xfrm>
          <a:prstGeom prst="rect">
            <a:avLst/>
          </a:prstGeom>
          <a:noFill/>
        </p:spPr>
        <p:txBody>
          <a:bodyPr wrap="none" lIns="0" rIns="0" tIns="0" bIns="0" anchor="t" anchorCtr="0">
            <a:noAutofit/>
          </a:bodyPr>
          <a:lstStyle/>
          <a:p>
            <a:pPr algn="r">
              <a:lnSpc>
                <a:spcPts val="984"/>
              </a:lnSpc>
              <a:spcBef>
                <a:spcPts val="0"/>
              </a:spcBef>
              <a:spcAft>
                <a:spcPts val="0"/>
              </a:spcAft>
            </a:pPr>
            <a:r>
              <a:rPr sz="800" b="0" lang="en-US">
                <a:solidFill>
                  <a:srgbClr val="4C6B83"/>
                </a:solidFill>
                <a:latin typeface="Arial"/>
                <a:ea typeface="SimHei"/>
              </a:rPr>
              <a:t>14 / 20</a:t>
            </a:r>
          </a:p>
        </p:txBody>
      </p:sp>
      <p:grpSp>
        <p:nvGrpSpPr>
          <p:cNvPr id="17" name="Node | Detection"/>
          <p:cNvGrpSpPr/>
          <p:nvPr/>
        </p:nvGrpSpPr>
        <p:grpSpPr>
          <a:xfrm>
            <a:off x="406400" y="1504950"/>
            <a:ext cx="4191000" cy="3359150"/>
            <a:chOff x="406400" y="1504950"/>
            <a:chExt cx="4191000" cy="3359150"/>
          </a:xfrm>
        </p:grpSpPr>
        <p:sp>
          <p:nvSpPr>
            <p:cNvPr id="18" name="Panel | 2"/>
            <p:cNvSpPr/>
            <p:nvPr/>
          </p:nvSpPr>
          <p:spPr>
            <a:xfrm>
              <a:off x="406400" y="1504950"/>
              <a:ext cx="4191000" cy="3359150"/>
            </a:xfrm>
            <a:prstGeom prst="roundRect">
              <a:avLst>
                <a:gd name="adj" fmla="val 4158"/>
              </a:avLst>
            </a:prstGeom>
            <a:solidFill>
              <a:srgbClr val="FFFFFF"/>
            </a:solidFill>
            <a:ln w="6350" cap="rnd">
              <a:solidFill>
                <a:srgbClr val="C6D8EB"/>
              </a:solidFill>
              <a:round/>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 | Locate &amp; Classify Defects"/>
            <p:cNvSpPr txBox="1"/>
            <p:nvPr/>
          </p:nvSpPr>
          <p:spPr>
            <a:xfrm>
              <a:off x="584200" y="1626362"/>
              <a:ext cx="3810000" cy="331089"/>
            </a:xfrm>
            <a:prstGeom prst="rect">
              <a:avLst/>
            </a:prstGeom>
            <a:noFill/>
          </p:spPr>
          <p:txBody>
            <a:bodyPr wrap="none" lIns="0" rIns="0" tIns="0" bIns="0" anchor="t" anchorCtr="0">
              <a:noAutofit/>
            </a:bodyPr>
            <a:lstStyle/>
            <a:p>
              <a:pPr algn="l">
                <a:lnSpc>
                  <a:spcPts val="2029"/>
                </a:lnSpc>
                <a:spcBef>
                  <a:spcPts val="0"/>
                </a:spcBef>
                <a:spcAft>
                  <a:spcPts val="0"/>
                </a:spcAft>
              </a:pPr>
              <a:r>
                <a:rPr sz="1650" b="1" lang="en-US">
                  <a:solidFill>
                    <a:srgbClr val="082D48"/>
                  </a:solidFill>
                  <a:latin typeface="Arial"/>
                  <a:ea typeface="SimHei"/>
                </a:rPr>
                <a:t>Locate &amp; Classify Defects</a:t>
              </a:r>
            </a:p>
          </p:txBody>
        </p:sp>
        <p:pic>
          <p:nvPicPr>
            <p:cNvPr id="20" name="Picture | Independent image" descr="2d912ebd7dcb0a346bde40d637fceed021a159bb2c31cc9e00aab4e109b5a276.png"/>
            <p:cNvPicPr>
              <a:picLocks noChangeAspect="1"/>
            </p:cNvPicPr>
            <p:nvPr/>
          </p:nvPicPr>
          <p:blipFill>
            <a:blip r:embed="rId3"/>
            <a:stretch>
              <a:fillRect/>
            </a:stretch>
          </p:blipFill>
          <p:spPr>
            <a:xfrm>
              <a:off x="533400" y="2038945"/>
              <a:ext cx="3937000" cy="2399109"/>
            </a:xfrm>
            <a:prstGeom prst="rect">
              <a:avLst/>
            </a:prstGeom>
          </p:spPr>
        </p:pic>
        <p:sp>
          <p:nvSpPr>
            <p:cNvPr id="21" name="Text | Output: Boxes · Classes · Confidence"/>
            <p:cNvSpPr txBox="1"/>
            <p:nvPr/>
          </p:nvSpPr>
          <p:spPr>
            <a:xfrm>
              <a:off x="533400" y="4429442"/>
              <a:ext cx="3937000" cy="270891"/>
            </a:xfrm>
            <a:prstGeom prst="rect">
              <a:avLst/>
            </a:prstGeom>
            <a:noFill/>
          </p:spPr>
          <p:txBody>
            <a:bodyPr wrap="none" lIns="0" rIns="0" tIns="0" bIns="0" anchor="t" anchorCtr="0">
              <a:noAutofit/>
            </a:bodyPr>
            <a:lstStyle/>
            <a:p>
              <a:pPr algn="ctr">
                <a:lnSpc>
                  <a:spcPts val="1660"/>
                </a:lnSpc>
                <a:spcBef>
                  <a:spcPts val="0"/>
                </a:spcBef>
                <a:spcAft>
                  <a:spcPts val="0"/>
                </a:spcAft>
              </a:pPr>
              <a:r>
                <a:rPr sz="1350" b="1" lang="en-US">
                  <a:solidFill>
                    <a:srgbClr val="007D9D"/>
                  </a:solidFill>
                  <a:latin typeface="Arial"/>
                  <a:ea typeface="SimHei"/>
                </a:rPr>
                <a:t>Output: Boxes · Classes · Confidence</a:t>
              </a:r>
            </a:p>
          </p:txBody>
        </p:sp>
        <p:sp>
          <p:nvSpPr>
            <p:cNvPr id="22" name="Text | Illustrative output, not a model prediction"/>
            <p:cNvSpPr txBox="1"/>
            <p:nvPr/>
          </p:nvSpPr>
          <p:spPr>
            <a:xfrm>
              <a:off x="533400" y="4653852"/>
              <a:ext cx="3937000" cy="200660"/>
            </a:xfrm>
            <a:prstGeom prst="rect">
              <a:avLst/>
            </a:prstGeom>
            <a:noFill/>
          </p:spPr>
          <p:txBody>
            <a:bodyPr wrap="none" lIns="0" rIns="0" tIns="0" bIns="0" anchor="t" anchorCtr="0">
              <a:noAutofit/>
            </a:bodyPr>
            <a:lstStyle/>
            <a:p>
              <a:pPr algn="ctr">
                <a:lnSpc>
                  <a:spcPts val="1230"/>
                </a:lnSpc>
                <a:spcBef>
                  <a:spcPts val="0"/>
                </a:spcBef>
                <a:spcAft>
                  <a:spcPts val="0"/>
                </a:spcAft>
              </a:pPr>
              <a:r>
                <a:rPr sz="1000" b="0" lang="en-US">
                  <a:solidFill>
                    <a:srgbClr val="4C6B83"/>
                  </a:solidFill>
                  <a:latin typeface="Arial"/>
                  <a:ea typeface="SimHei"/>
                </a:rPr>
                <a:t>Illustrative output, not a model prediction</a:t>
              </a:r>
            </a:p>
          </p:txBody>
        </p:sp>
      </p:grpSp>
      <p:grpSp>
        <p:nvGrpSpPr>
          <p:cNvPr id="23" name="Node | PaddleDetection"/>
          <p:cNvGrpSpPr/>
          <p:nvPr/>
        </p:nvGrpSpPr>
        <p:grpSpPr>
          <a:xfrm>
            <a:off x="4794250" y="1504950"/>
            <a:ext cx="6991350" cy="1631950"/>
            <a:chOff x="4794250" y="1504950"/>
            <a:chExt cx="6991350" cy="1631950"/>
          </a:xfrm>
        </p:grpSpPr>
        <p:sp>
          <p:nvSpPr>
            <p:cNvPr id="24" name="Panel | 3"/>
            <p:cNvSpPr/>
            <p:nvPr/>
          </p:nvSpPr>
          <p:spPr>
            <a:xfrm>
              <a:off x="4794250" y="1504950"/>
              <a:ext cx="6991350" cy="1631950"/>
            </a:xfrm>
            <a:prstGeom prst="roundRect">
              <a:avLst>
                <a:gd name="adj" fmla="val 8560"/>
              </a:avLst>
            </a:prstGeom>
            <a:solidFill>
              <a:srgbClr val="FFFFFF"/>
            </a:solidFill>
            <a:ln w="6350" cap="rnd">
              <a:solidFill>
                <a:srgbClr val="C6D8EB"/>
              </a:solidFill>
              <a:round/>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 | PaddleDetection"/>
            <p:cNvSpPr txBox="1"/>
            <p:nvPr/>
          </p:nvSpPr>
          <p:spPr>
            <a:xfrm>
              <a:off x="4997450" y="1614868"/>
              <a:ext cx="5016500" cy="351155"/>
            </a:xfrm>
            <a:prstGeom prst="rect">
              <a:avLst/>
            </a:prstGeom>
            <a:noFill/>
          </p:spPr>
          <p:txBody>
            <a:bodyPr wrap="none" lIns="0" rIns="0" tIns="0" bIns="0" anchor="t" anchorCtr="0">
              <a:noAutofit/>
            </a:bodyPr>
            <a:lstStyle/>
            <a:p>
              <a:pPr algn="l">
                <a:lnSpc>
                  <a:spcPts val="2152"/>
                </a:lnSpc>
                <a:spcBef>
                  <a:spcPts val="0"/>
                </a:spcBef>
                <a:spcAft>
                  <a:spcPts val="0"/>
                </a:spcAft>
              </a:pPr>
              <a:r>
                <a:rPr sz="1750" b="1" lang="en-US">
                  <a:solidFill>
                    <a:srgbClr val="007D9D"/>
                  </a:solidFill>
                  <a:latin typeface="Arial"/>
                  <a:ea typeface="SimHei"/>
                </a:rPr>
                <a:t>PaddleDetection</a:t>
              </a:r>
            </a:p>
          </p:txBody>
        </p:sp>
        <p:sp>
          <p:nvSpPr>
            <p:cNvPr id="26" name="Panel | 4"/>
            <p:cNvSpPr/>
            <p:nvPr/>
          </p:nvSpPr>
          <p:spPr>
            <a:xfrm>
              <a:off x="10483850" y="1651000"/>
              <a:ext cx="1104900" cy="241300"/>
            </a:xfrm>
            <a:prstGeom prst="roundRect">
              <a:avLst>
                <a:gd name="adj" fmla="val 26315"/>
              </a:avLst>
            </a:prstGeom>
            <a:solidFill>
              <a:srgbClr val="E5EF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 | 7 presets"/>
            <p:cNvSpPr txBox="1"/>
            <p:nvPr/>
          </p:nvSpPr>
          <p:spPr>
            <a:xfrm>
              <a:off x="10521950" y="1683830"/>
              <a:ext cx="1028700" cy="230759"/>
            </a:xfrm>
            <a:prstGeom prst="rect">
              <a:avLst/>
            </a:prstGeom>
            <a:noFill/>
          </p:spPr>
          <p:txBody>
            <a:bodyPr wrap="none" lIns="0" rIns="0" tIns="0" bIns="0" anchor="t" anchorCtr="0">
              <a:noAutofit/>
            </a:bodyPr>
            <a:lstStyle/>
            <a:p>
              <a:pPr algn="ctr">
                <a:lnSpc>
                  <a:spcPts val="1414"/>
                </a:lnSpc>
                <a:spcBef>
                  <a:spcPts val="0"/>
                </a:spcBef>
                <a:spcAft>
                  <a:spcPts val="0"/>
                </a:spcAft>
              </a:pPr>
              <a:r>
                <a:rPr sz="1150" b="1" lang="en-US">
                  <a:solidFill>
                    <a:srgbClr val="007D9D"/>
                  </a:solidFill>
                  <a:latin typeface="Arial"/>
                  <a:ea typeface="SimHei"/>
                </a:rPr>
                <a:t>7 presets</a:t>
              </a:r>
            </a:p>
          </p:txBody>
        </p:sp>
        <p:sp>
          <p:nvSpPr>
            <p:cNvPr id="28" name="Text | PP-YOLOE  ·  YOLOv3  ·  PicoDet  ·  RT-DETR"/>
            <p:cNvSpPr txBox="1"/>
            <p:nvPr/>
          </p:nvSpPr>
          <p:spPr>
            <a:xfrm>
              <a:off x="4997450" y="1982597"/>
              <a:ext cx="6546850" cy="341122"/>
            </a:xfrm>
            <a:prstGeom prst="rect">
              <a:avLst/>
            </a:prstGeom>
            <a:noFill/>
          </p:spPr>
          <p:txBody>
            <a:bodyPr wrap="none" lIns="0" rIns="0" tIns="0" bIns="0" anchor="t" anchorCtr="0">
              <a:noAutofit/>
            </a:bodyPr>
            <a:lstStyle/>
            <a:p>
              <a:pPr algn="l">
                <a:lnSpc>
                  <a:spcPts val="2091"/>
                </a:lnSpc>
                <a:spcBef>
                  <a:spcPts val="0"/>
                </a:spcBef>
                <a:spcAft>
                  <a:spcPts val="0"/>
                </a:spcAft>
              </a:pPr>
              <a:r>
                <a:rPr sz="1700" b="1" lang="en-US">
                  <a:solidFill>
                    <a:srgbClr val="082D48"/>
                  </a:solidFill>
                  <a:latin typeface="Arial"/>
                  <a:ea typeface="SimHei"/>
                </a:rPr>
                <a:t>PP-YOLOE  ·  YOLOv3  ·  PicoDet  ·  RT-DETR</a:t>
              </a:r>
            </a:p>
          </p:txBody>
        </p:sp>
        <p:sp>
          <p:nvSpPr>
            <p:cNvPr id="29" name="Text | Faster R-CNN  ·  RetinaNet  ·  CenterNet"/>
            <p:cNvSpPr txBox="1"/>
            <p:nvPr/>
          </p:nvSpPr>
          <p:spPr>
            <a:xfrm>
              <a:off x="4997450" y="2293747"/>
              <a:ext cx="6546850" cy="341122"/>
            </a:xfrm>
            <a:prstGeom prst="rect">
              <a:avLst/>
            </a:prstGeom>
            <a:noFill/>
          </p:spPr>
          <p:txBody>
            <a:bodyPr wrap="none" lIns="0" rIns="0" tIns="0" bIns="0" anchor="t" anchorCtr="0">
              <a:noAutofit/>
            </a:bodyPr>
            <a:lstStyle/>
            <a:p>
              <a:pPr algn="l">
                <a:lnSpc>
                  <a:spcPts val="2091"/>
                </a:lnSpc>
                <a:spcBef>
                  <a:spcPts val="0"/>
                </a:spcBef>
                <a:spcAft>
                  <a:spcPts val="0"/>
                </a:spcAft>
              </a:pPr>
              <a:r>
                <a:rPr sz="1700" b="1" lang="en-US">
                  <a:solidFill>
                    <a:srgbClr val="082D48"/>
                  </a:solidFill>
                  <a:latin typeface="Arial"/>
                  <a:ea typeface="SimHei"/>
                </a:rPr>
                <a:t>Faster R-CNN  ·  RetinaNet  ·  CenterNet</a:t>
              </a:r>
            </a:p>
          </p:txBody>
        </p:sp>
      </p:grpSp>
      <p:grpSp>
        <p:nvGrpSpPr>
          <p:cNvPr id="30" name="Node | TorchDet"/>
          <p:cNvGrpSpPr/>
          <p:nvPr/>
        </p:nvGrpSpPr>
        <p:grpSpPr>
          <a:xfrm>
            <a:off x="4794250" y="3232150"/>
            <a:ext cx="6991350" cy="1631950"/>
            <a:chOff x="4794250" y="3232150"/>
            <a:chExt cx="6991350" cy="1631950"/>
          </a:xfrm>
        </p:grpSpPr>
        <p:sp>
          <p:nvSpPr>
            <p:cNvPr id="31" name="Panel | 5"/>
            <p:cNvSpPr/>
            <p:nvPr/>
          </p:nvSpPr>
          <p:spPr>
            <a:xfrm>
              <a:off x="4794250" y="3232150"/>
              <a:ext cx="6991350" cy="1631950"/>
            </a:xfrm>
            <a:prstGeom prst="roundRect">
              <a:avLst>
                <a:gd name="adj" fmla="val 8560"/>
              </a:avLst>
            </a:prstGeom>
            <a:solidFill>
              <a:srgbClr val="FFFFFF"/>
            </a:solidFill>
            <a:ln w="6350" cap="rnd">
              <a:solidFill>
                <a:srgbClr val="C6D8EB"/>
              </a:solidFill>
              <a:round/>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 | TorchDet"/>
            <p:cNvSpPr txBox="1"/>
            <p:nvPr/>
          </p:nvSpPr>
          <p:spPr>
            <a:xfrm>
              <a:off x="4997450" y="3342068"/>
              <a:ext cx="5016500" cy="351155"/>
            </a:xfrm>
            <a:prstGeom prst="rect">
              <a:avLst/>
            </a:prstGeom>
            <a:noFill/>
          </p:spPr>
          <p:txBody>
            <a:bodyPr wrap="none" lIns="0" rIns="0" tIns="0" bIns="0" anchor="t" anchorCtr="0">
              <a:noAutofit/>
            </a:bodyPr>
            <a:lstStyle/>
            <a:p>
              <a:pPr algn="l">
                <a:lnSpc>
                  <a:spcPts val="2152"/>
                </a:lnSpc>
                <a:spcBef>
                  <a:spcPts val="0"/>
                </a:spcBef>
                <a:spcAft>
                  <a:spcPts val="0"/>
                </a:spcAft>
              </a:pPr>
              <a:r>
                <a:rPr sz="1750" b="1" lang="en-US">
                  <a:solidFill>
                    <a:srgbClr val="007D9D"/>
                  </a:solidFill>
                  <a:latin typeface="Arial"/>
                  <a:ea typeface="SimHei"/>
                </a:rPr>
                <a:t>TorchDet</a:t>
              </a:r>
            </a:p>
          </p:txBody>
        </p:sp>
        <p:sp>
          <p:nvSpPr>
            <p:cNvPr id="33" name="Panel | 6"/>
            <p:cNvSpPr/>
            <p:nvPr/>
          </p:nvSpPr>
          <p:spPr>
            <a:xfrm>
              <a:off x="10483850" y="3378200"/>
              <a:ext cx="1104900" cy="241300"/>
            </a:xfrm>
            <a:prstGeom prst="roundRect">
              <a:avLst>
                <a:gd name="adj" fmla="val 26315"/>
              </a:avLst>
            </a:prstGeom>
            <a:solidFill>
              <a:srgbClr val="E5EF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 | 4 presets"/>
            <p:cNvSpPr txBox="1"/>
            <p:nvPr/>
          </p:nvSpPr>
          <p:spPr>
            <a:xfrm>
              <a:off x="10521950" y="3411029"/>
              <a:ext cx="1028700" cy="230759"/>
            </a:xfrm>
            <a:prstGeom prst="rect">
              <a:avLst/>
            </a:prstGeom>
            <a:noFill/>
          </p:spPr>
          <p:txBody>
            <a:bodyPr wrap="none" lIns="0" rIns="0" tIns="0" bIns="0" anchor="t" anchorCtr="0">
              <a:noAutofit/>
            </a:bodyPr>
            <a:lstStyle/>
            <a:p>
              <a:pPr algn="ctr">
                <a:lnSpc>
                  <a:spcPts val="1414"/>
                </a:lnSpc>
                <a:spcBef>
                  <a:spcPts val="0"/>
                </a:spcBef>
                <a:spcAft>
                  <a:spcPts val="0"/>
                </a:spcAft>
              </a:pPr>
              <a:r>
                <a:rPr sz="1150" b="1" lang="en-US">
                  <a:solidFill>
                    <a:srgbClr val="007D9D"/>
                  </a:solidFill>
                  <a:latin typeface="Arial"/>
                  <a:ea typeface="SimHei"/>
                </a:rPr>
                <a:t>4 presets</a:t>
              </a:r>
            </a:p>
          </p:txBody>
        </p:sp>
        <p:sp>
          <p:nvSpPr>
            <p:cNvPr id="35" name="Text | Faster R-CNN  ·  RetinaNet  ·  FCOS  ·  SSD / SSDLite"/>
            <p:cNvSpPr txBox="1"/>
            <p:nvPr/>
          </p:nvSpPr>
          <p:spPr>
            <a:xfrm>
              <a:off x="4997450" y="3709797"/>
              <a:ext cx="6546850" cy="341122"/>
            </a:xfrm>
            <a:prstGeom prst="rect">
              <a:avLst/>
            </a:prstGeom>
            <a:noFill/>
          </p:spPr>
          <p:txBody>
            <a:bodyPr wrap="none" lIns="0" rIns="0" tIns="0" bIns="0" anchor="t" anchorCtr="0">
              <a:noAutofit/>
            </a:bodyPr>
            <a:lstStyle/>
            <a:p>
              <a:pPr algn="l">
                <a:lnSpc>
                  <a:spcPts val="2091"/>
                </a:lnSpc>
                <a:spcBef>
                  <a:spcPts val="0"/>
                </a:spcBef>
                <a:spcAft>
                  <a:spcPts val="0"/>
                </a:spcAft>
              </a:pPr>
              <a:r>
                <a:rPr sz="1700" b="1" lang="en-US">
                  <a:solidFill>
                    <a:srgbClr val="082D48"/>
                  </a:solidFill>
                  <a:latin typeface="Arial"/>
                  <a:ea typeface="SimHei"/>
                </a:rPr>
                <a:t>Faster R-CNN  ·  RetinaNet  ·  FCOS  ·  SSD / SSDLite</a:t>
              </a:r>
            </a:p>
          </p:txBody>
        </p:sp>
        <p:sp>
          <p:nvSpPr>
            <p:cNvPr id="36" name="Text | SSD variants: VGG16 → SSD300; MobileNetV3 → SSDLite320"/>
            <p:cNvSpPr txBox="1"/>
            <p:nvPr/>
          </p:nvSpPr>
          <p:spPr>
            <a:xfrm>
              <a:off x="4997450" y="4548314"/>
              <a:ext cx="6546850" cy="240792"/>
            </a:xfrm>
            <a:prstGeom prst="rect">
              <a:avLst/>
            </a:prstGeom>
            <a:noFill/>
          </p:spPr>
          <p:txBody>
            <a:bodyPr wrap="none" lIns="0" rIns="0" tIns="0" bIns="0" anchor="t" anchorCtr="0">
              <a:noAutofit/>
            </a:bodyPr>
            <a:lstStyle/>
            <a:p>
              <a:pPr algn="l">
                <a:lnSpc>
                  <a:spcPts val="1476"/>
                </a:lnSpc>
                <a:spcBef>
                  <a:spcPts val="0"/>
                </a:spcBef>
                <a:spcAft>
                  <a:spcPts val="0"/>
                </a:spcAft>
              </a:pPr>
              <a:r>
                <a:rPr sz="1200" b="0" lang="en-US">
                  <a:solidFill>
                    <a:srgbClr val="4C6B83"/>
                  </a:solidFill>
                  <a:latin typeface="Arial"/>
                  <a:ea typeface="SimHei"/>
                </a:rPr>
                <a:t>SSD variants: VGG16 → SSD300; MobileNetV3 → SSDLite320</a:t>
              </a:r>
            </a:p>
          </p:txBody>
        </p:sp>
      </p:grpSp>
      <p:grpSp>
        <p:nvGrpSpPr>
          <p:cNvPr id="37" name="Node | COCO Images &amp; Labels"/>
          <p:cNvGrpSpPr/>
          <p:nvPr/>
        </p:nvGrpSpPr>
        <p:grpSpPr>
          <a:xfrm>
            <a:off x="406400" y="5149850"/>
            <a:ext cx="3670300" cy="869950"/>
            <a:chOff x="406400" y="5149850"/>
            <a:chExt cx="3670300" cy="869950"/>
          </a:xfrm>
        </p:grpSpPr>
        <p:sp>
          <p:nvSpPr>
            <p:cNvPr id="38" name="Panel | 7"/>
            <p:cNvSpPr/>
            <p:nvPr/>
          </p:nvSpPr>
          <p:spPr>
            <a:xfrm>
              <a:off x="406400" y="5149850"/>
              <a:ext cx="3670300" cy="869950"/>
            </a:xfrm>
            <a:prstGeom prst="roundRect">
              <a:avLst>
                <a:gd name="adj" fmla="val 13138"/>
              </a:avLst>
            </a:prstGeom>
            <a:solidFill>
              <a:srgbClr val="FFFFFF"/>
            </a:solidFill>
            <a:ln w="6350" cap="rnd">
              <a:solidFill>
                <a:srgbClr val="C6D8EB"/>
              </a:solidFill>
              <a:round/>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9" name="Picture | Independent image" descr="9e95fdd8cbc9f9a0c34a291105fb480dc039dba98b573e29df9046a523f69962.png"/>
            <p:cNvPicPr>
              <a:picLocks noChangeAspect="1"/>
            </p:cNvPicPr>
            <p:nvPr/>
          </p:nvPicPr>
          <p:blipFill>
            <a:blip r:embed="rId4"/>
            <a:stretch>
              <a:fillRect/>
            </a:stretch>
          </p:blipFill>
          <p:spPr>
            <a:xfrm>
              <a:off x="483755" y="5200650"/>
              <a:ext cx="810491" cy="742950"/>
            </a:xfrm>
            <a:prstGeom prst="rect">
              <a:avLst/>
            </a:prstGeom>
          </p:spPr>
        </p:pic>
        <p:sp>
          <p:nvSpPr>
            <p:cNvPr id="40" name="Text | COCO Images &amp; Labels"/>
            <p:cNvSpPr txBox="1"/>
            <p:nvPr/>
          </p:nvSpPr>
          <p:spPr>
            <a:xfrm>
              <a:off x="1403350" y="5318442"/>
              <a:ext cx="2533650" cy="270891"/>
            </a:xfrm>
            <a:prstGeom prst="rect">
              <a:avLst/>
            </a:prstGeom>
            <a:noFill/>
          </p:spPr>
          <p:txBody>
            <a:bodyPr wrap="none" lIns="0" rIns="0" tIns="0" bIns="0" anchor="t" anchorCtr="0">
              <a:noAutofit/>
            </a:bodyPr>
            <a:lstStyle/>
            <a:p>
              <a:pPr algn="l">
                <a:lnSpc>
                  <a:spcPts val="1660"/>
                </a:lnSpc>
                <a:spcBef>
                  <a:spcPts val="0"/>
                </a:spcBef>
                <a:spcAft>
                  <a:spcPts val="0"/>
                </a:spcAft>
              </a:pPr>
              <a:r>
                <a:rPr sz="1350" b="1" lang="en-US">
                  <a:solidFill>
                    <a:srgbClr val="082D48"/>
                  </a:solidFill>
                  <a:latin typeface="Arial"/>
                  <a:ea typeface="SimHei"/>
                </a:rPr>
                <a:t>COCO Images &amp; Labels</a:t>
              </a:r>
            </a:p>
          </p:txBody>
        </p:sp>
        <p:sp>
          <p:nvSpPr>
            <p:cNvPr id="41" name="Text | Box labels · Classes"/>
            <p:cNvSpPr txBox="1"/>
            <p:nvPr/>
          </p:nvSpPr>
          <p:spPr>
            <a:xfrm>
              <a:off x="1403350" y="5634164"/>
              <a:ext cx="2533650" cy="240792"/>
            </a:xfrm>
            <a:prstGeom prst="rect">
              <a:avLst/>
            </a:prstGeom>
            <a:noFill/>
          </p:spPr>
          <p:txBody>
            <a:bodyPr wrap="none" lIns="0" rIns="0" tIns="0" bIns="0" anchor="t" anchorCtr="0">
              <a:noAutofit/>
            </a:bodyPr>
            <a:lstStyle/>
            <a:p>
              <a:pPr algn="l">
                <a:lnSpc>
                  <a:spcPts val="1476"/>
                </a:lnSpc>
                <a:spcBef>
                  <a:spcPts val="0"/>
                </a:spcBef>
                <a:spcAft>
                  <a:spcPts val="0"/>
                </a:spcAft>
              </a:pPr>
              <a:r>
                <a:rPr sz="1200" b="0" lang="en-US">
                  <a:solidFill>
                    <a:srgbClr val="4C6B83"/>
                  </a:solidFill>
                  <a:latin typeface="Arial"/>
                  <a:ea typeface="SimHei"/>
                </a:rPr>
                <a:t>Box labels · Classes</a:t>
              </a:r>
            </a:p>
          </p:txBody>
        </p:sp>
      </p:grpSp>
      <p:grpSp>
        <p:nvGrpSpPr>
          <p:cNvPr id="42" name="Node | Training &amp; Metric Tracking"/>
          <p:cNvGrpSpPr/>
          <p:nvPr/>
        </p:nvGrpSpPr>
        <p:grpSpPr>
          <a:xfrm>
            <a:off x="4260850" y="5149850"/>
            <a:ext cx="3670300" cy="869950"/>
            <a:chOff x="4260850" y="5149850"/>
            <a:chExt cx="3670300" cy="869950"/>
          </a:xfrm>
        </p:grpSpPr>
        <p:sp>
          <p:nvSpPr>
            <p:cNvPr id="43" name="Panel | 8"/>
            <p:cNvSpPr/>
            <p:nvPr/>
          </p:nvSpPr>
          <p:spPr>
            <a:xfrm>
              <a:off x="4260850" y="5149850"/>
              <a:ext cx="3670300" cy="869950"/>
            </a:xfrm>
            <a:prstGeom prst="roundRect">
              <a:avLst>
                <a:gd name="adj" fmla="val 13138"/>
              </a:avLst>
            </a:prstGeom>
            <a:solidFill>
              <a:srgbClr val="FFFFFF"/>
            </a:solidFill>
            <a:ln w="6350" cap="rnd">
              <a:solidFill>
                <a:srgbClr val="C6D8EB"/>
              </a:solidFill>
              <a:round/>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4" name="Picture | Independent image" descr="a2781e6fc1b0657c84d60247567a5473eac6014ff0a41bdab4c3f63f6bae7f6c.png"/>
            <p:cNvPicPr>
              <a:picLocks noChangeAspect="1"/>
            </p:cNvPicPr>
            <p:nvPr/>
          </p:nvPicPr>
          <p:blipFill>
            <a:blip r:embed="rId5"/>
            <a:stretch>
              <a:fillRect/>
            </a:stretch>
          </p:blipFill>
          <p:spPr>
            <a:xfrm>
              <a:off x="4338205" y="5200650"/>
              <a:ext cx="810491" cy="742950"/>
            </a:xfrm>
            <a:prstGeom prst="rect">
              <a:avLst/>
            </a:prstGeom>
          </p:spPr>
        </p:pic>
        <p:sp>
          <p:nvSpPr>
            <p:cNvPr id="45" name="Text | Training &amp; Metric Tracking"/>
            <p:cNvSpPr txBox="1"/>
            <p:nvPr/>
          </p:nvSpPr>
          <p:spPr>
            <a:xfrm>
              <a:off x="5257800" y="5318442"/>
              <a:ext cx="2533650" cy="270891"/>
            </a:xfrm>
            <a:prstGeom prst="rect">
              <a:avLst/>
            </a:prstGeom>
            <a:noFill/>
          </p:spPr>
          <p:txBody>
            <a:bodyPr wrap="none" lIns="0" rIns="0" tIns="0" bIns="0" anchor="t" anchorCtr="0">
              <a:noAutofit/>
            </a:bodyPr>
            <a:lstStyle/>
            <a:p>
              <a:pPr algn="l">
                <a:lnSpc>
                  <a:spcPts val="1660"/>
                </a:lnSpc>
                <a:spcBef>
                  <a:spcPts val="0"/>
                </a:spcBef>
                <a:spcAft>
                  <a:spcPts val="0"/>
                </a:spcAft>
              </a:pPr>
              <a:r>
                <a:rPr sz="1350" b="1" lang="en-US">
                  <a:solidFill>
                    <a:srgbClr val="082D48"/>
                  </a:solidFill>
                  <a:latin typeface="Arial"/>
                  <a:ea typeface="SimHei"/>
                </a:rPr>
                <a:t>Training &amp; Metric Tracking</a:t>
              </a:r>
            </a:p>
          </p:txBody>
        </p:sp>
        <p:sp>
          <p:nvSpPr>
            <p:cNvPr id="46" name="Text | mAP / mAP50 · Training curves"/>
            <p:cNvSpPr txBox="1"/>
            <p:nvPr/>
          </p:nvSpPr>
          <p:spPr>
            <a:xfrm>
              <a:off x="5257800" y="5634164"/>
              <a:ext cx="2533650" cy="240792"/>
            </a:xfrm>
            <a:prstGeom prst="rect">
              <a:avLst/>
            </a:prstGeom>
            <a:noFill/>
          </p:spPr>
          <p:txBody>
            <a:bodyPr wrap="none" lIns="0" rIns="0" tIns="0" bIns="0" anchor="t" anchorCtr="0">
              <a:noAutofit/>
            </a:bodyPr>
            <a:lstStyle/>
            <a:p>
              <a:pPr algn="l">
                <a:lnSpc>
                  <a:spcPts val="1476"/>
                </a:lnSpc>
                <a:spcBef>
                  <a:spcPts val="0"/>
                </a:spcBef>
                <a:spcAft>
                  <a:spcPts val="0"/>
                </a:spcAft>
              </a:pPr>
              <a:r>
                <a:rPr sz="1200" b="0" lang="en-US">
                  <a:solidFill>
                    <a:srgbClr val="4C6B83"/>
                  </a:solidFill>
                  <a:latin typeface="Arial"/>
                  <a:ea typeface="SimHei"/>
                </a:rPr>
                <a:t>mAP / mAP50 · Training curves</a:t>
              </a:r>
            </a:p>
          </p:txBody>
        </p:sp>
      </p:grpSp>
      <p:grpSp>
        <p:nvGrpSpPr>
          <p:cNvPr id="47" name="Node | Detection Preview"/>
          <p:cNvGrpSpPr/>
          <p:nvPr/>
        </p:nvGrpSpPr>
        <p:grpSpPr>
          <a:xfrm>
            <a:off x="8115300" y="5149850"/>
            <a:ext cx="3670300" cy="869950"/>
            <a:chOff x="8115300" y="5149850"/>
            <a:chExt cx="3670300" cy="869950"/>
          </a:xfrm>
        </p:grpSpPr>
        <p:sp>
          <p:nvSpPr>
            <p:cNvPr id="48" name="Panel | 9"/>
            <p:cNvSpPr/>
            <p:nvPr/>
          </p:nvSpPr>
          <p:spPr>
            <a:xfrm>
              <a:off x="8115300" y="5149850"/>
              <a:ext cx="3670300" cy="869950"/>
            </a:xfrm>
            <a:prstGeom prst="roundRect">
              <a:avLst>
                <a:gd name="adj" fmla="val 13138"/>
              </a:avLst>
            </a:prstGeom>
            <a:solidFill>
              <a:srgbClr val="FFFFFF"/>
            </a:solidFill>
            <a:ln w="6350" cap="rnd">
              <a:solidFill>
                <a:srgbClr val="C6D8EB"/>
              </a:solidFill>
              <a:round/>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9" name="Picture | Independent image" descr="9d8a396ed4272854fb93ae8fa019b1c482371fd2a5043a2fbf37b1757aef0d47.png"/>
            <p:cNvPicPr>
              <a:picLocks noChangeAspect="1"/>
            </p:cNvPicPr>
            <p:nvPr/>
          </p:nvPicPr>
          <p:blipFill>
            <a:blip r:embed="rId6"/>
            <a:stretch>
              <a:fillRect/>
            </a:stretch>
          </p:blipFill>
          <p:spPr>
            <a:xfrm>
              <a:off x="8192655" y="5200650"/>
              <a:ext cx="810491" cy="742950"/>
            </a:xfrm>
            <a:prstGeom prst="rect">
              <a:avLst/>
            </a:prstGeom>
          </p:spPr>
        </p:pic>
        <p:sp>
          <p:nvSpPr>
            <p:cNvPr id="50" name="Text | Detection Preview"/>
            <p:cNvSpPr txBox="1"/>
            <p:nvPr/>
          </p:nvSpPr>
          <p:spPr>
            <a:xfrm>
              <a:off x="9112250" y="5318442"/>
              <a:ext cx="2533650" cy="270891"/>
            </a:xfrm>
            <a:prstGeom prst="rect">
              <a:avLst/>
            </a:prstGeom>
            <a:noFill/>
          </p:spPr>
          <p:txBody>
            <a:bodyPr wrap="none" lIns="0" rIns="0" tIns="0" bIns="0" anchor="t" anchorCtr="0">
              <a:noAutofit/>
            </a:bodyPr>
            <a:lstStyle/>
            <a:p>
              <a:pPr algn="l">
                <a:lnSpc>
                  <a:spcPts val="1660"/>
                </a:lnSpc>
                <a:spcBef>
                  <a:spcPts val="0"/>
                </a:spcBef>
                <a:spcAft>
                  <a:spcPts val="0"/>
                </a:spcAft>
              </a:pPr>
              <a:r>
                <a:rPr sz="1350" b="1" lang="en-US">
                  <a:solidFill>
                    <a:srgbClr val="082D48"/>
                  </a:solidFill>
                  <a:latin typeface="Arial"/>
                  <a:ea typeface="SimHei"/>
                </a:rPr>
                <a:t>Detection Preview</a:t>
              </a:r>
            </a:p>
          </p:txBody>
        </p:sp>
        <p:sp>
          <p:nvSpPr>
            <p:cNvPr id="51" name="Text | Locate defects · Inspect classes"/>
            <p:cNvSpPr txBox="1"/>
            <p:nvPr/>
          </p:nvSpPr>
          <p:spPr>
            <a:xfrm>
              <a:off x="9112250" y="5634164"/>
              <a:ext cx="2533650" cy="240792"/>
            </a:xfrm>
            <a:prstGeom prst="rect">
              <a:avLst/>
            </a:prstGeom>
            <a:noFill/>
          </p:spPr>
          <p:txBody>
            <a:bodyPr wrap="none" lIns="0" rIns="0" tIns="0" bIns="0" anchor="t" anchorCtr="0">
              <a:noAutofit/>
            </a:bodyPr>
            <a:lstStyle/>
            <a:p>
              <a:pPr algn="l">
                <a:lnSpc>
                  <a:spcPts val="1476"/>
                </a:lnSpc>
                <a:spcBef>
                  <a:spcPts val="0"/>
                </a:spcBef>
                <a:spcAft>
                  <a:spcPts val="0"/>
                </a:spcAft>
              </a:pPr>
              <a:r>
                <a:rPr sz="1200" b="0" lang="en-US">
                  <a:solidFill>
                    <a:srgbClr val="4C6B83"/>
                  </a:solidFill>
                  <a:latin typeface="Arial"/>
                  <a:ea typeface="SimHei"/>
                </a:rPr>
                <a:t>Locate defects · Inspect classes</a:t>
              </a:r>
            </a:p>
          </p:txBody>
        </p:sp>
      </p:grpSp>
      <p:sp>
        <p:nvSpPr>
          <p:cNvPr id="52" name="Text | Presets are backend-specific; PP-YOLOE and RT-DETR are not TorchDet models."/>
          <p:cNvSpPr txBox="1"/>
          <p:nvPr/>
        </p:nvSpPr>
        <p:spPr>
          <a:xfrm>
            <a:off x="406400" y="6167564"/>
            <a:ext cx="11379200" cy="240792"/>
          </a:xfrm>
          <a:prstGeom prst="rect">
            <a:avLst/>
          </a:prstGeom>
          <a:noFill/>
        </p:spPr>
        <p:txBody>
          <a:bodyPr wrap="none" lIns="0" rIns="0" tIns="0" bIns="0" anchor="t" anchorCtr="0">
            <a:noAutofit/>
          </a:bodyPr>
          <a:lstStyle/>
          <a:p>
            <a:pPr algn="ctr">
              <a:lnSpc>
                <a:spcPts val="1476"/>
              </a:lnSpc>
              <a:spcBef>
                <a:spcPts val="0"/>
              </a:spcBef>
              <a:spcAft>
                <a:spcPts val="0"/>
              </a:spcAft>
            </a:pPr>
            <a:r>
              <a:rPr sz="1200" b="0" lang="en-US">
                <a:solidFill>
                  <a:srgbClr val="4C6B83"/>
                </a:solidFill>
                <a:latin typeface="Arial"/>
                <a:ea typeface="SimHei"/>
              </a:rPr>
              <a:t>Presets are backend-specific; PP-YOLOE and RT-DETR are not TorchDet models.</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showMasterSp="0">
  <p:cSld>
    <p:bg>
      <p:bgPr>
        <a:solidFill>
          <a:srgbClr val="F5F9FF"/>
        </a:solidFill>
        <a:effectLst/>
      </p:bgPr>
    </p:bg>
    <p:spTree>
      <p:nvGrpSpPr>
        <p:cNvPr id="1" name=""/>
        <p:cNvGrpSpPr/>
        <p:nvPr/>
      </p:nvGrpSpPr>
      <p:grpSpPr/>
      <p:sp>
        <p:nvSpPr>
          <p:cNvPr id="2" name="Connector | 1"/>
          <p:cNvSpPr/>
          <p:nvPr/>
        </p:nvSpPr>
        <p:spPr>
          <a:xfrm>
            <a:off x="8572500" y="0"/>
            <a:ext cx="3213100" cy="565150"/>
          </a:xfrm>
          <a:custGeom>
            <a:avLst/>
            <a:gdLst/>
            <a:ahLst/>
            <a:cxnLst/>
            <a:rect l="0" t="0" r="r" b="b"/>
            <a:pathLst>
              <a:path w="50600" h="8900" fill="none">
                <a:moveTo>
                  <a:pt x="0" y="0"/>
                </a:moveTo>
                <a:lnTo>
                  <a:pt x="0" y="4500"/>
                </a:lnTo>
                <a:lnTo>
                  <a:pt x="4400" y="8900"/>
                </a:lnTo>
                <a:lnTo>
                  <a:pt x="50600" y="8900"/>
                </a:lnTo>
              </a:path>
            </a:pathLst>
          </a:custGeom>
          <a:noFill/>
          <a:ln w="6350" cap="rnd">
            <a:solidFill>
              <a:srgbClr val="C6D8EB">
                <a:alpha val="40000"/>
              </a:srgbClr>
            </a:solidFill>
            <a:round/>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Circle | 1"/>
          <p:cNvSpPr/>
          <p:nvPr/>
        </p:nvSpPr>
        <p:spPr>
          <a:xfrm>
            <a:off x="8832850" y="546100"/>
            <a:ext cx="38100" cy="38100"/>
          </a:xfrm>
          <a:prstGeom prst="ellipse">
            <a:avLst/>
          </a:prstGeom>
          <a:solidFill>
            <a:srgbClr val="C6D8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Connector | 2"/>
          <p:cNvSpPr/>
          <p:nvPr/>
        </p:nvSpPr>
        <p:spPr>
          <a:xfrm>
            <a:off x="9588500" y="0"/>
            <a:ext cx="2197100" cy="565150"/>
          </a:xfrm>
          <a:custGeom>
            <a:avLst/>
            <a:gdLst/>
            <a:ahLst/>
            <a:cxnLst/>
            <a:rect l="0" t="0" r="r" b="b"/>
            <a:pathLst>
              <a:path w="34600" h="8900" fill="none">
                <a:moveTo>
                  <a:pt x="0" y="0"/>
                </a:moveTo>
                <a:lnTo>
                  <a:pt x="0" y="4500"/>
                </a:lnTo>
                <a:lnTo>
                  <a:pt x="4400" y="8900"/>
                </a:lnTo>
                <a:lnTo>
                  <a:pt x="34600" y="8900"/>
                </a:lnTo>
              </a:path>
            </a:pathLst>
          </a:custGeom>
          <a:noFill/>
          <a:ln w="6350" cap="rnd">
            <a:solidFill>
              <a:srgbClr val="C6D8EB">
                <a:alpha val="40000"/>
              </a:srgbClr>
            </a:solidFill>
            <a:round/>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Circle | 2"/>
          <p:cNvSpPr/>
          <p:nvPr/>
        </p:nvSpPr>
        <p:spPr>
          <a:xfrm>
            <a:off x="9848850" y="546100"/>
            <a:ext cx="38100" cy="38100"/>
          </a:xfrm>
          <a:prstGeom prst="ellipse">
            <a:avLst/>
          </a:prstGeom>
          <a:solidFill>
            <a:srgbClr val="C6D8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Connector | 3"/>
          <p:cNvSpPr/>
          <p:nvPr/>
        </p:nvSpPr>
        <p:spPr>
          <a:xfrm>
            <a:off x="10604500" y="0"/>
            <a:ext cx="1181100" cy="565150"/>
          </a:xfrm>
          <a:custGeom>
            <a:avLst/>
            <a:gdLst/>
            <a:ahLst/>
            <a:cxnLst/>
            <a:rect l="0" t="0" r="r" b="b"/>
            <a:pathLst>
              <a:path w="18600" h="8900" fill="none">
                <a:moveTo>
                  <a:pt x="0" y="0"/>
                </a:moveTo>
                <a:lnTo>
                  <a:pt x="0" y="4500"/>
                </a:lnTo>
                <a:lnTo>
                  <a:pt x="4400" y="8900"/>
                </a:lnTo>
                <a:lnTo>
                  <a:pt x="18600" y="8900"/>
                </a:lnTo>
              </a:path>
            </a:pathLst>
          </a:custGeom>
          <a:noFill/>
          <a:ln w="6350" cap="rnd">
            <a:solidFill>
              <a:srgbClr val="C6D8EB">
                <a:alpha val="40000"/>
              </a:srgbClr>
            </a:solidFill>
            <a:round/>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Circle | 3"/>
          <p:cNvSpPr/>
          <p:nvPr/>
        </p:nvSpPr>
        <p:spPr>
          <a:xfrm>
            <a:off x="10864850" y="546100"/>
            <a:ext cx="38100" cy="38100"/>
          </a:xfrm>
          <a:prstGeom prst="ellipse">
            <a:avLst/>
          </a:prstGeom>
          <a:solidFill>
            <a:srgbClr val="C6D8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Panel | 1"/>
          <p:cNvSpPr/>
          <p:nvPr/>
        </p:nvSpPr>
        <p:spPr>
          <a:xfrm>
            <a:off x="406400" y="342900"/>
            <a:ext cx="38100" cy="190500"/>
          </a:xfrm>
          <a:prstGeom prst="roundRect">
            <a:avLst>
              <a:gd name="adj" fmla="val 50000"/>
            </a:avLst>
          </a:prstGeom>
          <a:solidFill>
            <a:srgbClr val="007D9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 | CHAPTER 03 / HAWKEYEPLUS"/>
          <p:cNvSpPr txBox="1"/>
          <p:nvPr/>
        </p:nvSpPr>
        <p:spPr>
          <a:xfrm>
            <a:off x="546100" y="356680"/>
            <a:ext cx="7620000" cy="230759"/>
          </a:xfrm>
          <a:prstGeom prst="rect">
            <a:avLst/>
          </a:prstGeom>
          <a:noFill/>
        </p:spPr>
        <p:txBody>
          <a:bodyPr wrap="none" lIns="0" rIns="0" tIns="0" bIns="0" anchor="t" anchorCtr="0">
            <a:noAutofit/>
          </a:bodyPr>
          <a:lstStyle/>
          <a:p>
            <a:pPr algn="l">
              <a:lnSpc>
                <a:spcPts val="1414"/>
              </a:lnSpc>
              <a:spcBef>
                <a:spcPts val="0"/>
              </a:spcBef>
              <a:spcAft>
                <a:spcPts val="0"/>
              </a:spcAft>
            </a:pPr>
            <a:r>
              <a:rPr sz="1150" b="1" lang="en-US">
                <a:solidFill>
                  <a:srgbClr val="4C6B83"/>
                </a:solidFill>
                <a:latin typeface="Arial"/>
                <a:ea typeface="SimHei"/>
              </a:rPr>
              <a:t>CHAPTER 03 / HAWKEYEPLUS</a:t>
            </a:r>
          </a:p>
        </p:txBody>
      </p:sp>
      <p:pic>
        <p:nvPicPr>
          <p:cNvPr id="10" name="Picture | Independent image" descr="139ef02520a55c1aaee95c1d6e7f5f730beac004ebb72c9c012b0f76513ab85e.png"/>
          <p:cNvPicPr>
            <a:picLocks noChangeAspect="1"/>
          </p:cNvPicPr>
          <p:nvPr/>
        </p:nvPicPr>
        <p:blipFill>
          <a:blip r:embed="rId2"/>
          <a:stretch>
            <a:fillRect/>
          </a:stretch>
        </p:blipFill>
        <p:spPr>
          <a:xfrm>
            <a:off x="11061700" y="325755"/>
            <a:ext cx="704850" cy="281940"/>
          </a:xfrm>
          <a:prstGeom prst="rect">
            <a:avLst/>
          </a:prstGeom>
        </p:spPr>
      </p:pic>
      <p:sp>
        <p:nvSpPr>
          <p:cNvPr id="11" name="Text | Segmentation Models | Pixel-level Understanding"/>
          <p:cNvSpPr txBox="1"/>
          <p:nvPr/>
        </p:nvSpPr>
        <p:spPr>
          <a:xfrm>
            <a:off x="406400" y="593662"/>
            <a:ext cx="10858500" cy="581914"/>
          </a:xfrm>
          <a:prstGeom prst="rect">
            <a:avLst/>
          </a:prstGeom>
          <a:noFill/>
        </p:spPr>
        <p:txBody>
          <a:bodyPr wrap="none" lIns="0" rIns="0" tIns="0" bIns="0" anchor="t" anchorCtr="0">
            <a:noAutofit/>
          </a:bodyPr>
          <a:lstStyle/>
          <a:p>
            <a:pPr algn="l">
              <a:lnSpc>
                <a:spcPts val="3567"/>
              </a:lnSpc>
              <a:spcBef>
                <a:spcPts val="0"/>
              </a:spcBef>
              <a:spcAft>
                <a:spcPts val="0"/>
              </a:spcAft>
            </a:pPr>
            <a:r>
              <a:rPr sz="2900" b="1" lang="en-US">
                <a:solidFill>
                  <a:srgbClr val="082D48"/>
                </a:solidFill>
                <a:latin typeface="Arial"/>
                <a:ea typeface="SimHei"/>
              </a:rPr>
              <a:t>Segmentation Models | Pixel-level Understanding</a:t>
            </a:r>
          </a:p>
        </p:txBody>
      </p:sp>
      <p:sp>
        <p:nvSpPr>
          <p:cNvPr id="12" name="Text | TEM images illustrate segmentation across compact, encoder-decoder and Transformer architectures"/>
          <p:cNvSpPr txBox="1"/>
          <p:nvPr/>
        </p:nvSpPr>
        <p:spPr>
          <a:xfrm>
            <a:off x="425450" y="1064578"/>
            <a:ext cx="11049000" cy="280924"/>
          </a:xfrm>
          <a:prstGeom prst="rect">
            <a:avLst/>
          </a:prstGeom>
          <a:noFill/>
        </p:spPr>
        <p:txBody>
          <a:bodyPr wrap="none" lIns="0" rIns="0" tIns="0" bIns="0" anchor="t" anchorCtr="0">
            <a:noAutofit/>
          </a:bodyPr>
          <a:lstStyle/>
          <a:p>
            <a:pPr algn="l">
              <a:lnSpc>
                <a:spcPts val="1722"/>
              </a:lnSpc>
              <a:spcBef>
                <a:spcPts val="0"/>
              </a:spcBef>
              <a:spcAft>
                <a:spcPts val="0"/>
              </a:spcAft>
            </a:pPr>
            <a:r>
              <a:rPr sz="1400" b="0" lang="en-US">
                <a:solidFill>
                  <a:srgbClr val="4C6B83"/>
                </a:solidFill>
                <a:latin typeface="Arial"/>
                <a:ea typeface="SimHei"/>
              </a:rPr>
              <a:t>TEM images illustrate segmentation across compact, encoder-decoder and Transformer architectures</a:t>
            </a:r>
          </a:p>
        </p:txBody>
      </p:sp>
      <p:cxnSp>
        <p:nvCxnSpPr>
          <p:cNvPr id="13" name="Connector | 4"/>
          <p:cNvCxnSpPr/>
          <p:nvPr/>
        </p:nvCxnSpPr>
        <p:spPr>
          <a:xfrm>
            <a:off x="406400" y="6521450"/>
            <a:ext cx="11379200" cy="0"/>
          </a:xfrm>
          <a:prstGeom prst="line">
            <a:avLst/>
          </a:prstGeom>
          <a:ln w="6350" cap="rnd">
            <a:solidFill>
              <a:srgbClr val="C6D8EB"/>
            </a:solidFill>
            <a:round/>
          </a:ln>
        </p:spPr>
        <p:style>
          <a:lnRef idx="2">
            <a:schemeClr val="accent1"/>
          </a:lnRef>
          <a:fillRef idx="0">
            <a:schemeClr val="accent1"/>
          </a:fillRef>
          <a:effectRef idx="1">
            <a:schemeClr val="accent1"/>
          </a:effectRef>
          <a:fontRef idx="minor">
            <a:schemeClr val="tx1"/>
          </a:fontRef>
        </p:style>
      </p:cxnSp>
      <p:sp>
        <p:nvSpPr>
          <p:cNvPr id="14" name="Text | SwiftFlow + HawkeyePlus  |  Industrial Vision Engineering"/>
          <p:cNvSpPr txBox="1"/>
          <p:nvPr/>
        </p:nvSpPr>
        <p:spPr>
          <a:xfrm>
            <a:off x="412750" y="6607238"/>
            <a:ext cx="8255000" cy="160528"/>
          </a:xfrm>
          <a:prstGeom prst="rect">
            <a:avLst/>
          </a:prstGeom>
          <a:noFill/>
        </p:spPr>
        <p:txBody>
          <a:bodyPr wrap="none" lIns="0" rIns="0" tIns="0" bIns="0" anchor="t" anchorCtr="0">
            <a:noAutofit/>
          </a:bodyPr>
          <a:lstStyle/>
          <a:p>
            <a:pPr algn="l">
              <a:lnSpc>
                <a:spcPts val="984"/>
              </a:lnSpc>
              <a:spcBef>
                <a:spcPts val="0"/>
              </a:spcBef>
              <a:spcAft>
                <a:spcPts val="0"/>
              </a:spcAft>
            </a:pPr>
            <a:r>
              <a:rPr sz="800" b="0" lang="en-US">
                <a:solidFill>
                  <a:srgbClr val="4C6B83"/>
                </a:solidFill>
                <a:latin typeface="Arial"/>
                <a:ea typeface="SimHei"/>
              </a:rPr>
              <a:t>SwiftFlow + HawkeyePlus  |  Industrial Vision Engineering</a:t>
            </a:r>
          </a:p>
        </p:txBody>
      </p:sp>
      <p:sp>
        <p:nvSpPr>
          <p:cNvPr id="15" name="Text | WD CONFIDENTIAL"/>
          <p:cNvSpPr txBox="1"/>
          <p:nvPr/>
        </p:nvSpPr>
        <p:spPr>
          <a:xfrm>
            <a:off x="8559800" y="6613017"/>
            <a:ext cx="2540000" cy="150495"/>
          </a:xfrm>
          <a:prstGeom prst="rect">
            <a:avLst/>
          </a:prstGeom>
          <a:noFill/>
        </p:spPr>
        <p:txBody>
          <a:bodyPr wrap="none" lIns="0" rIns="0" tIns="0" bIns="0" anchor="t" anchorCtr="0">
            <a:noAutofit/>
          </a:bodyPr>
          <a:lstStyle/>
          <a:p>
            <a:pPr algn="r">
              <a:lnSpc>
                <a:spcPts val="922"/>
              </a:lnSpc>
              <a:spcBef>
                <a:spcPts val="0"/>
              </a:spcBef>
              <a:spcAft>
                <a:spcPts val="0"/>
              </a:spcAft>
            </a:pPr>
            <a:r>
              <a:rPr sz="750" b="0" lang="en-US">
                <a:solidFill>
                  <a:srgbClr val="4C6B83"/>
                </a:solidFill>
                <a:latin typeface="Arial"/>
                <a:ea typeface="SimHei"/>
              </a:rPr>
              <a:t>WD CONFIDENTIAL</a:t>
            </a:r>
          </a:p>
        </p:txBody>
      </p:sp>
      <p:sp>
        <p:nvSpPr>
          <p:cNvPr id="16" name="Text | 15 / 20"/>
          <p:cNvSpPr txBox="1"/>
          <p:nvPr/>
        </p:nvSpPr>
        <p:spPr>
          <a:xfrm>
            <a:off x="11137900" y="6607238"/>
            <a:ext cx="635000" cy="160528"/>
          </a:xfrm>
          <a:prstGeom prst="rect">
            <a:avLst/>
          </a:prstGeom>
          <a:noFill/>
        </p:spPr>
        <p:txBody>
          <a:bodyPr wrap="none" lIns="0" rIns="0" tIns="0" bIns="0" anchor="t" anchorCtr="0">
            <a:noAutofit/>
          </a:bodyPr>
          <a:lstStyle/>
          <a:p>
            <a:pPr algn="r">
              <a:lnSpc>
                <a:spcPts val="984"/>
              </a:lnSpc>
              <a:spcBef>
                <a:spcPts val="0"/>
              </a:spcBef>
              <a:spcAft>
                <a:spcPts val="0"/>
              </a:spcAft>
            </a:pPr>
            <a:r>
              <a:rPr sz="800" b="0" lang="en-US">
                <a:solidFill>
                  <a:srgbClr val="4C6B83"/>
                </a:solidFill>
                <a:latin typeface="Arial"/>
                <a:ea typeface="SimHei"/>
              </a:rPr>
              <a:t>15 / 20</a:t>
            </a:r>
          </a:p>
        </p:txBody>
      </p:sp>
      <p:grpSp>
        <p:nvGrpSpPr>
          <p:cNvPr id="17" name="Node | Segmentation example"/>
          <p:cNvGrpSpPr/>
          <p:nvPr/>
        </p:nvGrpSpPr>
        <p:grpSpPr>
          <a:xfrm>
            <a:off x="406400" y="1504950"/>
            <a:ext cx="4191000" cy="3359150"/>
            <a:chOff x="406400" y="1504950"/>
            <a:chExt cx="4191000" cy="3359150"/>
          </a:xfrm>
        </p:grpSpPr>
        <p:sp>
          <p:nvSpPr>
            <p:cNvPr id="18" name="Panel | 2"/>
            <p:cNvSpPr/>
            <p:nvPr/>
          </p:nvSpPr>
          <p:spPr>
            <a:xfrm>
              <a:off x="406400" y="1504950"/>
              <a:ext cx="4191000" cy="3359150"/>
            </a:xfrm>
            <a:prstGeom prst="roundRect">
              <a:avLst>
                <a:gd name="adj" fmla="val 4158"/>
              </a:avLst>
            </a:prstGeom>
            <a:solidFill>
              <a:srgbClr val="FFFFFF"/>
            </a:solidFill>
            <a:ln w="6350" cap="rnd">
              <a:solidFill>
                <a:srgbClr val="C6D8EB"/>
              </a:solidFill>
              <a:round/>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 | Pixel-level Prediction Example"/>
            <p:cNvSpPr txBox="1"/>
            <p:nvPr/>
          </p:nvSpPr>
          <p:spPr>
            <a:xfrm>
              <a:off x="584200" y="1626362"/>
              <a:ext cx="3810000" cy="331089"/>
            </a:xfrm>
            <a:prstGeom prst="rect">
              <a:avLst/>
            </a:prstGeom>
            <a:noFill/>
          </p:spPr>
          <p:txBody>
            <a:bodyPr wrap="none" lIns="0" rIns="0" tIns="0" bIns="0" anchor="t" anchorCtr="0">
              <a:noAutofit/>
            </a:bodyPr>
            <a:lstStyle/>
            <a:p>
              <a:pPr algn="l">
                <a:lnSpc>
                  <a:spcPts val="2029"/>
                </a:lnSpc>
                <a:spcBef>
                  <a:spcPts val="0"/>
                </a:spcBef>
                <a:spcAft>
                  <a:spcPts val="0"/>
                </a:spcAft>
              </a:pPr>
              <a:r>
                <a:rPr sz="1650" b="1" lang="en-US">
                  <a:solidFill>
                    <a:srgbClr val="082D48"/>
                  </a:solidFill>
                  <a:latin typeface="Arial"/>
                  <a:ea typeface="SimHei"/>
                </a:rPr>
                <a:t>Pixel-level Prediction Example</a:t>
              </a:r>
            </a:p>
          </p:txBody>
        </p:sp>
        <p:pic>
          <p:nvPicPr>
            <p:cNvPr id="20" name="Picture | Independent image" descr="a5f5495a2a992184381fd38d452b6e8d6428ddfa7afef07a273d36adde28bba5.png"/>
            <p:cNvPicPr>
              <a:picLocks noChangeAspect="1"/>
            </p:cNvPicPr>
            <p:nvPr/>
          </p:nvPicPr>
          <p:blipFill>
            <a:blip r:embed="rId3"/>
            <a:stretch>
              <a:fillRect/>
            </a:stretch>
          </p:blipFill>
          <p:spPr>
            <a:xfrm>
              <a:off x="1206500" y="1911350"/>
              <a:ext cx="2590800" cy="2374900"/>
            </a:xfrm>
            <a:prstGeom prst="rect">
              <a:avLst/>
            </a:prstGeom>
          </p:spPr>
        </p:pic>
        <p:sp>
          <p:nvSpPr>
            <p:cNvPr id="21" name="Text | Regions · Boundaries · Label masks"/>
            <p:cNvSpPr txBox="1"/>
            <p:nvPr/>
          </p:nvSpPr>
          <p:spPr>
            <a:xfrm>
              <a:off x="533400" y="4378071"/>
              <a:ext cx="3937000" cy="260858"/>
            </a:xfrm>
            <a:prstGeom prst="rect">
              <a:avLst/>
            </a:prstGeom>
            <a:noFill/>
          </p:spPr>
          <p:txBody>
            <a:bodyPr wrap="none" lIns="0" rIns="0" tIns="0" bIns="0" anchor="t" anchorCtr="0">
              <a:noAutofit/>
            </a:bodyPr>
            <a:lstStyle/>
            <a:p>
              <a:pPr algn="ctr">
                <a:lnSpc>
                  <a:spcPts val="1599"/>
                </a:lnSpc>
                <a:spcBef>
                  <a:spcPts val="0"/>
                </a:spcBef>
                <a:spcAft>
                  <a:spcPts val="0"/>
                </a:spcAft>
              </a:pPr>
              <a:r>
                <a:rPr sz="1300" b="1" lang="en-US">
                  <a:solidFill>
                    <a:srgbClr val="007D9D"/>
                  </a:solidFill>
                  <a:latin typeface="Arial"/>
                  <a:ea typeface="SimHei"/>
                </a:rPr>
                <a:t>Regions · Boundaries · Label masks</a:t>
              </a:r>
            </a:p>
          </p:txBody>
        </p:sp>
        <p:sp>
          <p:nvSpPr>
            <p:cNvPr id="22" name="Text | TEM segmentation example from this project"/>
            <p:cNvSpPr txBox="1"/>
            <p:nvPr/>
          </p:nvSpPr>
          <p:spPr>
            <a:xfrm>
              <a:off x="533400" y="4641723"/>
              <a:ext cx="3937000" cy="210693"/>
            </a:xfrm>
            <a:prstGeom prst="rect">
              <a:avLst/>
            </a:prstGeom>
            <a:noFill/>
          </p:spPr>
          <p:txBody>
            <a:bodyPr wrap="none" lIns="0" rIns="0" tIns="0" bIns="0" anchor="t" anchorCtr="0">
              <a:noAutofit/>
            </a:bodyPr>
            <a:lstStyle/>
            <a:p>
              <a:pPr algn="ctr">
                <a:lnSpc>
                  <a:spcPts val="1291"/>
                </a:lnSpc>
                <a:spcBef>
                  <a:spcPts val="0"/>
                </a:spcBef>
                <a:spcAft>
                  <a:spcPts val="0"/>
                </a:spcAft>
              </a:pPr>
              <a:r>
                <a:rPr sz="1050" b="0" lang="en-US">
                  <a:solidFill>
                    <a:srgbClr val="4C6B83"/>
                  </a:solidFill>
                  <a:latin typeface="Arial"/>
                  <a:ea typeface="SimHei"/>
                </a:rPr>
                <a:t>TEM segmentation example from this project</a:t>
              </a:r>
            </a:p>
          </p:txBody>
        </p:sp>
      </p:grpSp>
      <p:grpSp>
        <p:nvGrpSpPr>
          <p:cNvPr id="23" name="Node | PaddleSeg"/>
          <p:cNvGrpSpPr/>
          <p:nvPr/>
        </p:nvGrpSpPr>
        <p:grpSpPr>
          <a:xfrm>
            <a:off x="4794250" y="1504950"/>
            <a:ext cx="6991350" cy="1631950"/>
            <a:chOff x="4794250" y="1504950"/>
            <a:chExt cx="6991350" cy="1631950"/>
          </a:xfrm>
        </p:grpSpPr>
        <p:sp>
          <p:nvSpPr>
            <p:cNvPr id="24" name="Panel | 3"/>
            <p:cNvSpPr/>
            <p:nvPr/>
          </p:nvSpPr>
          <p:spPr>
            <a:xfrm>
              <a:off x="4794250" y="1504950"/>
              <a:ext cx="6991350" cy="1631950"/>
            </a:xfrm>
            <a:prstGeom prst="roundRect">
              <a:avLst>
                <a:gd name="adj" fmla="val 8560"/>
              </a:avLst>
            </a:prstGeom>
            <a:solidFill>
              <a:srgbClr val="FFFFFF"/>
            </a:solidFill>
            <a:ln w="6350" cap="rnd">
              <a:solidFill>
                <a:srgbClr val="C6D8EB"/>
              </a:solidFill>
              <a:round/>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 | PaddleSeg"/>
            <p:cNvSpPr txBox="1"/>
            <p:nvPr/>
          </p:nvSpPr>
          <p:spPr>
            <a:xfrm>
              <a:off x="4997450" y="1614868"/>
              <a:ext cx="5016500" cy="351155"/>
            </a:xfrm>
            <a:prstGeom prst="rect">
              <a:avLst/>
            </a:prstGeom>
            <a:noFill/>
          </p:spPr>
          <p:txBody>
            <a:bodyPr wrap="none" lIns="0" rIns="0" tIns="0" bIns="0" anchor="t" anchorCtr="0">
              <a:noAutofit/>
            </a:bodyPr>
            <a:lstStyle/>
            <a:p>
              <a:pPr algn="l">
                <a:lnSpc>
                  <a:spcPts val="2152"/>
                </a:lnSpc>
                <a:spcBef>
                  <a:spcPts val="0"/>
                </a:spcBef>
                <a:spcAft>
                  <a:spcPts val="0"/>
                </a:spcAft>
              </a:pPr>
              <a:r>
                <a:rPr sz="1750" b="1" lang="en-US">
                  <a:solidFill>
                    <a:srgbClr val="007D9D"/>
                  </a:solidFill>
                  <a:latin typeface="Arial"/>
                  <a:ea typeface="SimHei"/>
                </a:rPr>
                <a:t>PaddleSeg</a:t>
              </a:r>
            </a:p>
          </p:txBody>
        </p:sp>
        <p:sp>
          <p:nvSpPr>
            <p:cNvPr id="26" name="Panel | 4"/>
            <p:cNvSpPr/>
            <p:nvPr/>
          </p:nvSpPr>
          <p:spPr>
            <a:xfrm>
              <a:off x="10483850" y="1651000"/>
              <a:ext cx="1104900" cy="241300"/>
            </a:xfrm>
            <a:prstGeom prst="roundRect">
              <a:avLst>
                <a:gd name="adj" fmla="val 26315"/>
              </a:avLst>
            </a:prstGeom>
            <a:solidFill>
              <a:srgbClr val="E5EF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 | 7 presets"/>
            <p:cNvSpPr txBox="1"/>
            <p:nvPr/>
          </p:nvSpPr>
          <p:spPr>
            <a:xfrm>
              <a:off x="10521950" y="1683830"/>
              <a:ext cx="1028700" cy="230759"/>
            </a:xfrm>
            <a:prstGeom prst="rect">
              <a:avLst/>
            </a:prstGeom>
            <a:noFill/>
          </p:spPr>
          <p:txBody>
            <a:bodyPr wrap="none" lIns="0" rIns="0" tIns="0" bIns="0" anchor="t" anchorCtr="0">
              <a:noAutofit/>
            </a:bodyPr>
            <a:lstStyle/>
            <a:p>
              <a:pPr algn="ctr">
                <a:lnSpc>
                  <a:spcPts val="1414"/>
                </a:lnSpc>
                <a:spcBef>
                  <a:spcPts val="0"/>
                </a:spcBef>
                <a:spcAft>
                  <a:spcPts val="0"/>
                </a:spcAft>
              </a:pPr>
              <a:r>
                <a:rPr sz="1150" b="1" lang="en-US">
                  <a:solidFill>
                    <a:srgbClr val="007D9D"/>
                  </a:solidFill>
                  <a:latin typeface="Arial"/>
                  <a:ea typeface="SimHei"/>
                </a:rPr>
                <a:t>7 presets</a:t>
              </a:r>
            </a:p>
          </p:txBody>
        </p:sp>
        <p:sp>
          <p:nvSpPr>
            <p:cNvPr id="28" name="Text | PP-LiteSeg  ·  BiSeNetV2  ·  OCRNet  ·  UNet  ·  DeepLabV3+"/>
            <p:cNvSpPr txBox="1"/>
            <p:nvPr/>
          </p:nvSpPr>
          <p:spPr>
            <a:xfrm>
              <a:off x="4997450" y="2019490"/>
              <a:ext cx="6546850" cy="321056"/>
            </a:xfrm>
            <a:prstGeom prst="rect">
              <a:avLst/>
            </a:prstGeom>
            <a:noFill/>
          </p:spPr>
          <p:txBody>
            <a:bodyPr wrap="none" lIns="0" rIns="0" tIns="0" bIns="0" anchor="t" anchorCtr="0">
              <a:noAutofit/>
            </a:bodyPr>
            <a:lstStyle/>
            <a:p>
              <a:pPr algn="l">
                <a:lnSpc>
                  <a:spcPts val="1968"/>
                </a:lnSpc>
                <a:spcBef>
                  <a:spcPts val="0"/>
                </a:spcBef>
                <a:spcAft>
                  <a:spcPts val="0"/>
                </a:spcAft>
              </a:pPr>
              <a:r>
                <a:rPr sz="1600" b="1" lang="en-US">
                  <a:solidFill>
                    <a:srgbClr val="082D48"/>
                  </a:solidFill>
                  <a:latin typeface="Arial"/>
                  <a:ea typeface="SimHei"/>
                </a:rPr>
                <a:t>PP-LiteSeg  ·  BiSeNetV2  ·  OCRNet  ·  UNet  ·  DeepLabV3+</a:t>
              </a:r>
            </a:p>
          </p:txBody>
        </p:sp>
        <p:sp>
          <p:nvSpPr>
            <p:cNvPr id="29" name="Text | SegFormer-B0  ·  FCN"/>
            <p:cNvSpPr txBox="1"/>
            <p:nvPr/>
          </p:nvSpPr>
          <p:spPr>
            <a:xfrm>
              <a:off x="4997450" y="2330640"/>
              <a:ext cx="6546850" cy="321056"/>
            </a:xfrm>
            <a:prstGeom prst="rect">
              <a:avLst/>
            </a:prstGeom>
            <a:noFill/>
          </p:spPr>
          <p:txBody>
            <a:bodyPr wrap="none" lIns="0" rIns="0" tIns="0" bIns="0" anchor="t" anchorCtr="0">
              <a:noAutofit/>
            </a:bodyPr>
            <a:lstStyle/>
            <a:p>
              <a:pPr algn="l">
                <a:lnSpc>
                  <a:spcPts val="1968"/>
                </a:lnSpc>
                <a:spcBef>
                  <a:spcPts val="0"/>
                </a:spcBef>
                <a:spcAft>
                  <a:spcPts val="0"/>
                </a:spcAft>
              </a:pPr>
              <a:r>
                <a:rPr sz="1600" b="1" lang="en-US">
                  <a:solidFill>
                    <a:srgbClr val="082D48"/>
                  </a:solidFill>
                  <a:latin typeface="Arial"/>
                  <a:ea typeface="SimHei"/>
                </a:rPr>
                <a:t>SegFormer-B0  ·  FCN</a:t>
              </a:r>
            </a:p>
          </p:txBody>
        </p:sp>
      </p:grpSp>
      <p:grpSp>
        <p:nvGrpSpPr>
          <p:cNvPr id="30" name="Node | TorchSeg"/>
          <p:cNvGrpSpPr/>
          <p:nvPr/>
        </p:nvGrpSpPr>
        <p:grpSpPr>
          <a:xfrm>
            <a:off x="4794250" y="3232150"/>
            <a:ext cx="6991350" cy="1631950"/>
            <a:chOff x="4794250" y="3232150"/>
            <a:chExt cx="6991350" cy="1631950"/>
          </a:xfrm>
        </p:grpSpPr>
        <p:sp>
          <p:nvSpPr>
            <p:cNvPr id="31" name="Panel | 5"/>
            <p:cNvSpPr/>
            <p:nvPr/>
          </p:nvSpPr>
          <p:spPr>
            <a:xfrm>
              <a:off x="4794250" y="3232150"/>
              <a:ext cx="6991350" cy="1631950"/>
            </a:xfrm>
            <a:prstGeom prst="roundRect">
              <a:avLst>
                <a:gd name="adj" fmla="val 8560"/>
              </a:avLst>
            </a:prstGeom>
            <a:solidFill>
              <a:srgbClr val="FFFFFF"/>
            </a:solidFill>
            <a:ln w="6350" cap="rnd">
              <a:solidFill>
                <a:srgbClr val="C6D8EB"/>
              </a:solidFill>
              <a:round/>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 | TorchSeg"/>
            <p:cNvSpPr txBox="1"/>
            <p:nvPr/>
          </p:nvSpPr>
          <p:spPr>
            <a:xfrm>
              <a:off x="4997450" y="3342068"/>
              <a:ext cx="5016500" cy="351155"/>
            </a:xfrm>
            <a:prstGeom prst="rect">
              <a:avLst/>
            </a:prstGeom>
            <a:noFill/>
          </p:spPr>
          <p:txBody>
            <a:bodyPr wrap="none" lIns="0" rIns="0" tIns="0" bIns="0" anchor="t" anchorCtr="0">
              <a:noAutofit/>
            </a:bodyPr>
            <a:lstStyle/>
            <a:p>
              <a:pPr algn="l">
                <a:lnSpc>
                  <a:spcPts val="2152"/>
                </a:lnSpc>
                <a:spcBef>
                  <a:spcPts val="0"/>
                </a:spcBef>
                <a:spcAft>
                  <a:spcPts val="0"/>
                </a:spcAft>
              </a:pPr>
              <a:r>
                <a:rPr sz="1750" b="1" lang="en-US">
                  <a:solidFill>
                    <a:srgbClr val="007D9D"/>
                  </a:solidFill>
                  <a:latin typeface="Arial"/>
                  <a:ea typeface="SimHei"/>
                </a:rPr>
                <a:t>TorchSeg</a:t>
              </a:r>
            </a:p>
          </p:txBody>
        </p:sp>
        <p:sp>
          <p:nvSpPr>
            <p:cNvPr id="33" name="Panel | 6"/>
            <p:cNvSpPr/>
            <p:nvPr/>
          </p:nvSpPr>
          <p:spPr>
            <a:xfrm>
              <a:off x="10483850" y="3378200"/>
              <a:ext cx="1104900" cy="241300"/>
            </a:xfrm>
            <a:prstGeom prst="roundRect">
              <a:avLst>
                <a:gd name="adj" fmla="val 26315"/>
              </a:avLst>
            </a:prstGeom>
            <a:solidFill>
              <a:srgbClr val="E5EF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 | 4 presets"/>
            <p:cNvSpPr txBox="1"/>
            <p:nvPr/>
          </p:nvSpPr>
          <p:spPr>
            <a:xfrm>
              <a:off x="10521950" y="3411029"/>
              <a:ext cx="1028700" cy="230759"/>
            </a:xfrm>
            <a:prstGeom prst="rect">
              <a:avLst/>
            </a:prstGeom>
            <a:noFill/>
          </p:spPr>
          <p:txBody>
            <a:bodyPr wrap="none" lIns="0" rIns="0" tIns="0" bIns="0" anchor="t" anchorCtr="0">
              <a:noAutofit/>
            </a:bodyPr>
            <a:lstStyle/>
            <a:p>
              <a:pPr algn="ctr">
                <a:lnSpc>
                  <a:spcPts val="1414"/>
                </a:lnSpc>
                <a:spcBef>
                  <a:spcPts val="0"/>
                </a:spcBef>
                <a:spcAft>
                  <a:spcPts val="0"/>
                </a:spcAft>
              </a:pPr>
              <a:r>
                <a:rPr sz="1150" b="1" lang="en-US">
                  <a:solidFill>
                    <a:srgbClr val="007D9D"/>
                  </a:solidFill>
                  <a:latin typeface="Arial"/>
                  <a:ea typeface="SimHei"/>
                </a:rPr>
                <a:t>4 presets</a:t>
              </a:r>
            </a:p>
          </p:txBody>
        </p:sp>
        <p:sp>
          <p:nvSpPr>
            <p:cNvPr id="35" name="Text | UNet  ·  DeepLabV3 (UI: DeepLabV3+)  ·  FCN  ·  LR-ASPP"/>
            <p:cNvSpPr txBox="1"/>
            <p:nvPr/>
          </p:nvSpPr>
          <p:spPr>
            <a:xfrm>
              <a:off x="4997450" y="3746690"/>
              <a:ext cx="6546850" cy="321056"/>
            </a:xfrm>
            <a:prstGeom prst="rect">
              <a:avLst/>
            </a:prstGeom>
            <a:noFill/>
          </p:spPr>
          <p:txBody>
            <a:bodyPr wrap="none" lIns="0" rIns="0" tIns="0" bIns="0" anchor="t" anchorCtr="0">
              <a:noAutofit/>
            </a:bodyPr>
            <a:lstStyle/>
            <a:p>
              <a:pPr algn="l">
                <a:lnSpc>
                  <a:spcPts val="1968"/>
                </a:lnSpc>
                <a:spcBef>
                  <a:spcPts val="0"/>
                </a:spcBef>
                <a:spcAft>
                  <a:spcPts val="0"/>
                </a:spcAft>
              </a:pPr>
              <a:r>
                <a:rPr sz="1600" b="1" lang="en-US">
                  <a:solidFill>
                    <a:srgbClr val="082D48"/>
                  </a:solidFill>
                  <a:latin typeface="Arial"/>
                  <a:ea typeface="SimHei"/>
                </a:rPr>
                <a:t>UNet  ·  DeepLabV3 (UI: DeepLabV3+)  ·  FCN  ·  LR-ASPP</a:t>
              </a:r>
            </a:p>
          </p:txBody>
        </p:sp>
        <p:sp>
          <p:nvSpPr>
            <p:cNvPr id="36" name="Text | TorchSeg maps DeepLabV3P to torchvision DeepLabV3, not a V3+ decoder."/>
            <p:cNvSpPr txBox="1"/>
            <p:nvPr/>
          </p:nvSpPr>
          <p:spPr>
            <a:xfrm>
              <a:off x="4997450" y="4560380"/>
              <a:ext cx="6546850" cy="230759"/>
            </a:xfrm>
            <a:prstGeom prst="rect">
              <a:avLst/>
            </a:prstGeom>
            <a:noFill/>
          </p:spPr>
          <p:txBody>
            <a:bodyPr wrap="none" lIns="0" rIns="0" tIns="0" bIns="0" anchor="t" anchorCtr="0">
              <a:noAutofit/>
            </a:bodyPr>
            <a:lstStyle/>
            <a:p>
              <a:pPr algn="l">
                <a:lnSpc>
                  <a:spcPts val="1414"/>
                </a:lnSpc>
                <a:spcBef>
                  <a:spcPts val="0"/>
                </a:spcBef>
                <a:spcAft>
                  <a:spcPts val="0"/>
                </a:spcAft>
              </a:pPr>
              <a:r>
                <a:rPr sz="1150" b="0" lang="en-US">
                  <a:solidFill>
                    <a:srgbClr val="4C6B83"/>
                  </a:solidFill>
                  <a:latin typeface="Arial"/>
                  <a:ea typeface="SimHei"/>
                </a:rPr>
                <a:t>TorchSeg maps DeepLabV3P to torchvision DeepLabV3, not a V3+ decoder.</a:t>
              </a:r>
            </a:p>
          </p:txBody>
        </p:sp>
      </p:grpSp>
      <p:grpSp>
        <p:nvGrpSpPr>
          <p:cNvPr id="37" name="Node | Dataset Layout"/>
          <p:cNvGrpSpPr/>
          <p:nvPr/>
        </p:nvGrpSpPr>
        <p:grpSpPr>
          <a:xfrm>
            <a:off x="406400" y="5149850"/>
            <a:ext cx="3670300" cy="869950"/>
            <a:chOff x="406400" y="5149850"/>
            <a:chExt cx="3670300" cy="869950"/>
          </a:xfrm>
        </p:grpSpPr>
        <p:sp>
          <p:nvSpPr>
            <p:cNvPr id="38" name="Panel | 7"/>
            <p:cNvSpPr/>
            <p:nvPr/>
          </p:nvSpPr>
          <p:spPr>
            <a:xfrm>
              <a:off x="406400" y="5149850"/>
              <a:ext cx="3670300" cy="869950"/>
            </a:xfrm>
            <a:prstGeom prst="roundRect">
              <a:avLst>
                <a:gd name="adj" fmla="val 13138"/>
              </a:avLst>
            </a:prstGeom>
            <a:solidFill>
              <a:srgbClr val="FFFFFF"/>
            </a:solidFill>
            <a:ln w="6350" cap="rnd">
              <a:solidFill>
                <a:srgbClr val="C6D8EB"/>
              </a:solidFill>
              <a:round/>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9" name="Picture | Independent image" descr="9e95fdd8cbc9f9a0c34a291105fb480dc039dba98b573e29df9046a523f69962.png"/>
            <p:cNvPicPr>
              <a:picLocks noChangeAspect="1"/>
            </p:cNvPicPr>
            <p:nvPr/>
          </p:nvPicPr>
          <p:blipFill>
            <a:blip r:embed="rId4"/>
            <a:stretch>
              <a:fillRect/>
            </a:stretch>
          </p:blipFill>
          <p:spPr>
            <a:xfrm>
              <a:off x="483755" y="5200650"/>
              <a:ext cx="810491" cy="742950"/>
            </a:xfrm>
            <a:prstGeom prst="rect">
              <a:avLst/>
            </a:prstGeom>
          </p:spPr>
        </p:pic>
        <p:sp>
          <p:nvSpPr>
            <p:cNvPr id="40" name="Text | Dataset Layout"/>
            <p:cNvSpPr txBox="1"/>
            <p:nvPr/>
          </p:nvSpPr>
          <p:spPr>
            <a:xfrm>
              <a:off x="1403350" y="5318442"/>
              <a:ext cx="2533650" cy="270891"/>
            </a:xfrm>
            <a:prstGeom prst="rect">
              <a:avLst/>
            </a:prstGeom>
            <a:noFill/>
          </p:spPr>
          <p:txBody>
            <a:bodyPr wrap="none" lIns="0" rIns="0" tIns="0" bIns="0" anchor="t" anchorCtr="0">
              <a:noAutofit/>
            </a:bodyPr>
            <a:lstStyle/>
            <a:p>
              <a:pPr algn="l">
                <a:lnSpc>
                  <a:spcPts val="1660"/>
                </a:lnSpc>
                <a:spcBef>
                  <a:spcPts val="0"/>
                </a:spcBef>
                <a:spcAft>
                  <a:spcPts val="0"/>
                </a:spcAft>
              </a:pPr>
              <a:r>
                <a:rPr sz="1350" b="1" lang="en-US">
                  <a:solidFill>
                    <a:srgbClr val="082D48"/>
                  </a:solidFill>
                  <a:latin typeface="Arial"/>
                  <a:ea typeface="SimHei"/>
                </a:rPr>
                <a:t>Dataset Layout</a:t>
              </a:r>
            </a:p>
          </p:txBody>
        </p:sp>
        <p:sp>
          <p:nvSpPr>
            <p:cNvPr id="41" name="Text | Images + masks + train / validation splits"/>
            <p:cNvSpPr txBox="1"/>
            <p:nvPr/>
          </p:nvSpPr>
          <p:spPr>
            <a:xfrm>
              <a:off x="1403350" y="5649658"/>
              <a:ext cx="2533650" cy="213703"/>
            </a:xfrm>
            <a:prstGeom prst="rect">
              <a:avLst/>
            </a:prstGeom>
            <a:noFill/>
          </p:spPr>
          <p:txBody>
            <a:bodyPr wrap="none" lIns="0" rIns="0" tIns="0" bIns="0" anchor="t" anchorCtr="0">
              <a:noAutofit/>
            </a:bodyPr>
            <a:lstStyle/>
            <a:p>
              <a:pPr algn="l">
                <a:lnSpc>
                  <a:spcPts val="1309"/>
                </a:lnSpc>
                <a:spcBef>
                  <a:spcPts val="0"/>
                </a:spcBef>
                <a:spcAft>
                  <a:spcPts val="0"/>
                </a:spcAft>
              </a:pPr>
              <a:r>
                <a:rPr sz="1065" b="0" lang="en-US">
                  <a:solidFill>
                    <a:srgbClr val="4C6B83"/>
                  </a:solidFill>
                  <a:latin typeface="Arial"/>
                  <a:ea typeface="SimHei"/>
                </a:rPr>
                <a:t>Images + masks + train / validation splits</a:t>
              </a:r>
            </a:p>
          </p:txBody>
        </p:sp>
      </p:grpSp>
      <p:grpSp>
        <p:nvGrpSpPr>
          <p:cNvPr id="42" name="Node | Evaluation Metrics"/>
          <p:cNvGrpSpPr/>
          <p:nvPr/>
        </p:nvGrpSpPr>
        <p:grpSpPr>
          <a:xfrm>
            <a:off x="4260850" y="5149850"/>
            <a:ext cx="3670300" cy="869950"/>
            <a:chOff x="4260850" y="5149850"/>
            <a:chExt cx="3670300" cy="869950"/>
          </a:xfrm>
        </p:grpSpPr>
        <p:sp>
          <p:nvSpPr>
            <p:cNvPr id="43" name="Panel | 8"/>
            <p:cNvSpPr/>
            <p:nvPr/>
          </p:nvSpPr>
          <p:spPr>
            <a:xfrm>
              <a:off x="4260850" y="5149850"/>
              <a:ext cx="3670300" cy="869950"/>
            </a:xfrm>
            <a:prstGeom prst="roundRect">
              <a:avLst>
                <a:gd name="adj" fmla="val 13138"/>
              </a:avLst>
            </a:prstGeom>
            <a:solidFill>
              <a:srgbClr val="FFFFFF"/>
            </a:solidFill>
            <a:ln w="6350" cap="rnd">
              <a:solidFill>
                <a:srgbClr val="C6D8EB"/>
              </a:solidFill>
              <a:round/>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4" name="Picture | Independent image" descr="a2781e6fc1b0657c84d60247567a5473eac6014ff0a41bdab4c3f63f6bae7f6c.png"/>
            <p:cNvPicPr>
              <a:picLocks noChangeAspect="1"/>
            </p:cNvPicPr>
            <p:nvPr/>
          </p:nvPicPr>
          <p:blipFill>
            <a:blip r:embed="rId5"/>
            <a:stretch>
              <a:fillRect/>
            </a:stretch>
          </p:blipFill>
          <p:spPr>
            <a:xfrm>
              <a:off x="4338205" y="5200650"/>
              <a:ext cx="810491" cy="742950"/>
            </a:xfrm>
            <a:prstGeom prst="rect">
              <a:avLst/>
            </a:prstGeom>
          </p:spPr>
        </p:pic>
        <p:sp>
          <p:nvSpPr>
            <p:cNvPr id="45" name="Text | Evaluation Metrics"/>
            <p:cNvSpPr txBox="1"/>
            <p:nvPr/>
          </p:nvSpPr>
          <p:spPr>
            <a:xfrm>
              <a:off x="5257800" y="5318442"/>
              <a:ext cx="2533650" cy="270891"/>
            </a:xfrm>
            <a:prstGeom prst="rect">
              <a:avLst/>
            </a:prstGeom>
            <a:noFill/>
          </p:spPr>
          <p:txBody>
            <a:bodyPr wrap="none" lIns="0" rIns="0" tIns="0" bIns="0" anchor="t" anchorCtr="0">
              <a:noAutofit/>
            </a:bodyPr>
            <a:lstStyle/>
            <a:p>
              <a:pPr algn="l">
                <a:lnSpc>
                  <a:spcPts val="1660"/>
                </a:lnSpc>
                <a:spcBef>
                  <a:spcPts val="0"/>
                </a:spcBef>
                <a:spcAft>
                  <a:spcPts val="0"/>
                </a:spcAft>
              </a:pPr>
              <a:r>
                <a:rPr sz="1350" b="1" lang="en-US">
                  <a:solidFill>
                    <a:srgbClr val="082D48"/>
                  </a:solidFill>
                  <a:latin typeface="Arial"/>
                  <a:ea typeface="SimHei"/>
                </a:rPr>
                <a:t>Evaluation Metrics</a:t>
              </a:r>
            </a:p>
          </p:txBody>
        </p:sp>
        <p:sp>
          <p:nvSpPr>
            <p:cNvPr id="46" name="Text | mIoU · Dice · Accuracy"/>
            <p:cNvSpPr txBox="1"/>
            <p:nvPr/>
          </p:nvSpPr>
          <p:spPr>
            <a:xfrm>
              <a:off x="5257800" y="5634164"/>
              <a:ext cx="2533650" cy="240792"/>
            </a:xfrm>
            <a:prstGeom prst="rect">
              <a:avLst/>
            </a:prstGeom>
            <a:noFill/>
          </p:spPr>
          <p:txBody>
            <a:bodyPr wrap="none" lIns="0" rIns="0" tIns="0" bIns="0" anchor="t" anchorCtr="0">
              <a:noAutofit/>
            </a:bodyPr>
            <a:lstStyle/>
            <a:p>
              <a:pPr algn="l">
                <a:lnSpc>
                  <a:spcPts val="1476"/>
                </a:lnSpc>
                <a:spcBef>
                  <a:spcPts val="0"/>
                </a:spcBef>
                <a:spcAft>
                  <a:spcPts val="0"/>
                </a:spcAft>
              </a:pPr>
              <a:r>
                <a:rPr sz="1200" b="0" lang="en-US">
                  <a:solidFill>
                    <a:srgbClr val="4C6B83"/>
                  </a:solidFill>
                  <a:latin typeface="Arial"/>
                  <a:ea typeface="SimHei"/>
                </a:rPr>
                <a:t>mIoU · Dice · Accuracy</a:t>
              </a:r>
            </a:p>
          </p:txBody>
        </p:sp>
      </p:grpSp>
      <p:grpSp>
        <p:nvGrpSpPr>
          <p:cNvPr id="47" name="Node | Applications"/>
          <p:cNvGrpSpPr/>
          <p:nvPr/>
        </p:nvGrpSpPr>
        <p:grpSpPr>
          <a:xfrm>
            <a:off x="8115300" y="5149850"/>
            <a:ext cx="3670300" cy="869950"/>
            <a:chOff x="8115300" y="5149850"/>
            <a:chExt cx="3670300" cy="869950"/>
          </a:xfrm>
        </p:grpSpPr>
        <p:sp>
          <p:nvSpPr>
            <p:cNvPr id="48" name="Panel | 9"/>
            <p:cNvSpPr/>
            <p:nvPr/>
          </p:nvSpPr>
          <p:spPr>
            <a:xfrm>
              <a:off x="8115300" y="5149850"/>
              <a:ext cx="3670300" cy="869950"/>
            </a:xfrm>
            <a:prstGeom prst="roundRect">
              <a:avLst>
                <a:gd name="adj" fmla="val 13138"/>
              </a:avLst>
            </a:prstGeom>
            <a:solidFill>
              <a:srgbClr val="FFFFFF"/>
            </a:solidFill>
            <a:ln w="6350" cap="rnd">
              <a:solidFill>
                <a:srgbClr val="C6D8EB"/>
              </a:solidFill>
              <a:round/>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9" name="Picture | Independent image" descr="a5f5495a2a992184381fd38d452b6e8d6428ddfa7afef07a273d36adde28bba5.png"/>
            <p:cNvPicPr>
              <a:picLocks noChangeAspect="1"/>
            </p:cNvPicPr>
            <p:nvPr/>
          </p:nvPicPr>
          <p:blipFill>
            <a:blip r:embed="rId3"/>
            <a:stretch>
              <a:fillRect/>
            </a:stretch>
          </p:blipFill>
          <p:spPr>
            <a:xfrm>
              <a:off x="8192655" y="5200650"/>
              <a:ext cx="810491" cy="742950"/>
            </a:xfrm>
            <a:prstGeom prst="rect">
              <a:avLst/>
            </a:prstGeom>
          </p:spPr>
        </p:pic>
        <p:sp>
          <p:nvSpPr>
            <p:cNvPr id="50" name="Text | Applications"/>
            <p:cNvSpPr txBox="1"/>
            <p:nvPr/>
          </p:nvSpPr>
          <p:spPr>
            <a:xfrm>
              <a:off x="9112250" y="5318442"/>
              <a:ext cx="2533650" cy="270891"/>
            </a:xfrm>
            <a:prstGeom prst="rect">
              <a:avLst/>
            </a:prstGeom>
            <a:noFill/>
          </p:spPr>
          <p:txBody>
            <a:bodyPr wrap="none" lIns="0" rIns="0" tIns="0" bIns="0" anchor="t" anchorCtr="0">
              <a:noAutofit/>
            </a:bodyPr>
            <a:lstStyle/>
            <a:p>
              <a:pPr algn="l">
                <a:lnSpc>
                  <a:spcPts val="1660"/>
                </a:lnSpc>
                <a:spcBef>
                  <a:spcPts val="0"/>
                </a:spcBef>
                <a:spcAft>
                  <a:spcPts val="0"/>
                </a:spcAft>
              </a:pPr>
              <a:r>
                <a:rPr sz="1350" b="1" lang="en-US">
                  <a:solidFill>
                    <a:srgbClr val="082D48"/>
                  </a:solidFill>
                  <a:latin typeface="Arial"/>
                  <a:ea typeface="SimHei"/>
                </a:rPr>
                <a:t>Applications</a:t>
              </a:r>
            </a:p>
          </p:txBody>
        </p:sp>
        <p:sp>
          <p:nvSpPr>
            <p:cNvPr id="51" name="Text | Defect regions · Microstructure · Boundaries"/>
            <p:cNvSpPr txBox="1"/>
            <p:nvPr/>
          </p:nvSpPr>
          <p:spPr>
            <a:xfrm>
              <a:off x="9112250" y="5659628"/>
              <a:ext cx="2533650" cy="196346"/>
            </a:xfrm>
            <a:prstGeom prst="rect">
              <a:avLst/>
            </a:prstGeom>
            <a:noFill/>
          </p:spPr>
          <p:txBody>
            <a:bodyPr wrap="none" lIns="0" rIns="0" tIns="0" bIns="0" anchor="t" anchorCtr="0">
              <a:noAutofit/>
            </a:bodyPr>
            <a:lstStyle/>
            <a:p>
              <a:pPr algn="l">
                <a:lnSpc>
                  <a:spcPts val="1203"/>
                </a:lnSpc>
                <a:spcBef>
                  <a:spcPts val="0"/>
                </a:spcBef>
                <a:spcAft>
                  <a:spcPts val="0"/>
                </a:spcAft>
              </a:pPr>
              <a:r>
                <a:rPr sz="978" b="0" lang="en-US">
                  <a:solidFill>
                    <a:srgbClr val="4C6B83"/>
                  </a:solidFill>
                  <a:latin typeface="Arial"/>
                  <a:ea typeface="SimHei"/>
                </a:rPr>
                <a:t>Defect regions · Microstructure · Boundaries</a:t>
              </a:r>
            </a:p>
          </p:txBody>
        </p:sp>
      </p:gr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showMasterSp="0">
  <p:cSld>
    <p:bg>
      <p:bgPr>
        <a:solidFill>
          <a:srgbClr val="F5F9FF"/>
        </a:solidFill>
        <a:effectLst/>
      </p:bgPr>
    </p:bg>
    <p:spTree>
      <p:nvGrpSpPr>
        <p:cNvPr id="1" name=""/>
        <p:cNvGrpSpPr/>
        <p:nvPr/>
      </p:nvGrpSpPr>
      <p:grpSpPr/>
      <p:sp>
        <p:nvSpPr>
          <p:cNvPr id="2" name="Connector | 1"/>
          <p:cNvSpPr/>
          <p:nvPr/>
        </p:nvSpPr>
        <p:spPr>
          <a:xfrm>
            <a:off x="8572500" y="0"/>
            <a:ext cx="3213100" cy="565150"/>
          </a:xfrm>
          <a:custGeom>
            <a:avLst/>
            <a:gdLst/>
            <a:ahLst/>
            <a:cxnLst/>
            <a:rect l="0" t="0" r="r" b="b"/>
            <a:pathLst>
              <a:path w="50600" h="8900" fill="none">
                <a:moveTo>
                  <a:pt x="0" y="0"/>
                </a:moveTo>
                <a:lnTo>
                  <a:pt x="0" y="4500"/>
                </a:lnTo>
                <a:lnTo>
                  <a:pt x="4400" y="8900"/>
                </a:lnTo>
                <a:lnTo>
                  <a:pt x="50600" y="8900"/>
                </a:lnTo>
              </a:path>
            </a:pathLst>
          </a:custGeom>
          <a:noFill/>
          <a:ln w="6350" cap="rnd">
            <a:solidFill>
              <a:srgbClr val="C6D8EB">
                <a:alpha val="40000"/>
              </a:srgbClr>
            </a:solidFill>
            <a:round/>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Circle | 1"/>
          <p:cNvSpPr/>
          <p:nvPr/>
        </p:nvSpPr>
        <p:spPr>
          <a:xfrm>
            <a:off x="8832850" y="546100"/>
            <a:ext cx="38100" cy="38100"/>
          </a:xfrm>
          <a:prstGeom prst="ellipse">
            <a:avLst/>
          </a:prstGeom>
          <a:solidFill>
            <a:srgbClr val="C6D8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Connector | 2"/>
          <p:cNvSpPr/>
          <p:nvPr/>
        </p:nvSpPr>
        <p:spPr>
          <a:xfrm>
            <a:off x="9588500" y="0"/>
            <a:ext cx="2197100" cy="565150"/>
          </a:xfrm>
          <a:custGeom>
            <a:avLst/>
            <a:gdLst/>
            <a:ahLst/>
            <a:cxnLst/>
            <a:rect l="0" t="0" r="r" b="b"/>
            <a:pathLst>
              <a:path w="34600" h="8900" fill="none">
                <a:moveTo>
                  <a:pt x="0" y="0"/>
                </a:moveTo>
                <a:lnTo>
                  <a:pt x="0" y="4500"/>
                </a:lnTo>
                <a:lnTo>
                  <a:pt x="4400" y="8900"/>
                </a:lnTo>
                <a:lnTo>
                  <a:pt x="34600" y="8900"/>
                </a:lnTo>
              </a:path>
            </a:pathLst>
          </a:custGeom>
          <a:noFill/>
          <a:ln w="6350" cap="rnd">
            <a:solidFill>
              <a:srgbClr val="C6D8EB">
                <a:alpha val="40000"/>
              </a:srgbClr>
            </a:solidFill>
            <a:round/>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Circle | 2"/>
          <p:cNvSpPr/>
          <p:nvPr/>
        </p:nvSpPr>
        <p:spPr>
          <a:xfrm>
            <a:off x="9848850" y="546100"/>
            <a:ext cx="38100" cy="38100"/>
          </a:xfrm>
          <a:prstGeom prst="ellipse">
            <a:avLst/>
          </a:prstGeom>
          <a:solidFill>
            <a:srgbClr val="C6D8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Connector | 3"/>
          <p:cNvSpPr/>
          <p:nvPr/>
        </p:nvSpPr>
        <p:spPr>
          <a:xfrm>
            <a:off x="10604500" y="0"/>
            <a:ext cx="1181100" cy="565150"/>
          </a:xfrm>
          <a:custGeom>
            <a:avLst/>
            <a:gdLst/>
            <a:ahLst/>
            <a:cxnLst/>
            <a:rect l="0" t="0" r="r" b="b"/>
            <a:pathLst>
              <a:path w="18600" h="8900" fill="none">
                <a:moveTo>
                  <a:pt x="0" y="0"/>
                </a:moveTo>
                <a:lnTo>
                  <a:pt x="0" y="4500"/>
                </a:lnTo>
                <a:lnTo>
                  <a:pt x="4400" y="8900"/>
                </a:lnTo>
                <a:lnTo>
                  <a:pt x="18600" y="8900"/>
                </a:lnTo>
              </a:path>
            </a:pathLst>
          </a:custGeom>
          <a:noFill/>
          <a:ln w="6350" cap="rnd">
            <a:solidFill>
              <a:srgbClr val="C6D8EB">
                <a:alpha val="40000"/>
              </a:srgbClr>
            </a:solidFill>
            <a:round/>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Circle | 3"/>
          <p:cNvSpPr/>
          <p:nvPr/>
        </p:nvSpPr>
        <p:spPr>
          <a:xfrm>
            <a:off x="10864850" y="546100"/>
            <a:ext cx="38100" cy="38100"/>
          </a:xfrm>
          <a:prstGeom prst="ellipse">
            <a:avLst/>
          </a:prstGeom>
          <a:solidFill>
            <a:srgbClr val="C6D8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Panel | 1"/>
          <p:cNvSpPr/>
          <p:nvPr/>
        </p:nvSpPr>
        <p:spPr>
          <a:xfrm>
            <a:off x="406400" y="342900"/>
            <a:ext cx="38100" cy="190500"/>
          </a:xfrm>
          <a:prstGeom prst="roundRect">
            <a:avLst>
              <a:gd name="adj" fmla="val 50000"/>
            </a:avLst>
          </a:prstGeom>
          <a:solidFill>
            <a:srgbClr val="007D9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 | CHAPTER 03 / HAWKEYEPLUS"/>
          <p:cNvSpPr txBox="1"/>
          <p:nvPr/>
        </p:nvSpPr>
        <p:spPr>
          <a:xfrm>
            <a:off x="546100" y="356680"/>
            <a:ext cx="7620000" cy="230759"/>
          </a:xfrm>
          <a:prstGeom prst="rect">
            <a:avLst/>
          </a:prstGeom>
          <a:noFill/>
        </p:spPr>
        <p:txBody>
          <a:bodyPr wrap="none" lIns="0" rIns="0" tIns="0" bIns="0" anchor="t" anchorCtr="0">
            <a:noAutofit/>
          </a:bodyPr>
          <a:lstStyle/>
          <a:p>
            <a:pPr algn="l">
              <a:lnSpc>
                <a:spcPts val="1414"/>
              </a:lnSpc>
              <a:spcBef>
                <a:spcPts val="0"/>
              </a:spcBef>
              <a:spcAft>
                <a:spcPts val="0"/>
              </a:spcAft>
            </a:pPr>
            <a:r>
              <a:rPr sz="1150" b="1" lang="en-US">
                <a:solidFill>
                  <a:srgbClr val="4C6B83"/>
                </a:solidFill>
                <a:latin typeface="Arial"/>
                <a:ea typeface="SimHei"/>
              </a:rPr>
              <a:t>CHAPTER 03 / HAWKEYEPLUS</a:t>
            </a:r>
          </a:p>
        </p:txBody>
      </p:sp>
      <p:pic>
        <p:nvPicPr>
          <p:cNvPr id="10" name="Picture | Independent image" descr="139ef02520a55c1aaee95c1d6e7f5f730beac004ebb72c9c012b0f76513ab85e.png"/>
          <p:cNvPicPr>
            <a:picLocks noChangeAspect="1"/>
          </p:cNvPicPr>
          <p:nvPr/>
        </p:nvPicPr>
        <p:blipFill>
          <a:blip r:embed="rId2"/>
          <a:stretch>
            <a:fillRect/>
          </a:stretch>
        </p:blipFill>
        <p:spPr>
          <a:xfrm>
            <a:off x="11061700" y="325755"/>
            <a:ext cx="704850" cy="281940"/>
          </a:xfrm>
          <a:prstGeom prst="rect">
            <a:avLst/>
          </a:prstGeom>
        </p:spPr>
      </p:pic>
      <p:sp>
        <p:nvSpPr>
          <p:cNvPr id="11" name="Text | Classification &amp; Anomaly Detection"/>
          <p:cNvSpPr txBox="1"/>
          <p:nvPr/>
        </p:nvSpPr>
        <p:spPr>
          <a:xfrm>
            <a:off x="406400" y="593662"/>
            <a:ext cx="10858500" cy="581914"/>
          </a:xfrm>
          <a:prstGeom prst="rect">
            <a:avLst/>
          </a:prstGeom>
          <a:noFill/>
        </p:spPr>
        <p:txBody>
          <a:bodyPr wrap="none" lIns="0" rIns="0" tIns="0" bIns="0" anchor="t" anchorCtr="0">
            <a:noAutofit/>
          </a:bodyPr>
          <a:lstStyle/>
          <a:p>
            <a:pPr algn="l">
              <a:lnSpc>
                <a:spcPts val="3567"/>
              </a:lnSpc>
              <a:spcBef>
                <a:spcPts val="0"/>
              </a:spcBef>
              <a:spcAft>
                <a:spcPts val="0"/>
              </a:spcAft>
            </a:pPr>
            <a:r>
              <a:rPr sz="2900" b="1" lang="en-US">
                <a:solidFill>
                  <a:srgbClr val="082D48"/>
                </a:solidFill>
                <a:latin typeface="Arial"/>
                <a:ea typeface="SimHei"/>
              </a:rPr>
              <a:t>Classification &amp; Anomaly Detection</a:t>
            </a:r>
          </a:p>
        </p:txBody>
      </p:sp>
      <p:sp>
        <p:nvSpPr>
          <p:cNvPr id="12" name="Text | From image-level labels to learning normal appearance, reuse the same model-development workflow"/>
          <p:cNvSpPr txBox="1"/>
          <p:nvPr/>
        </p:nvSpPr>
        <p:spPr>
          <a:xfrm>
            <a:off x="425450" y="1064578"/>
            <a:ext cx="11049000" cy="280924"/>
          </a:xfrm>
          <a:prstGeom prst="rect">
            <a:avLst/>
          </a:prstGeom>
          <a:noFill/>
        </p:spPr>
        <p:txBody>
          <a:bodyPr wrap="none" lIns="0" rIns="0" tIns="0" bIns="0" anchor="t" anchorCtr="0">
            <a:noAutofit/>
          </a:bodyPr>
          <a:lstStyle/>
          <a:p>
            <a:pPr algn="l">
              <a:lnSpc>
                <a:spcPts val="1722"/>
              </a:lnSpc>
              <a:spcBef>
                <a:spcPts val="0"/>
              </a:spcBef>
              <a:spcAft>
                <a:spcPts val="0"/>
              </a:spcAft>
            </a:pPr>
            <a:r>
              <a:rPr sz="1400" b="0" lang="en-US">
                <a:solidFill>
                  <a:srgbClr val="4C6B83"/>
                </a:solidFill>
                <a:latin typeface="Arial"/>
                <a:ea typeface="SimHei"/>
              </a:rPr>
              <a:t>From image-level labels to learning normal appearance, reuse the same model-development workflow</a:t>
            </a:r>
          </a:p>
        </p:txBody>
      </p:sp>
      <p:cxnSp>
        <p:nvCxnSpPr>
          <p:cNvPr id="13" name="Connector | 4"/>
          <p:cNvCxnSpPr/>
          <p:nvPr/>
        </p:nvCxnSpPr>
        <p:spPr>
          <a:xfrm>
            <a:off x="406400" y="6521450"/>
            <a:ext cx="11379200" cy="0"/>
          </a:xfrm>
          <a:prstGeom prst="line">
            <a:avLst/>
          </a:prstGeom>
          <a:ln w="6350" cap="rnd">
            <a:solidFill>
              <a:srgbClr val="C6D8EB"/>
            </a:solidFill>
            <a:round/>
          </a:ln>
        </p:spPr>
        <p:style>
          <a:lnRef idx="2">
            <a:schemeClr val="accent1"/>
          </a:lnRef>
          <a:fillRef idx="0">
            <a:schemeClr val="accent1"/>
          </a:fillRef>
          <a:effectRef idx="1">
            <a:schemeClr val="accent1"/>
          </a:effectRef>
          <a:fontRef idx="minor">
            <a:schemeClr val="tx1"/>
          </a:fontRef>
        </p:style>
      </p:cxnSp>
      <p:sp>
        <p:nvSpPr>
          <p:cNvPr id="14" name="Text | SwiftFlow + HawkeyePlus  |  Industrial Vision Engineering"/>
          <p:cNvSpPr txBox="1"/>
          <p:nvPr/>
        </p:nvSpPr>
        <p:spPr>
          <a:xfrm>
            <a:off x="412750" y="6607238"/>
            <a:ext cx="8255000" cy="160528"/>
          </a:xfrm>
          <a:prstGeom prst="rect">
            <a:avLst/>
          </a:prstGeom>
          <a:noFill/>
        </p:spPr>
        <p:txBody>
          <a:bodyPr wrap="none" lIns="0" rIns="0" tIns="0" bIns="0" anchor="t" anchorCtr="0">
            <a:noAutofit/>
          </a:bodyPr>
          <a:lstStyle/>
          <a:p>
            <a:pPr algn="l">
              <a:lnSpc>
                <a:spcPts val="984"/>
              </a:lnSpc>
              <a:spcBef>
                <a:spcPts val="0"/>
              </a:spcBef>
              <a:spcAft>
                <a:spcPts val="0"/>
              </a:spcAft>
            </a:pPr>
            <a:r>
              <a:rPr sz="800" b="0" lang="en-US">
                <a:solidFill>
                  <a:srgbClr val="4C6B83"/>
                </a:solidFill>
                <a:latin typeface="Arial"/>
                <a:ea typeface="SimHei"/>
              </a:rPr>
              <a:t>SwiftFlow + HawkeyePlus  |  Industrial Vision Engineering</a:t>
            </a:r>
          </a:p>
        </p:txBody>
      </p:sp>
      <p:sp>
        <p:nvSpPr>
          <p:cNvPr id="15" name="Text | WD CONFIDENTIAL"/>
          <p:cNvSpPr txBox="1"/>
          <p:nvPr/>
        </p:nvSpPr>
        <p:spPr>
          <a:xfrm>
            <a:off x="8559800" y="6613017"/>
            <a:ext cx="2540000" cy="150495"/>
          </a:xfrm>
          <a:prstGeom prst="rect">
            <a:avLst/>
          </a:prstGeom>
          <a:noFill/>
        </p:spPr>
        <p:txBody>
          <a:bodyPr wrap="none" lIns="0" rIns="0" tIns="0" bIns="0" anchor="t" anchorCtr="0">
            <a:noAutofit/>
          </a:bodyPr>
          <a:lstStyle/>
          <a:p>
            <a:pPr algn="r">
              <a:lnSpc>
                <a:spcPts val="922"/>
              </a:lnSpc>
              <a:spcBef>
                <a:spcPts val="0"/>
              </a:spcBef>
              <a:spcAft>
                <a:spcPts val="0"/>
              </a:spcAft>
            </a:pPr>
            <a:r>
              <a:rPr sz="750" b="0" lang="en-US">
                <a:solidFill>
                  <a:srgbClr val="4C6B83"/>
                </a:solidFill>
                <a:latin typeface="Arial"/>
                <a:ea typeface="SimHei"/>
              </a:rPr>
              <a:t>WD CONFIDENTIAL</a:t>
            </a:r>
          </a:p>
        </p:txBody>
      </p:sp>
      <p:sp>
        <p:nvSpPr>
          <p:cNvPr id="16" name="Text | 16 / 20"/>
          <p:cNvSpPr txBox="1"/>
          <p:nvPr/>
        </p:nvSpPr>
        <p:spPr>
          <a:xfrm>
            <a:off x="11137900" y="6607238"/>
            <a:ext cx="635000" cy="160528"/>
          </a:xfrm>
          <a:prstGeom prst="rect">
            <a:avLst/>
          </a:prstGeom>
          <a:noFill/>
        </p:spPr>
        <p:txBody>
          <a:bodyPr wrap="none" lIns="0" rIns="0" tIns="0" bIns="0" anchor="t" anchorCtr="0">
            <a:noAutofit/>
          </a:bodyPr>
          <a:lstStyle/>
          <a:p>
            <a:pPr algn="r">
              <a:lnSpc>
                <a:spcPts val="984"/>
              </a:lnSpc>
              <a:spcBef>
                <a:spcPts val="0"/>
              </a:spcBef>
              <a:spcAft>
                <a:spcPts val="0"/>
              </a:spcAft>
            </a:pPr>
            <a:r>
              <a:rPr sz="800" b="0" lang="en-US">
                <a:solidFill>
                  <a:srgbClr val="4C6B83"/>
                </a:solidFill>
                <a:latin typeface="Arial"/>
                <a:ea typeface="SimHei"/>
              </a:rPr>
              <a:t>16 / 20</a:t>
            </a:r>
          </a:p>
        </p:txBody>
      </p:sp>
      <p:grpSp>
        <p:nvGrpSpPr>
          <p:cNvPr id="17" name="Node | PaddleClas"/>
          <p:cNvGrpSpPr/>
          <p:nvPr/>
        </p:nvGrpSpPr>
        <p:grpSpPr>
          <a:xfrm>
            <a:off x="406400" y="1504950"/>
            <a:ext cx="5600700" cy="4514850"/>
            <a:chOff x="406400" y="1504950"/>
            <a:chExt cx="5600700" cy="4514850"/>
          </a:xfrm>
        </p:grpSpPr>
        <p:sp>
          <p:nvSpPr>
            <p:cNvPr id="18" name="Panel | 2"/>
            <p:cNvSpPr/>
            <p:nvPr/>
          </p:nvSpPr>
          <p:spPr>
            <a:xfrm>
              <a:off x="406400" y="1504950"/>
              <a:ext cx="5600700" cy="4514850"/>
            </a:xfrm>
            <a:prstGeom prst="roundRect">
              <a:avLst>
                <a:gd name="adj" fmla="val 3094"/>
              </a:avLst>
            </a:prstGeom>
            <a:solidFill>
              <a:srgbClr val="FFFFFF"/>
            </a:solidFill>
            <a:ln w="6350" cap="rnd">
              <a:solidFill>
                <a:srgbClr val="C6D8EB"/>
              </a:solidFill>
              <a:round/>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 | PaddleClas | Image Classification"/>
            <p:cNvSpPr txBox="1"/>
            <p:nvPr/>
          </p:nvSpPr>
          <p:spPr>
            <a:xfrm>
              <a:off x="590550" y="1626997"/>
              <a:ext cx="5232400" cy="341122"/>
            </a:xfrm>
            <a:prstGeom prst="rect">
              <a:avLst/>
            </a:prstGeom>
            <a:noFill/>
          </p:spPr>
          <p:txBody>
            <a:bodyPr wrap="none" lIns="0" rIns="0" tIns="0" bIns="0" anchor="t" anchorCtr="0">
              <a:noAutofit/>
            </a:bodyPr>
            <a:lstStyle/>
            <a:p>
              <a:pPr algn="l">
                <a:lnSpc>
                  <a:spcPts val="2091"/>
                </a:lnSpc>
                <a:spcBef>
                  <a:spcPts val="0"/>
                </a:spcBef>
                <a:spcAft>
                  <a:spcPts val="0"/>
                </a:spcAft>
              </a:pPr>
              <a:r>
                <a:rPr sz="1700" b="1" lang="en-US">
                  <a:solidFill>
                    <a:srgbClr val="082D48"/>
                  </a:solidFill>
                  <a:latin typeface="Arial"/>
                  <a:ea typeface="SimHei"/>
                </a:rPr>
                <a:t>PaddleClas | Image Classification</a:t>
              </a:r>
            </a:p>
          </p:txBody>
        </p:sp>
        <p:sp>
          <p:nvSpPr>
            <p:cNvPr id="20" name="Text | Learn labeled categories; predict image-level classes"/>
            <p:cNvSpPr txBox="1"/>
            <p:nvPr/>
          </p:nvSpPr>
          <p:spPr>
            <a:xfrm>
              <a:off x="590550" y="1965071"/>
              <a:ext cx="5232400" cy="260858"/>
            </a:xfrm>
            <a:prstGeom prst="rect">
              <a:avLst/>
            </a:prstGeom>
            <a:noFill/>
          </p:spPr>
          <p:txBody>
            <a:bodyPr wrap="none" lIns="0" rIns="0" tIns="0" bIns="0" anchor="t" anchorCtr="0">
              <a:noAutofit/>
            </a:bodyPr>
            <a:lstStyle/>
            <a:p>
              <a:pPr algn="l">
                <a:lnSpc>
                  <a:spcPts val="1599"/>
                </a:lnSpc>
                <a:spcBef>
                  <a:spcPts val="0"/>
                </a:spcBef>
                <a:spcAft>
                  <a:spcPts val="0"/>
                </a:spcAft>
              </a:pPr>
              <a:r>
                <a:rPr sz="1300" b="0" lang="en-US">
                  <a:solidFill>
                    <a:srgbClr val="4C6B83"/>
                  </a:solidFill>
                  <a:latin typeface="Arial"/>
                  <a:ea typeface="SimHei"/>
                </a:rPr>
                <a:t>Learn labeled categories; predict image-level classes</a:t>
              </a:r>
            </a:p>
          </p:txBody>
        </p:sp>
        <p:pic>
          <p:nvPicPr>
            <p:cNvPr id="21" name="Picture | Independent image" descr="d9f2c819103d2d99178667bc713b62c470ca8263d9dc14a7a3b597989ce91414.png"/>
            <p:cNvPicPr>
              <a:picLocks noChangeAspect="1"/>
            </p:cNvPicPr>
            <p:nvPr/>
          </p:nvPicPr>
          <p:blipFill>
            <a:blip r:embed="rId3"/>
            <a:stretch>
              <a:fillRect/>
            </a:stretch>
          </p:blipFill>
          <p:spPr>
            <a:xfrm>
              <a:off x="1643673" y="2254250"/>
              <a:ext cx="3126154" cy="1905000"/>
            </a:xfrm>
            <a:prstGeom prst="rect">
              <a:avLst/>
            </a:prstGeom>
          </p:spPr>
        </p:pic>
        <p:sp>
          <p:nvSpPr>
            <p:cNvPr id="22" name="Text | Illustrative classification"/>
            <p:cNvSpPr txBox="1"/>
            <p:nvPr/>
          </p:nvSpPr>
          <p:spPr>
            <a:xfrm>
              <a:off x="603250" y="4203573"/>
              <a:ext cx="5207000" cy="210693"/>
            </a:xfrm>
            <a:prstGeom prst="rect">
              <a:avLst/>
            </a:prstGeom>
            <a:noFill/>
          </p:spPr>
          <p:txBody>
            <a:bodyPr wrap="none" lIns="0" rIns="0" tIns="0" bIns="0" anchor="t" anchorCtr="0">
              <a:noAutofit/>
            </a:bodyPr>
            <a:lstStyle/>
            <a:p>
              <a:pPr algn="ctr">
                <a:lnSpc>
                  <a:spcPts val="1291"/>
                </a:lnSpc>
                <a:spcBef>
                  <a:spcPts val="0"/>
                </a:spcBef>
                <a:spcAft>
                  <a:spcPts val="0"/>
                </a:spcAft>
              </a:pPr>
              <a:r>
                <a:rPr sz="1050" b="0" lang="en-US">
                  <a:solidFill>
                    <a:srgbClr val="4C6B83"/>
                  </a:solidFill>
                  <a:latin typeface="Arial"/>
                  <a:ea typeface="SimHei"/>
                </a:rPr>
                <a:t>Illustrative classification</a:t>
              </a:r>
            </a:p>
          </p:txBody>
        </p:sp>
        <p:cxnSp>
          <p:nvCxnSpPr>
            <p:cNvPr id="23" name="Connector | 5"/>
            <p:cNvCxnSpPr/>
            <p:nvPr/>
          </p:nvCxnSpPr>
          <p:spPr>
            <a:xfrm>
              <a:off x="590550" y="4476750"/>
              <a:ext cx="5232400" cy="0"/>
            </a:xfrm>
            <a:prstGeom prst="line">
              <a:avLst/>
            </a:prstGeom>
            <a:ln w="6350" cap="rnd">
              <a:solidFill>
                <a:srgbClr val="C6D8EB"/>
              </a:solidFill>
              <a:round/>
            </a:ln>
          </p:spPr>
          <p:style>
            <a:lnRef idx="2">
              <a:schemeClr val="accent1"/>
            </a:lnRef>
            <a:fillRef idx="0">
              <a:schemeClr val="accent1"/>
            </a:fillRef>
            <a:effectRef idx="1">
              <a:schemeClr val="accent1"/>
            </a:effectRef>
            <a:fontRef idx="minor">
              <a:schemeClr val="tx1"/>
            </a:fontRef>
          </p:style>
        </p:cxnSp>
        <p:sp>
          <p:nvSpPr>
            <p:cNvPr id="24" name="Text | 9 Classification Variants"/>
            <p:cNvSpPr txBox="1"/>
            <p:nvPr/>
          </p:nvSpPr>
          <p:spPr>
            <a:xfrm>
              <a:off x="590550" y="4589399"/>
              <a:ext cx="5080000" cy="290957"/>
            </a:xfrm>
            <a:prstGeom prst="rect">
              <a:avLst/>
            </a:prstGeom>
            <a:noFill/>
          </p:spPr>
          <p:txBody>
            <a:bodyPr wrap="none" lIns="0" rIns="0" tIns="0" bIns="0" anchor="t" anchorCtr="0">
              <a:noAutofit/>
            </a:bodyPr>
            <a:lstStyle/>
            <a:p>
              <a:pPr algn="l">
                <a:lnSpc>
                  <a:spcPts val="1783"/>
                </a:lnSpc>
                <a:spcBef>
                  <a:spcPts val="0"/>
                </a:spcBef>
                <a:spcAft>
                  <a:spcPts val="0"/>
                </a:spcAft>
              </a:pPr>
              <a:r>
                <a:rPr sz="1450" b="1" lang="en-US">
                  <a:solidFill>
                    <a:srgbClr val="007D9D"/>
                  </a:solidFill>
                  <a:latin typeface="Arial"/>
                  <a:ea typeface="SimHei"/>
                </a:rPr>
                <a:t>9 Classification Variants</a:t>
              </a:r>
            </a:p>
          </p:txBody>
        </p:sp>
        <p:sp>
          <p:nvSpPr>
            <p:cNvPr id="25" name="Text | ResNet18 · ResNet34 · ResNet50 · ResNet101"/>
            <p:cNvSpPr txBox="1"/>
            <p:nvPr/>
          </p:nvSpPr>
          <p:spPr>
            <a:xfrm>
              <a:off x="590550" y="4886642"/>
              <a:ext cx="5232400" cy="270891"/>
            </a:xfrm>
            <a:prstGeom prst="rect">
              <a:avLst/>
            </a:prstGeom>
            <a:noFill/>
          </p:spPr>
          <p:txBody>
            <a:bodyPr wrap="none" lIns="0" rIns="0" tIns="0" bIns="0" anchor="t" anchorCtr="0">
              <a:noAutofit/>
            </a:bodyPr>
            <a:lstStyle/>
            <a:p>
              <a:pPr algn="l">
                <a:lnSpc>
                  <a:spcPts val="1660"/>
                </a:lnSpc>
                <a:spcBef>
                  <a:spcPts val="0"/>
                </a:spcBef>
                <a:spcAft>
                  <a:spcPts val="0"/>
                </a:spcAft>
              </a:pPr>
              <a:r>
                <a:rPr sz="1350" b="1" lang="en-US">
                  <a:solidFill>
                    <a:srgbClr val="082D48"/>
                  </a:solidFill>
                  <a:latin typeface="Arial"/>
                  <a:ea typeface="SimHei"/>
                </a:rPr>
                <a:t>ResNet18 · ResNet34 · ResNet50 · ResNet101</a:t>
              </a:r>
            </a:p>
          </p:txBody>
        </p:sp>
        <p:sp>
          <p:nvSpPr>
            <p:cNvPr id="26" name="Text | MobileNetV3 Small / Large (x1.0)"/>
            <p:cNvSpPr txBox="1"/>
            <p:nvPr/>
          </p:nvSpPr>
          <p:spPr>
            <a:xfrm>
              <a:off x="590550" y="5140642"/>
              <a:ext cx="5232400" cy="270891"/>
            </a:xfrm>
            <a:prstGeom prst="rect">
              <a:avLst/>
            </a:prstGeom>
            <a:noFill/>
          </p:spPr>
          <p:txBody>
            <a:bodyPr wrap="none" lIns="0" rIns="0" tIns="0" bIns="0" anchor="t" anchorCtr="0">
              <a:noAutofit/>
            </a:bodyPr>
            <a:lstStyle/>
            <a:p>
              <a:pPr algn="l">
                <a:lnSpc>
                  <a:spcPts val="1660"/>
                </a:lnSpc>
                <a:spcBef>
                  <a:spcPts val="0"/>
                </a:spcBef>
                <a:spcAft>
                  <a:spcPts val="0"/>
                </a:spcAft>
              </a:pPr>
              <a:r>
                <a:rPr sz="1350" b="1" lang="en-US">
                  <a:solidFill>
                    <a:srgbClr val="082D48"/>
                  </a:solidFill>
                  <a:latin typeface="Arial"/>
                  <a:ea typeface="SimHei"/>
                </a:rPr>
                <a:t>MobileNetV3 Small / Large (x1.0)</a:t>
              </a:r>
            </a:p>
          </p:txBody>
        </p:sp>
        <p:sp>
          <p:nvSpPr>
            <p:cNvPr id="27" name="Text | PP-LCNet x1.0 · PP-HGNet Small"/>
            <p:cNvSpPr txBox="1"/>
            <p:nvPr/>
          </p:nvSpPr>
          <p:spPr>
            <a:xfrm>
              <a:off x="590550" y="5394642"/>
              <a:ext cx="5232400" cy="270891"/>
            </a:xfrm>
            <a:prstGeom prst="rect">
              <a:avLst/>
            </a:prstGeom>
            <a:noFill/>
          </p:spPr>
          <p:txBody>
            <a:bodyPr wrap="none" lIns="0" rIns="0" tIns="0" bIns="0" anchor="t" anchorCtr="0">
              <a:noAutofit/>
            </a:bodyPr>
            <a:lstStyle/>
            <a:p>
              <a:pPr algn="l">
                <a:lnSpc>
                  <a:spcPts val="1660"/>
                </a:lnSpc>
                <a:spcBef>
                  <a:spcPts val="0"/>
                </a:spcBef>
                <a:spcAft>
                  <a:spcPts val="0"/>
                </a:spcAft>
              </a:pPr>
              <a:r>
                <a:rPr sz="1350" b="1" lang="en-US">
                  <a:solidFill>
                    <a:srgbClr val="082D48"/>
                  </a:solidFill>
                  <a:latin typeface="Arial"/>
                  <a:ea typeface="SimHei"/>
                </a:rPr>
                <a:t>PP-LCNet x1.0 · PP-HGNet Small</a:t>
              </a:r>
            </a:p>
          </p:txBody>
        </p:sp>
        <p:sp>
          <p:nvSpPr>
            <p:cNvPr id="28" name="Text | Swin Transformer Tiny (patch4 / window7 / 224)"/>
            <p:cNvSpPr txBox="1"/>
            <p:nvPr/>
          </p:nvSpPr>
          <p:spPr>
            <a:xfrm>
              <a:off x="590550" y="5648642"/>
              <a:ext cx="5232400" cy="270891"/>
            </a:xfrm>
            <a:prstGeom prst="rect">
              <a:avLst/>
            </a:prstGeom>
            <a:noFill/>
          </p:spPr>
          <p:txBody>
            <a:bodyPr wrap="none" lIns="0" rIns="0" tIns="0" bIns="0" anchor="t" anchorCtr="0">
              <a:noAutofit/>
            </a:bodyPr>
            <a:lstStyle/>
            <a:p>
              <a:pPr algn="l">
                <a:lnSpc>
                  <a:spcPts val="1660"/>
                </a:lnSpc>
                <a:spcBef>
                  <a:spcPts val="0"/>
                </a:spcBef>
                <a:spcAft>
                  <a:spcPts val="0"/>
                </a:spcAft>
              </a:pPr>
              <a:r>
                <a:rPr sz="1350" b="1" lang="en-US">
                  <a:solidFill>
                    <a:srgbClr val="082D48"/>
                  </a:solidFill>
                  <a:latin typeface="Arial"/>
                  <a:ea typeface="SimHei"/>
                </a:rPr>
                <a:t>Swin Transformer Tiny (patch4 / window7 / 224)</a:t>
              </a:r>
            </a:p>
          </p:txBody>
        </p:sp>
      </p:grpSp>
      <p:grpSp>
        <p:nvGrpSpPr>
          <p:cNvPr id="29" name="Node | TorchAnomaly"/>
          <p:cNvGrpSpPr/>
          <p:nvPr/>
        </p:nvGrpSpPr>
        <p:grpSpPr>
          <a:xfrm>
            <a:off x="6184900" y="1504950"/>
            <a:ext cx="5600700" cy="4514850"/>
            <a:chOff x="6184900" y="1504950"/>
            <a:chExt cx="5600700" cy="4514850"/>
          </a:xfrm>
        </p:grpSpPr>
        <p:sp>
          <p:nvSpPr>
            <p:cNvPr id="30" name="Panel | 3"/>
            <p:cNvSpPr/>
            <p:nvPr/>
          </p:nvSpPr>
          <p:spPr>
            <a:xfrm>
              <a:off x="6184900" y="1504950"/>
              <a:ext cx="5600700" cy="4514850"/>
            </a:xfrm>
            <a:prstGeom prst="roundRect">
              <a:avLst>
                <a:gd name="adj" fmla="val 3094"/>
              </a:avLst>
            </a:prstGeom>
            <a:solidFill>
              <a:srgbClr val="FFFFFF"/>
            </a:solidFill>
            <a:ln w="6350" cap="rnd">
              <a:solidFill>
                <a:srgbClr val="C6D8EB"/>
              </a:solidFill>
              <a:round/>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 | TorchAnomaly | Anomaly Detection"/>
            <p:cNvSpPr txBox="1"/>
            <p:nvPr/>
          </p:nvSpPr>
          <p:spPr>
            <a:xfrm>
              <a:off x="6369050" y="1626997"/>
              <a:ext cx="5232400" cy="341122"/>
            </a:xfrm>
            <a:prstGeom prst="rect">
              <a:avLst/>
            </a:prstGeom>
            <a:noFill/>
          </p:spPr>
          <p:txBody>
            <a:bodyPr wrap="none" lIns="0" rIns="0" tIns="0" bIns="0" anchor="t" anchorCtr="0">
              <a:noAutofit/>
            </a:bodyPr>
            <a:lstStyle/>
            <a:p>
              <a:pPr algn="l">
                <a:lnSpc>
                  <a:spcPts val="2091"/>
                </a:lnSpc>
                <a:spcBef>
                  <a:spcPts val="0"/>
                </a:spcBef>
                <a:spcAft>
                  <a:spcPts val="0"/>
                </a:spcAft>
              </a:pPr>
              <a:r>
                <a:rPr sz="1700" b="1" lang="en-US">
                  <a:solidFill>
                    <a:srgbClr val="082D48"/>
                  </a:solidFill>
                  <a:latin typeface="Arial"/>
                  <a:ea typeface="SimHei"/>
                </a:rPr>
                <a:t>TorchAnomaly | Anomaly Detection</a:t>
              </a:r>
            </a:p>
          </p:txBody>
        </p:sp>
        <p:sp>
          <p:nvSpPr>
            <p:cNvPr id="32" name="Text | Learn normal appearance; produce anomaly scores and heatmaps"/>
            <p:cNvSpPr txBox="1"/>
            <p:nvPr/>
          </p:nvSpPr>
          <p:spPr>
            <a:xfrm>
              <a:off x="6369050" y="1965071"/>
              <a:ext cx="5232400" cy="260858"/>
            </a:xfrm>
            <a:prstGeom prst="rect">
              <a:avLst/>
            </a:prstGeom>
            <a:noFill/>
          </p:spPr>
          <p:txBody>
            <a:bodyPr wrap="none" lIns="0" rIns="0" tIns="0" bIns="0" anchor="t" anchorCtr="0">
              <a:noAutofit/>
            </a:bodyPr>
            <a:lstStyle/>
            <a:p>
              <a:pPr algn="l">
                <a:lnSpc>
                  <a:spcPts val="1599"/>
                </a:lnSpc>
                <a:spcBef>
                  <a:spcPts val="0"/>
                </a:spcBef>
                <a:spcAft>
                  <a:spcPts val="0"/>
                </a:spcAft>
              </a:pPr>
              <a:r>
                <a:rPr sz="1300" b="0" lang="en-US">
                  <a:solidFill>
                    <a:srgbClr val="4C6B83"/>
                  </a:solidFill>
                  <a:latin typeface="Arial"/>
                  <a:ea typeface="SimHei"/>
                </a:rPr>
                <a:t>Learn normal appearance; produce anomaly scores and heatmaps</a:t>
              </a:r>
            </a:p>
          </p:txBody>
        </p:sp>
        <p:pic>
          <p:nvPicPr>
            <p:cNvPr id="33" name="Picture | Independent image" descr="d84699fd34171909ef48bde5cbb997c7c984c852253b3ddefc2e991c3477e6fa.png"/>
            <p:cNvPicPr>
              <a:picLocks noChangeAspect="1"/>
            </p:cNvPicPr>
            <p:nvPr/>
          </p:nvPicPr>
          <p:blipFill>
            <a:blip r:embed="rId4"/>
            <a:stretch>
              <a:fillRect/>
            </a:stretch>
          </p:blipFill>
          <p:spPr>
            <a:xfrm>
              <a:off x="7422173" y="2254250"/>
              <a:ext cx="3126154" cy="1905000"/>
            </a:xfrm>
            <a:prstGeom prst="rect">
              <a:avLst/>
            </a:prstGeom>
          </p:spPr>
        </p:pic>
        <p:sp>
          <p:nvSpPr>
            <p:cNvPr id="34" name="Text | Illustrative anomaly heatmap"/>
            <p:cNvSpPr txBox="1"/>
            <p:nvPr/>
          </p:nvSpPr>
          <p:spPr>
            <a:xfrm>
              <a:off x="6381750" y="4203573"/>
              <a:ext cx="5207000" cy="210693"/>
            </a:xfrm>
            <a:prstGeom prst="rect">
              <a:avLst/>
            </a:prstGeom>
            <a:noFill/>
          </p:spPr>
          <p:txBody>
            <a:bodyPr wrap="none" lIns="0" rIns="0" tIns="0" bIns="0" anchor="t" anchorCtr="0">
              <a:noAutofit/>
            </a:bodyPr>
            <a:lstStyle/>
            <a:p>
              <a:pPr algn="ctr">
                <a:lnSpc>
                  <a:spcPts val="1291"/>
                </a:lnSpc>
                <a:spcBef>
                  <a:spcPts val="0"/>
                </a:spcBef>
                <a:spcAft>
                  <a:spcPts val="0"/>
                </a:spcAft>
              </a:pPr>
              <a:r>
                <a:rPr sz="1050" b="0" lang="en-US">
                  <a:solidFill>
                    <a:srgbClr val="4C6B83"/>
                  </a:solidFill>
                  <a:latin typeface="Arial"/>
                  <a:ea typeface="SimHei"/>
                </a:rPr>
                <a:t>Illustrative anomaly heatmap</a:t>
              </a:r>
            </a:p>
          </p:txBody>
        </p:sp>
        <p:cxnSp>
          <p:nvCxnSpPr>
            <p:cNvPr id="35" name="Connector | 6"/>
            <p:cNvCxnSpPr/>
            <p:nvPr/>
          </p:nvCxnSpPr>
          <p:spPr>
            <a:xfrm>
              <a:off x="6369050" y="4476750"/>
              <a:ext cx="5232400" cy="0"/>
            </a:xfrm>
            <a:prstGeom prst="line">
              <a:avLst/>
            </a:prstGeom>
            <a:ln w="6350" cap="rnd">
              <a:solidFill>
                <a:srgbClr val="C6D8EB"/>
              </a:solidFill>
              <a:round/>
            </a:ln>
          </p:spPr>
          <p:style>
            <a:lnRef idx="2">
              <a:schemeClr val="accent1"/>
            </a:lnRef>
            <a:fillRef idx="0">
              <a:schemeClr val="accent1"/>
            </a:fillRef>
            <a:effectRef idx="1">
              <a:schemeClr val="accent1"/>
            </a:effectRef>
            <a:fontRef idx="minor">
              <a:schemeClr val="tx1"/>
            </a:fontRef>
          </p:style>
        </p:cxnSp>
        <p:sp>
          <p:nvSpPr>
            <p:cNvPr id="36" name="Text | 5 anomalib Presets"/>
            <p:cNvSpPr txBox="1"/>
            <p:nvPr/>
          </p:nvSpPr>
          <p:spPr>
            <a:xfrm>
              <a:off x="6369050" y="4589399"/>
              <a:ext cx="5080000" cy="290957"/>
            </a:xfrm>
            <a:prstGeom prst="rect">
              <a:avLst/>
            </a:prstGeom>
            <a:noFill/>
          </p:spPr>
          <p:txBody>
            <a:bodyPr wrap="none" lIns="0" rIns="0" tIns="0" bIns="0" anchor="t" anchorCtr="0">
              <a:noAutofit/>
            </a:bodyPr>
            <a:lstStyle/>
            <a:p>
              <a:pPr algn="l">
                <a:lnSpc>
                  <a:spcPts val="1783"/>
                </a:lnSpc>
                <a:spcBef>
                  <a:spcPts val="0"/>
                </a:spcBef>
                <a:spcAft>
                  <a:spcPts val="0"/>
                </a:spcAft>
              </a:pPr>
              <a:r>
                <a:rPr sz="1450" b="1" lang="en-US">
                  <a:solidFill>
                    <a:srgbClr val="007D9D"/>
                  </a:solidFill>
                  <a:latin typeface="Arial"/>
                  <a:ea typeface="SimHei"/>
                </a:rPr>
                <a:t>5 anomalib Presets</a:t>
              </a:r>
            </a:p>
          </p:txBody>
        </p:sp>
        <p:sp>
          <p:nvSpPr>
            <p:cNvPr id="37" name="Text | PatchCore  ·  PaDiM  ·  STFPM  ·  EfficientAD"/>
            <p:cNvSpPr txBox="1"/>
            <p:nvPr/>
          </p:nvSpPr>
          <p:spPr>
            <a:xfrm>
              <a:off x="6369050" y="4927790"/>
              <a:ext cx="5232400" cy="321056"/>
            </a:xfrm>
            <a:prstGeom prst="rect">
              <a:avLst/>
            </a:prstGeom>
            <a:noFill/>
          </p:spPr>
          <p:txBody>
            <a:bodyPr wrap="none" lIns="0" rIns="0" tIns="0" bIns="0" anchor="t" anchorCtr="0">
              <a:noAutofit/>
            </a:bodyPr>
            <a:lstStyle/>
            <a:p>
              <a:pPr algn="l">
                <a:lnSpc>
                  <a:spcPts val="1968"/>
                </a:lnSpc>
                <a:spcBef>
                  <a:spcPts val="0"/>
                </a:spcBef>
                <a:spcAft>
                  <a:spcPts val="0"/>
                </a:spcAft>
              </a:pPr>
              <a:r>
                <a:rPr sz="1600" b="1" lang="en-US">
                  <a:solidFill>
                    <a:srgbClr val="082D48"/>
                  </a:solidFill>
                  <a:latin typeface="Arial"/>
                  <a:ea typeface="SimHei"/>
                </a:rPr>
                <a:t>PatchCore  ·  PaDiM  ·  STFPM  ·  EfficientAD</a:t>
              </a:r>
            </a:p>
          </p:txBody>
        </p:sp>
        <p:sp>
          <p:nvSpPr>
            <p:cNvPr id="38" name="Text | SuperSimpleNet"/>
            <p:cNvSpPr txBox="1"/>
            <p:nvPr/>
          </p:nvSpPr>
          <p:spPr>
            <a:xfrm>
              <a:off x="6369050" y="5296090"/>
              <a:ext cx="5232400" cy="321056"/>
            </a:xfrm>
            <a:prstGeom prst="rect">
              <a:avLst/>
            </a:prstGeom>
            <a:noFill/>
          </p:spPr>
          <p:txBody>
            <a:bodyPr wrap="none" lIns="0" rIns="0" tIns="0" bIns="0" anchor="t" anchorCtr="0">
              <a:noAutofit/>
            </a:bodyPr>
            <a:lstStyle/>
            <a:p>
              <a:pPr algn="l">
                <a:lnSpc>
                  <a:spcPts val="1968"/>
                </a:lnSpc>
                <a:spcBef>
                  <a:spcPts val="0"/>
                </a:spcBef>
                <a:spcAft>
                  <a:spcPts val="0"/>
                </a:spcAft>
              </a:pPr>
              <a:r>
                <a:rPr sz="1600" b="1" lang="en-US">
                  <a:solidFill>
                    <a:srgbClr val="082D48"/>
                  </a:solidFill>
                  <a:latin typeface="Arial"/>
                  <a:ea typeface="SimHei"/>
                </a:rPr>
                <a:t>SuperSimpleNet</a:t>
              </a:r>
            </a:p>
          </p:txBody>
        </p:sp>
      </p:grpSp>
      <p:sp>
        <p:nvSpPr>
          <p:cNvPr id="39" name="Text | Current UI presets only; custom YAML compatibility depends on the selected backend."/>
          <p:cNvSpPr txBox="1"/>
          <p:nvPr/>
        </p:nvSpPr>
        <p:spPr>
          <a:xfrm>
            <a:off x="406400" y="6167564"/>
            <a:ext cx="11379200" cy="240792"/>
          </a:xfrm>
          <a:prstGeom prst="rect">
            <a:avLst/>
          </a:prstGeom>
          <a:noFill/>
        </p:spPr>
        <p:txBody>
          <a:bodyPr wrap="none" lIns="0" rIns="0" tIns="0" bIns="0" anchor="t" anchorCtr="0">
            <a:noAutofit/>
          </a:bodyPr>
          <a:lstStyle/>
          <a:p>
            <a:pPr algn="ctr">
              <a:lnSpc>
                <a:spcPts val="1476"/>
              </a:lnSpc>
              <a:spcBef>
                <a:spcPts val="0"/>
              </a:spcBef>
              <a:spcAft>
                <a:spcPts val="0"/>
              </a:spcAft>
            </a:pPr>
            <a:r>
              <a:rPr sz="1200" b="0" lang="en-US">
                <a:solidFill>
                  <a:srgbClr val="4C6B83"/>
                </a:solidFill>
                <a:latin typeface="Arial"/>
                <a:ea typeface="SimHei"/>
              </a:rPr>
              <a:t>Current UI presets only; custom YAML compatibility depends on the selected backend.</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showMasterSp="0">
  <p:cSld>
    <p:bg>
      <p:bgPr>
        <a:solidFill>
          <a:srgbClr val="F5F9FF"/>
        </a:solidFill>
        <a:effectLst/>
      </p:bgPr>
    </p:bg>
    <p:spTree>
      <p:nvGrpSpPr>
        <p:cNvPr id="1" name=""/>
        <p:cNvGrpSpPr/>
        <p:nvPr/>
      </p:nvGrpSpPr>
      <p:grpSpPr/>
      <p:sp>
        <p:nvSpPr>
          <p:cNvPr id="2" name="Panel | 1"/>
          <p:cNvSpPr/>
          <p:nvPr/>
        </p:nvSpPr>
        <p:spPr>
          <a:xfrm>
            <a:off x="406400" y="342900"/>
            <a:ext cx="38100" cy="190500"/>
          </a:xfrm>
          <a:prstGeom prst="roundRect">
            <a:avLst>
              <a:gd name="adj" fmla="val 50000"/>
            </a:avLst>
          </a:prstGeom>
          <a:solidFill>
            <a:srgbClr val="007D9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 | CHAPTER 04 / OVERVIEW"/>
          <p:cNvSpPr txBox="1"/>
          <p:nvPr/>
        </p:nvSpPr>
        <p:spPr>
          <a:xfrm>
            <a:off x="546100" y="356680"/>
            <a:ext cx="9525000" cy="230759"/>
          </a:xfrm>
          <a:prstGeom prst="rect">
            <a:avLst/>
          </a:prstGeom>
          <a:noFill/>
        </p:spPr>
        <p:txBody>
          <a:bodyPr wrap="none" lIns="0" rIns="0" tIns="0" bIns="0" anchor="t" anchorCtr="0">
            <a:noAutofit/>
          </a:bodyPr>
          <a:lstStyle/>
          <a:p>
            <a:pPr algn="l">
              <a:lnSpc>
                <a:spcPts val="1414"/>
              </a:lnSpc>
              <a:spcBef>
                <a:spcPts val="0"/>
              </a:spcBef>
              <a:spcAft>
                <a:spcPts val="0"/>
              </a:spcAft>
            </a:pPr>
            <a:r>
              <a:rPr sz="1150" b="1" lang="en-US">
                <a:solidFill>
                  <a:srgbClr val="4C6B83"/>
                </a:solidFill>
                <a:latin typeface="Arial"/>
                <a:ea typeface="SimHei"/>
              </a:rPr>
              <a:t>CHAPTER 04 / OVERVIEW</a:t>
            </a:r>
          </a:p>
        </p:txBody>
      </p:sp>
      <p:pic>
        <p:nvPicPr>
          <p:cNvPr id="4" name="Picture | Independent image" descr="139ef02520a55c1aaee95c1d6e7f5f730beac004ebb72c9c012b0f76513ab85e.png"/>
          <p:cNvPicPr>
            <a:picLocks noChangeAspect="1"/>
          </p:cNvPicPr>
          <p:nvPr/>
        </p:nvPicPr>
        <p:blipFill>
          <a:blip r:embed="rId2"/>
          <a:stretch>
            <a:fillRect/>
          </a:stretch>
        </p:blipFill>
        <p:spPr>
          <a:xfrm>
            <a:off x="11061700" y="325755"/>
            <a:ext cx="704850" cy="281940"/>
          </a:xfrm>
          <a:prstGeom prst="rect">
            <a:avLst/>
          </a:prstGeom>
        </p:spPr>
      </p:pic>
      <p:cxnSp>
        <p:nvCxnSpPr>
          <p:cNvPr id="5" name="Connector | 1"/>
          <p:cNvCxnSpPr/>
          <p:nvPr/>
        </p:nvCxnSpPr>
        <p:spPr>
          <a:xfrm>
            <a:off x="406400" y="6521450"/>
            <a:ext cx="11379200" cy="0"/>
          </a:xfrm>
          <a:prstGeom prst="line">
            <a:avLst/>
          </a:prstGeom>
          <a:ln w="6350" cap="rnd">
            <a:solidFill>
              <a:srgbClr val="C6D8EB"/>
            </a:solidFill>
            <a:round/>
          </a:ln>
        </p:spPr>
        <p:style>
          <a:lnRef idx="2">
            <a:schemeClr val="accent1"/>
          </a:lnRef>
          <a:fillRef idx="0">
            <a:schemeClr val="accent1"/>
          </a:fillRef>
          <a:effectRef idx="1">
            <a:schemeClr val="accent1"/>
          </a:effectRef>
          <a:fontRef idx="minor">
            <a:schemeClr val="tx1"/>
          </a:fontRef>
        </p:style>
      </p:cxnSp>
      <p:sp>
        <p:nvSpPr>
          <p:cNvPr id="6" name="Text | SwiftFlow + HawkeyePlus  |  Industrial Vision Engineering"/>
          <p:cNvSpPr txBox="1"/>
          <p:nvPr/>
        </p:nvSpPr>
        <p:spPr>
          <a:xfrm>
            <a:off x="412750" y="6607238"/>
            <a:ext cx="8255000" cy="160528"/>
          </a:xfrm>
          <a:prstGeom prst="rect">
            <a:avLst/>
          </a:prstGeom>
          <a:noFill/>
        </p:spPr>
        <p:txBody>
          <a:bodyPr wrap="none" lIns="0" rIns="0" tIns="0" bIns="0" anchor="t" anchorCtr="0">
            <a:noAutofit/>
          </a:bodyPr>
          <a:lstStyle/>
          <a:p>
            <a:pPr algn="l">
              <a:lnSpc>
                <a:spcPts val="984"/>
              </a:lnSpc>
              <a:spcBef>
                <a:spcPts val="0"/>
              </a:spcBef>
              <a:spcAft>
                <a:spcPts val="0"/>
              </a:spcAft>
            </a:pPr>
            <a:r>
              <a:rPr sz="800" b="0" lang="en-US">
                <a:solidFill>
                  <a:srgbClr val="4C6B83"/>
                </a:solidFill>
                <a:latin typeface="Arial"/>
                <a:ea typeface="SimHei"/>
              </a:rPr>
              <a:t>SwiftFlow + HawkeyePlus  |  Industrial Vision Engineering</a:t>
            </a:r>
          </a:p>
        </p:txBody>
      </p:sp>
      <p:sp>
        <p:nvSpPr>
          <p:cNvPr id="7" name="Text | WD CONFIDENTIAL"/>
          <p:cNvSpPr txBox="1"/>
          <p:nvPr/>
        </p:nvSpPr>
        <p:spPr>
          <a:xfrm>
            <a:off x="8559800" y="6613017"/>
            <a:ext cx="2540000" cy="150495"/>
          </a:xfrm>
          <a:prstGeom prst="rect">
            <a:avLst/>
          </a:prstGeom>
          <a:noFill/>
        </p:spPr>
        <p:txBody>
          <a:bodyPr wrap="none" lIns="0" rIns="0" tIns="0" bIns="0" anchor="t" anchorCtr="0">
            <a:noAutofit/>
          </a:bodyPr>
          <a:lstStyle/>
          <a:p>
            <a:pPr algn="r">
              <a:lnSpc>
                <a:spcPts val="922"/>
              </a:lnSpc>
              <a:spcBef>
                <a:spcPts val="0"/>
              </a:spcBef>
              <a:spcAft>
                <a:spcPts val="0"/>
              </a:spcAft>
            </a:pPr>
            <a:r>
              <a:rPr sz="750" b="0" lang="en-US">
                <a:solidFill>
                  <a:srgbClr val="4C6B83"/>
                </a:solidFill>
                <a:latin typeface="Arial"/>
                <a:ea typeface="SimHei"/>
              </a:rPr>
              <a:t>WD CONFIDENTIAL</a:t>
            </a:r>
          </a:p>
        </p:txBody>
      </p:sp>
      <p:sp>
        <p:nvSpPr>
          <p:cNvPr id="8" name="Text | 17 / 20"/>
          <p:cNvSpPr txBox="1"/>
          <p:nvPr/>
        </p:nvSpPr>
        <p:spPr>
          <a:xfrm>
            <a:off x="11137900" y="6607238"/>
            <a:ext cx="635000" cy="160528"/>
          </a:xfrm>
          <a:prstGeom prst="rect">
            <a:avLst/>
          </a:prstGeom>
          <a:noFill/>
        </p:spPr>
        <p:txBody>
          <a:bodyPr wrap="none" lIns="0" rIns="0" tIns="0" bIns="0" anchor="t" anchorCtr="0">
            <a:noAutofit/>
          </a:bodyPr>
          <a:lstStyle/>
          <a:p>
            <a:pPr algn="r">
              <a:lnSpc>
                <a:spcPts val="984"/>
              </a:lnSpc>
              <a:spcBef>
                <a:spcPts val="0"/>
              </a:spcBef>
              <a:spcAft>
                <a:spcPts val="0"/>
              </a:spcAft>
            </a:pPr>
            <a:r>
              <a:rPr sz="800" b="0" lang="en-US">
                <a:solidFill>
                  <a:srgbClr val="4C6B83"/>
                </a:solidFill>
                <a:latin typeface="Arial"/>
                <a:ea typeface="SimHei"/>
              </a:rPr>
              <a:t>17 / 20</a:t>
            </a:r>
          </a:p>
        </p:txBody>
      </p:sp>
      <p:sp>
        <p:nvSpPr>
          <p:cNvPr id="9" name="Text | 04"/>
          <p:cNvSpPr txBox="1"/>
          <p:nvPr/>
        </p:nvSpPr>
        <p:spPr>
          <a:xfrm>
            <a:off x="495300" y="1704848"/>
            <a:ext cx="1714500" cy="1745742"/>
          </a:xfrm>
          <a:prstGeom prst="rect">
            <a:avLst/>
          </a:prstGeom>
          <a:noFill/>
        </p:spPr>
        <p:txBody>
          <a:bodyPr wrap="none" lIns="0" rIns="0" tIns="0" bIns="0" anchor="t" anchorCtr="0">
            <a:noAutofit/>
          </a:bodyPr>
          <a:lstStyle/>
          <a:p>
            <a:pPr algn="l">
              <a:lnSpc>
                <a:spcPts val="10701"/>
              </a:lnSpc>
              <a:spcBef>
                <a:spcPts val="0"/>
              </a:spcBef>
              <a:spcAft>
                <a:spcPts val="0"/>
              </a:spcAft>
            </a:pPr>
            <a:r>
              <a:rPr sz="8700" b="1" lang="en-US">
                <a:solidFill>
                  <a:srgbClr val="007D9D"/>
                </a:solidFill>
                <a:latin typeface="Arial"/>
                <a:ea typeface="SimHei"/>
              </a:rPr>
              <a:t>04</a:t>
            </a:r>
          </a:p>
        </p:txBody>
      </p:sp>
      <p:sp>
        <p:nvSpPr>
          <p:cNvPr id="10" name="Text | Integrated Delivery"/>
          <p:cNvSpPr txBox="1"/>
          <p:nvPr/>
        </p:nvSpPr>
        <p:spPr>
          <a:xfrm>
            <a:off x="2203450" y="1857883"/>
            <a:ext cx="5873750" cy="591947"/>
          </a:xfrm>
          <a:prstGeom prst="rect">
            <a:avLst/>
          </a:prstGeom>
          <a:noFill/>
        </p:spPr>
        <p:txBody>
          <a:bodyPr wrap="none" lIns="0" rIns="0" tIns="0" bIns="0" anchor="t" anchorCtr="0">
            <a:noAutofit/>
          </a:bodyPr>
          <a:lstStyle/>
          <a:p>
            <a:pPr algn="l">
              <a:lnSpc>
                <a:spcPts val="3628"/>
              </a:lnSpc>
              <a:spcBef>
                <a:spcPts val="0"/>
              </a:spcBef>
              <a:spcAft>
                <a:spcPts val="0"/>
              </a:spcAft>
            </a:pPr>
            <a:r>
              <a:rPr sz="2950" b="1" lang="en-US">
                <a:solidFill>
                  <a:srgbClr val="082D48"/>
                </a:solidFill>
                <a:latin typeface="Arial"/>
                <a:ea typeface="SimHei"/>
              </a:rPr>
              <a:t>Integrated Delivery</a:t>
            </a:r>
          </a:p>
        </p:txBody>
      </p:sp>
      <p:sp>
        <p:nvSpPr>
          <p:cNvPr id="11" name="Text | From development results to production readiness"/>
          <p:cNvSpPr txBox="1"/>
          <p:nvPr/>
        </p:nvSpPr>
        <p:spPr>
          <a:xfrm>
            <a:off x="2222500" y="2490597"/>
            <a:ext cx="5080000" cy="341122"/>
          </a:xfrm>
          <a:prstGeom prst="rect">
            <a:avLst/>
          </a:prstGeom>
          <a:noFill/>
        </p:spPr>
        <p:txBody>
          <a:bodyPr wrap="none" lIns="0" rIns="0" tIns="0" bIns="0" anchor="t" anchorCtr="0">
            <a:noAutofit/>
          </a:bodyPr>
          <a:lstStyle/>
          <a:p>
            <a:pPr algn="l">
              <a:lnSpc>
                <a:spcPts val="2091"/>
              </a:lnSpc>
              <a:spcBef>
                <a:spcPts val="0"/>
              </a:spcBef>
              <a:spcAft>
                <a:spcPts val="0"/>
              </a:spcAft>
            </a:pPr>
            <a:r>
              <a:rPr sz="1700" b="0" lang="en-US">
                <a:solidFill>
                  <a:srgbClr val="4C6B83"/>
                </a:solidFill>
                <a:latin typeface="Arial"/>
                <a:ea typeface="SimHei"/>
              </a:rPr>
              <a:t>From development results to production readiness</a:t>
            </a:r>
          </a:p>
        </p:txBody>
      </p:sp>
      <p:cxnSp>
        <p:nvCxnSpPr>
          <p:cNvPr id="12" name="Connector | 2"/>
          <p:cNvCxnSpPr/>
          <p:nvPr/>
        </p:nvCxnSpPr>
        <p:spPr>
          <a:xfrm>
            <a:off x="520700" y="3086100"/>
            <a:ext cx="6375400" cy="0"/>
          </a:xfrm>
          <a:prstGeom prst="line">
            <a:avLst/>
          </a:prstGeom>
          <a:ln w="11430" cap="rnd">
            <a:solidFill>
              <a:srgbClr val="C6D8EB"/>
            </a:solidFill>
            <a:round/>
          </a:ln>
        </p:spPr>
        <p:style>
          <a:lnRef idx="2">
            <a:schemeClr val="accent1"/>
          </a:lnRef>
          <a:fillRef idx="0">
            <a:schemeClr val="accent1"/>
          </a:fillRef>
          <a:effectRef idx="1">
            <a:schemeClr val="accent1"/>
          </a:effectRef>
          <a:fontRef idx="minor">
            <a:schemeClr val="tx1"/>
          </a:fontRef>
        </p:style>
      </p:cxnSp>
      <p:sp>
        <p:nvSpPr>
          <p:cNvPr id="13" name="Text | How do delivery packages and joint validation connect both platforms?"/>
          <p:cNvSpPr txBox="1"/>
          <p:nvPr/>
        </p:nvSpPr>
        <p:spPr>
          <a:xfrm>
            <a:off x="520700" y="3346005"/>
            <a:ext cx="6604000" cy="311023"/>
          </a:xfrm>
          <a:prstGeom prst="rect">
            <a:avLst/>
          </a:prstGeom>
          <a:noFill/>
        </p:spPr>
        <p:txBody>
          <a:bodyPr wrap="none" lIns="0" rIns="0" tIns="0" bIns="0" anchor="t" anchorCtr="0">
            <a:noAutofit/>
          </a:bodyPr>
          <a:lstStyle/>
          <a:p>
            <a:pPr algn="l">
              <a:lnSpc>
                <a:spcPts val="1906"/>
              </a:lnSpc>
              <a:spcBef>
                <a:spcPts val="0"/>
              </a:spcBef>
              <a:spcAft>
                <a:spcPts val="0"/>
              </a:spcAft>
            </a:pPr>
            <a:r>
              <a:rPr sz="1550" b="0" lang="en-US">
                <a:solidFill>
                  <a:srgbClr val="082D48"/>
                </a:solidFill>
                <a:latin typeface="Arial"/>
                <a:ea typeface="SimHei"/>
              </a:rPr>
              <a:t>How do delivery packages and joint validation connect both platforms?</a:t>
            </a:r>
          </a:p>
        </p:txBody>
      </p:sp>
      <p:pic>
        <p:nvPicPr>
          <p:cNvPr id="14" name="Picture | Independent image" descr="12bb1e3e4f2e170eca1f6489649f4e45a3b3250e5c5303eec76095d714b0e260.png"/>
          <p:cNvPicPr>
            <a:picLocks noChangeAspect="1"/>
          </p:cNvPicPr>
          <p:nvPr/>
        </p:nvPicPr>
        <p:blipFill>
          <a:blip r:embed="rId3"/>
          <a:stretch>
            <a:fillRect/>
          </a:stretch>
        </p:blipFill>
        <p:spPr>
          <a:xfrm>
            <a:off x="8082684" y="1733550"/>
            <a:ext cx="2916382" cy="2673350"/>
          </a:xfrm>
          <a:prstGeom prst="rect">
            <a:avLst/>
          </a:prstGeom>
        </p:spPr>
      </p:pic>
      <p:grpSp>
        <p:nvGrpSpPr>
          <p:cNvPr id="15" name="Node | Adaptation &amp; acceptance"/>
          <p:cNvGrpSpPr/>
          <p:nvPr/>
        </p:nvGrpSpPr>
        <p:grpSpPr>
          <a:xfrm>
            <a:off x="406400" y="4978400"/>
            <a:ext cx="3670300" cy="984250"/>
            <a:chOff x="406400" y="4978400"/>
            <a:chExt cx="3670300" cy="984250"/>
          </a:xfrm>
        </p:grpSpPr>
        <p:sp>
          <p:nvSpPr>
            <p:cNvPr id="16" name="Panel | 2"/>
            <p:cNvSpPr/>
            <p:nvPr/>
          </p:nvSpPr>
          <p:spPr>
            <a:xfrm>
              <a:off x="406400" y="4978400"/>
              <a:ext cx="3670300" cy="984250"/>
            </a:xfrm>
            <a:prstGeom prst="roundRect">
              <a:avLst>
                <a:gd name="adj" fmla="val 11612"/>
              </a:avLst>
            </a:prstGeom>
            <a:solidFill>
              <a:srgbClr val="FFFFFF"/>
            </a:solidFill>
            <a:ln w="6350" cap="rnd">
              <a:solidFill>
                <a:srgbClr val="C6D8EB"/>
              </a:solidFill>
              <a:round/>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 | 04.1"/>
            <p:cNvSpPr txBox="1"/>
            <p:nvPr/>
          </p:nvSpPr>
          <p:spPr>
            <a:xfrm>
              <a:off x="577850" y="5157914"/>
              <a:ext cx="698500" cy="240792"/>
            </a:xfrm>
            <a:prstGeom prst="rect">
              <a:avLst/>
            </a:prstGeom>
            <a:noFill/>
          </p:spPr>
          <p:txBody>
            <a:bodyPr wrap="none" lIns="0" rIns="0" tIns="0" bIns="0" anchor="t" anchorCtr="0">
              <a:noAutofit/>
            </a:bodyPr>
            <a:lstStyle/>
            <a:p>
              <a:pPr algn="l">
                <a:lnSpc>
                  <a:spcPts val="1476"/>
                </a:lnSpc>
                <a:spcBef>
                  <a:spcPts val="0"/>
                </a:spcBef>
                <a:spcAft>
                  <a:spcPts val="0"/>
                </a:spcAft>
              </a:pPr>
              <a:r>
                <a:rPr sz="1200" b="1" lang="en-US">
                  <a:solidFill>
                    <a:srgbClr val="007D9D"/>
                  </a:solidFill>
                  <a:latin typeface="Arial"/>
                  <a:ea typeface="SimHei"/>
                </a:rPr>
                <a:t>04.1</a:t>
              </a:r>
            </a:p>
          </p:txBody>
        </p:sp>
        <p:sp>
          <p:nvSpPr>
            <p:cNvPr id="18" name="Text | Adaptation &amp; acceptance"/>
            <p:cNvSpPr txBox="1"/>
            <p:nvPr/>
          </p:nvSpPr>
          <p:spPr>
            <a:xfrm>
              <a:off x="577850" y="5492940"/>
              <a:ext cx="3321050" cy="321056"/>
            </a:xfrm>
            <a:prstGeom prst="rect">
              <a:avLst/>
            </a:prstGeom>
            <a:noFill/>
          </p:spPr>
          <p:txBody>
            <a:bodyPr wrap="none" lIns="0" rIns="0" tIns="0" bIns="0" anchor="t" anchorCtr="0">
              <a:noAutofit/>
            </a:bodyPr>
            <a:lstStyle/>
            <a:p>
              <a:pPr algn="l">
                <a:lnSpc>
                  <a:spcPts val="1968"/>
                </a:lnSpc>
                <a:spcBef>
                  <a:spcPts val="0"/>
                </a:spcBef>
                <a:spcAft>
                  <a:spcPts val="0"/>
                </a:spcAft>
              </a:pPr>
              <a:r>
                <a:rPr sz="1600" b="1" lang="en-US">
                  <a:solidFill>
                    <a:srgbClr val="082D48"/>
                  </a:solidFill>
                  <a:latin typeface="Arial"/>
                  <a:ea typeface="SimHei"/>
                </a:rPr>
                <a:t>Adaptation &amp; acceptance</a:t>
              </a:r>
            </a:p>
          </p:txBody>
        </p:sp>
      </p:grpSp>
      <p:grpSp>
        <p:nvGrpSpPr>
          <p:cNvPr id="19" name="Node | Shared delivery assets"/>
          <p:cNvGrpSpPr/>
          <p:nvPr/>
        </p:nvGrpSpPr>
        <p:grpSpPr>
          <a:xfrm>
            <a:off x="4260850" y="4978400"/>
            <a:ext cx="3670300" cy="984250"/>
            <a:chOff x="4260850" y="4978400"/>
            <a:chExt cx="3670300" cy="984250"/>
          </a:xfrm>
        </p:grpSpPr>
        <p:sp>
          <p:nvSpPr>
            <p:cNvPr id="20" name="Panel | 3"/>
            <p:cNvSpPr/>
            <p:nvPr/>
          </p:nvSpPr>
          <p:spPr>
            <a:xfrm>
              <a:off x="4260850" y="4978400"/>
              <a:ext cx="3670300" cy="984250"/>
            </a:xfrm>
            <a:prstGeom prst="roundRect">
              <a:avLst>
                <a:gd name="adj" fmla="val 11612"/>
              </a:avLst>
            </a:prstGeom>
            <a:solidFill>
              <a:srgbClr val="FFFFFF"/>
            </a:solidFill>
            <a:ln w="6350" cap="rnd">
              <a:solidFill>
                <a:srgbClr val="C6D8EB"/>
              </a:solidFill>
              <a:round/>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 | 04.2"/>
            <p:cNvSpPr txBox="1"/>
            <p:nvPr/>
          </p:nvSpPr>
          <p:spPr>
            <a:xfrm>
              <a:off x="4432300" y="5157914"/>
              <a:ext cx="698500" cy="240792"/>
            </a:xfrm>
            <a:prstGeom prst="rect">
              <a:avLst/>
            </a:prstGeom>
            <a:noFill/>
          </p:spPr>
          <p:txBody>
            <a:bodyPr wrap="none" lIns="0" rIns="0" tIns="0" bIns="0" anchor="t" anchorCtr="0">
              <a:noAutofit/>
            </a:bodyPr>
            <a:lstStyle/>
            <a:p>
              <a:pPr algn="l">
                <a:lnSpc>
                  <a:spcPts val="1476"/>
                </a:lnSpc>
                <a:spcBef>
                  <a:spcPts val="0"/>
                </a:spcBef>
                <a:spcAft>
                  <a:spcPts val="0"/>
                </a:spcAft>
              </a:pPr>
              <a:r>
                <a:rPr sz="1200" b="1" lang="en-US">
                  <a:solidFill>
                    <a:srgbClr val="007D9D"/>
                  </a:solidFill>
                  <a:latin typeface="Arial"/>
                  <a:ea typeface="SimHei"/>
                </a:rPr>
                <a:t>04.2</a:t>
              </a:r>
            </a:p>
          </p:txBody>
        </p:sp>
        <p:sp>
          <p:nvSpPr>
            <p:cNvPr id="22" name="Text | Shared delivery assets"/>
            <p:cNvSpPr txBox="1"/>
            <p:nvPr/>
          </p:nvSpPr>
          <p:spPr>
            <a:xfrm>
              <a:off x="4432300" y="5492940"/>
              <a:ext cx="3321050" cy="321056"/>
            </a:xfrm>
            <a:prstGeom prst="rect">
              <a:avLst/>
            </a:prstGeom>
            <a:noFill/>
          </p:spPr>
          <p:txBody>
            <a:bodyPr wrap="none" lIns="0" rIns="0" tIns="0" bIns="0" anchor="t" anchorCtr="0">
              <a:noAutofit/>
            </a:bodyPr>
            <a:lstStyle/>
            <a:p>
              <a:pPr algn="l">
                <a:lnSpc>
                  <a:spcPts val="1968"/>
                </a:lnSpc>
                <a:spcBef>
                  <a:spcPts val="0"/>
                </a:spcBef>
                <a:spcAft>
                  <a:spcPts val="0"/>
                </a:spcAft>
              </a:pPr>
              <a:r>
                <a:rPr sz="1600" b="1" lang="en-US">
                  <a:solidFill>
                    <a:srgbClr val="082D48"/>
                  </a:solidFill>
                  <a:latin typeface="Arial"/>
                  <a:ea typeface="SimHei"/>
                </a:rPr>
                <a:t>Shared delivery assets</a:t>
              </a:r>
            </a:p>
          </p:txBody>
        </p:sp>
      </p:grpSp>
      <p:grpSp>
        <p:nvGrpSpPr>
          <p:cNvPr id="23" name="Node | Results &amp; version traceability"/>
          <p:cNvGrpSpPr/>
          <p:nvPr/>
        </p:nvGrpSpPr>
        <p:grpSpPr>
          <a:xfrm>
            <a:off x="8115300" y="4978400"/>
            <a:ext cx="3670300" cy="984250"/>
            <a:chOff x="8115300" y="4978400"/>
            <a:chExt cx="3670300" cy="984250"/>
          </a:xfrm>
        </p:grpSpPr>
        <p:sp>
          <p:nvSpPr>
            <p:cNvPr id="24" name="Panel | 4"/>
            <p:cNvSpPr/>
            <p:nvPr/>
          </p:nvSpPr>
          <p:spPr>
            <a:xfrm>
              <a:off x="8115300" y="4978400"/>
              <a:ext cx="3670300" cy="984250"/>
            </a:xfrm>
            <a:prstGeom prst="roundRect">
              <a:avLst>
                <a:gd name="adj" fmla="val 11612"/>
              </a:avLst>
            </a:prstGeom>
            <a:solidFill>
              <a:srgbClr val="FFFFFF"/>
            </a:solidFill>
            <a:ln w="6350" cap="rnd">
              <a:solidFill>
                <a:srgbClr val="C6D8EB"/>
              </a:solidFill>
              <a:round/>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 | 04.3"/>
            <p:cNvSpPr txBox="1"/>
            <p:nvPr/>
          </p:nvSpPr>
          <p:spPr>
            <a:xfrm>
              <a:off x="8286750" y="5157914"/>
              <a:ext cx="698500" cy="240792"/>
            </a:xfrm>
            <a:prstGeom prst="rect">
              <a:avLst/>
            </a:prstGeom>
            <a:noFill/>
          </p:spPr>
          <p:txBody>
            <a:bodyPr wrap="none" lIns="0" rIns="0" tIns="0" bIns="0" anchor="t" anchorCtr="0">
              <a:noAutofit/>
            </a:bodyPr>
            <a:lstStyle/>
            <a:p>
              <a:pPr algn="l">
                <a:lnSpc>
                  <a:spcPts val="1476"/>
                </a:lnSpc>
                <a:spcBef>
                  <a:spcPts val="0"/>
                </a:spcBef>
                <a:spcAft>
                  <a:spcPts val="0"/>
                </a:spcAft>
              </a:pPr>
              <a:r>
                <a:rPr sz="1200" b="1" lang="en-US">
                  <a:solidFill>
                    <a:srgbClr val="007D9D"/>
                  </a:solidFill>
                  <a:latin typeface="Arial"/>
                  <a:ea typeface="SimHei"/>
                </a:rPr>
                <a:t>04.3</a:t>
              </a:r>
            </a:p>
          </p:txBody>
        </p:sp>
        <p:sp>
          <p:nvSpPr>
            <p:cNvPr id="26" name="Text | Results &amp; version traceability"/>
            <p:cNvSpPr txBox="1"/>
            <p:nvPr/>
          </p:nvSpPr>
          <p:spPr>
            <a:xfrm>
              <a:off x="8286750" y="5492940"/>
              <a:ext cx="3321050" cy="321056"/>
            </a:xfrm>
            <a:prstGeom prst="rect">
              <a:avLst/>
            </a:prstGeom>
            <a:noFill/>
          </p:spPr>
          <p:txBody>
            <a:bodyPr wrap="none" lIns="0" rIns="0" tIns="0" bIns="0" anchor="t" anchorCtr="0">
              <a:noAutofit/>
            </a:bodyPr>
            <a:lstStyle/>
            <a:p>
              <a:pPr algn="l">
                <a:lnSpc>
                  <a:spcPts val="1968"/>
                </a:lnSpc>
                <a:spcBef>
                  <a:spcPts val="0"/>
                </a:spcBef>
                <a:spcAft>
                  <a:spcPts val="0"/>
                </a:spcAft>
              </a:pPr>
              <a:r>
                <a:rPr sz="1600" b="1" lang="en-US">
                  <a:solidFill>
                    <a:srgbClr val="082D48"/>
                  </a:solidFill>
                  <a:latin typeface="Arial"/>
                  <a:ea typeface="SimHei"/>
                </a:rPr>
                <a:t>Results &amp; version traceability</a:t>
              </a:r>
            </a:p>
          </p:txBody>
        </p:sp>
      </p:grpSp>
      <p:sp>
        <p:nvSpPr>
          <p:cNvPr id="27" name="Text | SwiftFlow + HawkeyePlus | One shared method, two complementary platforms"/>
          <p:cNvSpPr txBox="1"/>
          <p:nvPr/>
        </p:nvSpPr>
        <p:spPr>
          <a:xfrm>
            <a:off x="520700" y="6161786"/>
            <a:ext cx="10731500" cy="250825"/>
          </a:xfrm>
          <a:prstGeom prst="rect">
            <a:avLst/>
          </a:prstGeom>
          <a:noFill/>
        </p:spPr>
        <p:txBody>
          <a:bodyPr wrap="none" lIns="0" rIns="0" tIns="0" bIns="0" anchor="t" anchorCtr="0">
            <a:noAutofit/>
          </a:bodyPr>
          <a:lstStyle/>
          <a:p>
            <a:pPr algn="l">
              <a:lnSpc>
                <a:spcPts val="1537"/>
              </a:lnSpc>
              <a:spcBef>
                <a:spcPts val="0"/>
              </a:spcBef>
              <a:spcAft>
                <a:spcPts val="0"/>
              </a:spcAft>
            </a:pPr>
            <a:r>
              <a:rPr sz="1250" b="0" lang="en-US">
                <a:solidFill>
                  <a:srgbClr val="4C6B83"/>
                </a:solidFill>
                <a:latin typeface="Arial"/>
                <a:ea typeface="SimHei"/>
              </a:rPr>
              <a:t>SwiftFlow + HawkeyePlus | One shared method, two complementary platforms</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showMasterSp="0">
  <p:cSld>
    <p:bg>
      <p:bgPr>
        <a:solidFill>
          <a:srgbClr val="F5F9FF"/>
        </a:solidFill>
        <a:effectLst/>
      </p:bgPr>
    </p:bg>
    <p:spTree>
      <p:nvGrpSpPr>
        <p:cNvPr id="1" name=""/>
        <p:cNvGrpSpPr/>
        <p:nvPr/>
      </p:nvGrpSpPr>
      <p:grpSpPr/>
      <p:sp>
        <p:nvSpPr>
          <p:cNvPr id="2" name="Panel | 1"/>
          <p:cNvSpPr/>
          <p:nvPr/>
        </p:nvSpPr>
        <p:spPr>
          <a:xfrm>
            <a:off x="406400" y="342900"/>
            <a:ext cx="38100" cy="190500"/>
          </a:xfrm>
          <a:prstGeom prst="roundRect">
            <a:avLst>
              <a:gd name="adj" fmla="val 50000"/>
            </a:avLst>
          </a:prstGeom>
          <a:solidFill>
            <a:srgbClr val="007D9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 | CHAPTER 04 / INTEGRATED DELIVERY"/>
          <p:cNvSpPr txBox="1"/>
          <p:nvPr/>
        </p:nvSpPr>
        <p:spPr>
          <a:xfrm>
            <a:off x="546100" y="356680"/>
            <a:ext cx="9525000" cy="230759"/>
          </a:xfrm>
          <a:prstGeom prst="rect">
            <a:avLst/>
          </a:prstGeom>
          <a:noFill/>
        </p:spPr>
        <p:txBody>
          <a:bodyPr wrap="none" lIns="0" rIns="0" tIns="0" bIns="0" anchor="t" anchorCtr="0">
            <a:noAutofit/>
          </a:bodyPr>
          <a:lstStyle/>
          <a:p>
            <a:pPr algn="l">
              <a:lnSpc>
                <a:spcPts val="1414"/>
              </a:lnSpc>
              <a:spcBef>
                <a:spcPts val="0"/>
              </a:spcBef>
              <a:spcAft>
                <a:spcPts val="0"/>
              </a:spcAft>
            </a:pPr>
            <a:r>
              <a:rPr sz="1150" b="1" lang="en-US">
                <a:solidFill>
                  <a:srgbClr val="4C6B83"/>
                </a:solidFill>
                <a:latin typeface="Arial"/>
                <a:ea typeface="SimHei"/>
              </a:rPr>
              <a:t>CHAPTER 04 / INTEGRATED DELIVERY</a:t>
            </a:r>
          </a:p>
        </p:txBody>
      </p:sp>
      <p:pic>
        <p:nvPicPr>
          <p:cNvPr id="4" name="Picture | Independent image" descr="139ef02520a55c1aaee95c1d6e7f5f730beac004ebb72c9c012b0f76513ab85e.png"/>
          <p:cNvPicPr>
            <a:picLocks noChangeAspect="1"/>
          </p:cNvPicPr>
          <p:nvPr/>
        </p:nvPicPr>
        <p:blipFill>
          <a:blip r:embed="rId2"/>
          <a:stretch>
            <a:fillRect/>
          </a:stretch>
        </p:blipFill>
        <p:spPr>
          <a:xfrm>
            <a:off x="11061700" y="325755"/>
            <a:ext cx="704850" cy="281940"/>
          </a:xfrm>
          <a:prstGeom prst="rect">
            <a:avLst/>
          </a:prstGeom>
        </p:spPr>
      </p:pic>
      <p:sp>
        <p:nvSpPr>
          <p:cNvPr id="5" name="Text | Connect Development and Production with a Standard Handoff"/>
          <p:cNvSpPr txBox="1"/>
          <p:nvPr/>
        </p:nvSpPr>
        <p:spPr>
          <a:xfrm>
            <a:off x="406400" y="599376"/>
            <a:ext cx="11303000" cy="571881"/>
          </a:xfrm>
          <a:prstGeom prst="rect">
            <a:avLst/>
          </a:prstGeom>
          <a:noFill/>
        </p:spPr>
        <p:txBody>
          <a:bodyPr wrap="none" lIns="0" rIns="0" tIns="0" bIns="0" anchor="t" anchorCtr="0">
            <a:noAutofit/>
          </a:bodyPr>
          <a:lstStyle/>
          <a:p>
            <a:pPr algn="l">
              <a:lnSpc>
                <a:spcPts val="3505"/>
              </a:lnSpc>
              <a:spcBef>
                <a:spcPts val="0"/>
              </a:spcBef>
              <a:spcAft>
                <a:spcPts val="0"/>
              </a:spcAft>
            </a:pPr>
            <a:r>
              <a:rPr sz="2850" b="1" lang="en-US">
                <a:solidFill>
                  <a:srgbClr val="082D48"/>
                </a:solidFill>
                <a:latin typeface="Arial"/>
                <a:ea typeface="SimHei"/>
              </a:rPr>
              <a:t>Connect Development and Production with a Standard Handoff</a:t>
            </a:r>
          </a:p>
        </p:txBody>
      </p:sp>
      <p:sp>
        <p:nvSpPr>
          <p:cNvPr id="6" name="Text | Adapt and jointly validate model deliverables before using them in inspection or measurement workflows"/>
          <p:cNvSpPr txBox="1"/>
          <p:nvPr/>
        </p:nvSpPr>
        <p:spPr>
          <a:xfrm>
            <a:off x="425450" y="1064578"/>
            <a:ext cx="11239500" cy="280924"/>
          </a:xfrm>
          <a:prstGeom prst="rect">
            <a:avLst/>
          </a:prstGeom>
          <a:noFill/>
        </p:spPr>
        <p:txBody>
          <a:bodyPr wrap="none" lIns="0" rIns="0" tIns="0" bIns="0" anchor="t" anchorCtr="0">
            <a:noAutofit/>
          </a:bodyPr>
          <a:lstStyle/>
          <a:p>
            <a:pPr algn="l">
              <a:lnSpc>
                <a:spcPts val="1722"/>
              </a:lnSpc>
              <a:spcBef>
                <a:spcPts val="0"/>
              </a:spcBef>
              <a:spcAft>
                <a:spcPts val="0"/>
              </a:spcAft>
            </a:pPr>
            <a:r>
              <a:rPr sz="1400" b="0" lang="en-US">
                <a:solidFill>
                  <a:srgbClr val="4C6B83"/>
                </a:solidFill>
                <a:latin typeface="Arial"/>
                <a:ea typeface="SimHei"/>
              </a:rPr>
              <a:t>Adapt and jointly validate model deliverables before using them in inspection or measurement workflows</a:t>
            </a:r>
          </a:p>
        </p:txBody>
      </p:sp>
      <p:cxnSp>
        <p:nvCxnSpPr>
          <p:cNvPr id="7" name="Connector | 1"/>
          <p:cNvCxnSpPr/>
          <p:nvPr/>
        </p:nvCxnSpPr>
        <p:spPr>
          <a:xfrm>
            <a:off x="406400" y="6521450"/>
            <a:ext cx="11379200" cy="0"/>
          </a:xfrm>
          <a:prstGeom prst="line">
            <a:avLst/>
          </a:prstGeom>
          <a:ln w="6350" cap="rnd">
            <a:solidFill>
              <a:srgbClr val="C6D8EB"/>
            </a:solidFill>
            <a:round/>
          </a:ln>
        </p:spPr>
        <p:style>
          <a:lnRef idx="2">
            <a:schemeClr val="accent1"/>
          </a:lnRef>
          <a:fillRef idx="0">
            <a:schemeClr val="accent1"/>
          </a:fillRef>
          <a:effectRef idx="1">
            <a:schemeClr val="accent1"/>
          </a:effectRef>
          <a:fontRef idx="minor">
            <a:schemeClr val="tx1"/>
          </a:fontRef>
        </p:style>
      </p:cxnSp>
      <p:sp>
        <p:nvSpPr>
          <p:cNvPr id="8" name="Text | SwiftFlow + HawkeyePlus  |  Industrial Vision Engineering"/>
          <p:cNvSpPr txBox="1"/>
          <p:nvPr/>
        </p:nvSpPr>
        <p:spPr>
          <a:xfrm>
            <a:off x="412750" y="6607238"/>
            <a:ext cx="8255000" cy="160528"/>
          </a:xfrm>
          <a:prstGeom prst="rect">
            <a:avLst/>
          </a:prstGeom>
          <a:noFill/>
        </p:spPr>
        <p:txBody>
          <a:bodyPr wrap="none" lIns="0" rIns="0" tIns="0" bIns="0" anchor="t" anchorCtr="0">
            <a:noAutofit/>
          </a:bodyPr>
          <a:lstStyle/>
          <a:p>
            <a:pPr algn="l">
              <a:lnSpc>
                <a:spcPts val="984"/>
              </a:lnSpc>
              <a:spcBef>
                <a:spcPts val="0"/>
              </a:spcBef>
              <a:spcAft>
                <a:spcPts val="0"/>
              </a:spcAft>
            </a:pPr>
            <a:r>
              <a:rPr sz="800" b="0" lang="en-US">
                <a:solidFill>
                  <a:srgbClr val="4C6B83"/>
                </a:solidFill>
                <a:latin typeface="Arial"/>
                <a:ea typeface="SimHei"/>
              </a:rPr>
              <a:t>SwiftFlow + HawkeyePlus  |  Industrial Vision Engineering</a:t>
            </a:r>
          </a:p>
        </p:txBody>
      </p:sp>
      <p:sp>
        <p:nvSpPr>
          <p:cNvPr id="9" name="Text | WD CONFIDENTIAL"/>
          <p:cNvSpPr txBox="1"/>
          <p:nvPr/>
        </p:nvSpPr>
        <p:spPr>
          <a:xfrm>
            <a:off x="8559800" y="6613017"/>
            <a:ext cx="2540000" cy="150495"/>
          </a:xfrm>
          <a:prstGeom prst="rect">
            <a:avLst/>
          </a:prstGeom>
          <a:noFill/>
        </p:spPr>
        <p:txBody>
          <a:bodyPr wrap="none" lIns="0" rIns="0" tIns="0" bIns="0" anchor="t" anchorCtr="0">
            <a:noAutofit/>
          </a:bodyPr>
          <a:lstStyle/>
          <a:p>
            <a:pPr algn="r">
              <a:lnSpc>
                <a:spcPts val="922"/>
              </a:lnSpc>
              <a:spcBef>
                <a:spcPts val="0"/>
              </a:spcBef>
              <a:spcAft>
                <a:spcPts val="0"/>
              </a:spcAft>
            </a:pPr>
            <a:r>
              <a:rPr sz="750" b="0" lang="en-US">
                <a:solidFill>
                  <a:srgbClr val="4C6B83"/>
                </a:solidFill>
                <a:latin typeface="Arial"/>
                <a:ea typeface="SimHei"/>
              </a:rPr>
              <a:t>WD CONFIDENTIAL</a:t>
            </a:r>
          </a:p>
        </p:txBody>
      </p:sp>
      <p:sp>
        <p:nvSpPr>
          <p:cNvPr id="10" name="Text | 18 / 20"/>
          <p:cNvSpPr txBox="1"/>
          <p:nvPr/>
        </p:nvSpPr>
        <p:spPr>
          <a:xfrm>
            <a:off x="11137900" y="6607238"/>
            <a:ext cx="635000" cy="160528"/>
          </a:xfrm>
          <a:prstGeom prst="rect">
            <a:avLst/>
          </a:prstGeom>
          <a:noFill/>
        </p:spPr>
        <p:txBody>
          <a:bodyPr wrap="none" lIns="0" rIns="0" tIns="0" bIns="0" anchor="t" anchorCtr="0">
            <a:noAutofit/>
          </a:bodyPr>
          <a:lstStyle/>
          <a:p>
            <a:pPr algn="r">
              <a:lnSpc>
                <a:spcPts val="984"/>
              </a:lnSpc>
              <a:spcBef>
                <a:spcPts val="0"/>
              </a:spcBef>
              <a:spcAft>
                <a:spcPts val="0"/>
              </a:spcAft>
            </a:pPr>
            <a:r>
              <a:rPr sz="800" b="0" lang="en-US">
                <a:solidFill>
                  <a:srgbClr val="4C6B83"/>
                </a:solidFill>
                <a:latin typeface="Arial"/>
                <a:ea typeface="SimHei"/>
              </a:rPr>
              <a:t>18 / 20</a:t>
            </a:r>
          </a:p>
        </p:txBody>
      </p:sp>
      <p:grpSp>
        <p:nvGrpSpPr>
          <p:cNvPr id="11" name="Node | HawkeyePlus"/>
          <p:cNvGrpSpPr/>
          <p:nvPr/>
        </p:nvGrpSpPr>
        <p:grpSpPr>
          <a:xfrm>
            <a:off x="406400" y="1555750"/>
            <a:ext cx="2781300" cy="2730500"/>
            <a:chOff x="406400" y="1555750"/>
            <a:chExt cx="2781300" cy="2730500"/>
          </a:xfrm>
        </p:grpSpPr>
        <p:sp>
          <p:nvSpPr>
            <p:cNvPr id="12" name="Panel | 2"/>
            <p:cNvSpPr/>
            <p:nvPr/>
          </p:nvSpPr>
          <p:spPr>
            <a:xfrm>
              <a:off x="406400" y="1555750"/>
              <a:ext cx="2781300" cy="2730500"/>
            </a:xfrm>
            <a:prstGeom prst="roundRect">
              <a:avLst>
                <a:gd name="adj" fmla="val 4651"/>
              </a:avLst>
            </a:prstGeom>
            <a:solidFill>
              <a:srgbClr val="FFFFFF"/>
            </a:solidFill>
            <a:ln w="6350" cap="rnd">
              <a:solidFill>
                <a:srgbClr val="C6D8EB"/>
              </a:solidFill>
              <a:round/>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 | HawkeyePlus"/>
            <p:cNvSpPr txBox="1"/>
            <p:nvPr/>
          </p:nvSpPr>
          <p:spPr>
            <a:xfrm>
              <a:off x="552450" y="1687132"/>
              <a:ext cx="2489200" cy="391287"/>
            </a:xfrm>
            <a:prstGeom prst="rect">
              <a:avLst/>
            </a:prstGeom>
            <a:noFill/>
          </p:spPr>
          <p:txBody>
            <a:bodyPr wrap="none" lIns="0" rIns="0" tIns="0" bIns="0" anchor="t" anchorCtr="0">
              <a:noAutofit/>
            </a:bodyPr>
            <a:lstStyle/>
            <a:p>
              <a:pPr algn="ctr">
                <a:lnSpc>
                  <a:spcPts val="2398"/>
                </a:lnSpc>
                <a:spcBef>
                  <a:spcPts val="0"/>
                </a:spcBef>
                <a:spcAft>
                  <a:spcPts val="0"/>
                </a:spcAft>
              </a:pPr>
              <a:r>
                <a:rPr sz="1950" b="1" lang="en-US">
                  <a:solidFill>
                    <a:srgbClr val="087F79"/>
                  </a:solidFill>
                  <a:latin typeface="Arial"/>
                  <a:ea typeface="SimHei"/>
                </a:rPr>
                <a:t>HawkeyePlus</a:t>
              </a:r>
            </a:p>
          </p:txBody>
        </p:sp>
        <p:pic>
          <p:nvPicPr>
            <p:cNvPr id="14" name="Picture | Independent image" descr="12bb1e3e4f2e170eca1f6489649f4e45a3b3250e5c5303eec76095d714b0e260.png"/>
            <p:cNvPicPr>
              <a:picLocks noChangeAspect="1"/>
            </p:cNvPicPr>
            <p:nvPr/>
          </p:nvPicPr>
          <p:blipFill>
            <a:blip r:embed="rId3"/>
            <a:stretch>
              <a:fillRect/>
            </a:stretch>
          </p:blipFill>
          <p:spPr>
            <a:xfrm>
              <a:off x="955386" y="2089150"/>
              <a:ext cx="1683327" cy="1543050"/>
            </a:xfrm>
            <a:prstGeom prst="rect">
              <a:avLst/>
            </a:prstGeom>
          </p:spPr>
        </p:pic>
        <p:sp>
          <p:nvSpPr>
            <p:cNvPr id="15" name="Text | Validated model &amp; version"/>
            <p:cNvSpPr txBox="1"/>
            <p:nvPr/>
          </p:nvSpPr>
          <p:spPr>
            <a:xfrm>
              <a:off x="552450" y="3838892"/>
              <a:ext cx="2489200" cy="270891"/>
            </a:xfrm>
            <a:prstGeom prst="rect">
              <a:avLst/>
            </a:prstGeom>
            <a:noFill/>
          </p:spPr>
          <p:txBody>
            <a:bodyPr wrap="none" lIns="0" rIns="0" tIns="0" bIns="0" anchor="t" anchorCtr="0">
              <a:noAutofit/>
            </a:bodyPr>
            <a:lstStyle/>
            <a:p>
              <a:pPr algn="ctr">
                <a:lnSpc>
                  <a:spcPts val="1660"/>
                </a:lnSpc>
                <a:spcBef>
                  <a:spcPts val="0"/>
                </a:spcBef>
                <a:spcAft>
                  <a:spcPts val="0"/>
                </a:spcAft>
              </a:pPr>
              <a:r>
                <a:rPr sz="1350" b="0" lang="en-US">
                  <a:solidFill>
                    <a:srgbClr val="082D48"/>
                  </a:solidFill>
                  <a:latin typeface="Arial"/>
                  <a:ea typeface="SimHei"/>
                </a:rPr>
                <a:t>Validated model &amp; version</a:t>
              </a:r>
            </a:p>
          </p:txBody>
        </p:sp>
      </p:grpSp>
      <p:grpSp>
        <p:nvGrpSpPr>
          <p:cNvPr id="16" name="Node | SwiftFlow"/>
          <p:cNvGrpSpPr/>
          <p:nvPr/>
        </p:nvGrpSpPr>
        <p:grpSpPr>
          <a:xfrm>
            <a:off x="9004300" y="1555750"/>
            <a:ext cx="2781300" cy="2730500"/>
            <a:chOff x="9004300" y="1555750"/>
            <a:chExt cx="2781300" cy="2730500"/>
          </a:xfrm>
        </p:grpSpPr>
        <p:sp>
          <p:nvSpPr>
            <p:cNvPr id="17" name="Panel | 3"/>
            <p:cNvSpPr/>
            <p:nvPr/>
          </p:nvSpPr>
          <p:spPr>
            <a:xfrm>
              <a:off x="9004300" y="1555750"/>
              <a:ext cx="2781300" cy="2730500"/>
            </a:xfrm>
            <a:prstGeom prst="roundRect">
              <a:avLst>
                <a:gd name="adj" fmla="val 4651"/>
              </a:avLst>
            </a:prstGeom>
            <a:solidFill>
              <a:srgbClr val="FFFFFF"/>
            </a:solidFill>
            <a:ln w="6350" cap="rnd">
              <a:solidFill>
                <a:srgbClr val="C6D8EB"/>
              </a:solidFill>
              <a:round/>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 | SwiftFlow"/>
            <p:cNvSpPr txBox="1"/>
            <p:nvPr/>
          </p:nvSpPr>
          <p:spPr>
            <a:xfrm>
              <a:off x="9150350" y="1687132"/>
              <a:ext cx="2489200" cy="391287"/>
            </a:xfrm>
            <a:prstGeom prst="rect">
              <a:avLst/>
            </a:prstGeom>
            <a:noFill/>
          </p:spPr>
          <p:txBody>
            <a:bodyPr wrap="none" lIns="0" rIns="0" tIns="0" bIns="0" anchor="t" anchorCtr="0">
              <a:noAutofit/>
            </a:bodyPr>
            <a:lstStyle/>
            <a:p>
              <a:pPr algn="ctr">
                <a:lnSpc>
                  <a:spcPts val="2398"/>
                </a:lnSpc>
                <a:spcBef>
                  <a:spcPts val="0"/>
                </a:spcBef>
                <a:spcAft>
                  <a:spcPts val="0"/>
                </a:spcAft>
              </a:pPr>
              <a:r>
                <a:rPr sz="1950" b="1" lang="en-US">
                  <a:solidFill>
                    <a:srgbClr val="007D9D"/>
                  </a:solidFill>
                  <a:latin typeface="Arial"/>
                  <a:ea typeface="SimHei"/>
                </a:rPr>
                <a:t>SwiftFlow</a:t>
              </a:r>
            </a:p>
          </p:txBody>
        </p:sp>
        <p:pic>
          <p:nvPicPr>
            <p:cNvPr id="19" name="Picture | Independent image" descr="d235d7460685fbce7c25a12631d1439d4d6219b6901e988eaac07fae35a8f6fe.png"/>
            <p:cNvPicPr>
              <a:picLocks noChangeAspect="1"/>
            </p:cNvPicPr>
            <p:nvPr/>
          </p:nvPicPr>
          <p:blipFill>
            <a:blip r:embed="rId4"/>
            <a:stretch>
              <a:fillRect/>
            </a:stretch>
          </p:blipFill>
          <p:spPr>
            <a:xfrm>
              <a:off x="9553286" y="2089150"/>
              <a:ext cx="1683327" cy="1543050"/>
            </a:xfrm>
            <a:prstGeom prst="rect">
              <a:avLst/>
            </a:prstGeom>
          </p:spPr>
        </p:pic>
        <p:sp>
          <p:nvSpPr>
            <p:cNvPr id="20" name="Text | Inference &amp; decisions in the workflow"/>
            <p:cNvSpPr txBox="1"/>
            <p:nvPr/>
          </p:nvSpPr>
          <p:spPr>
            <a:xfrm>
              <a:off x="9150350" y="3862578"/>
              <a:ext cx="2489200" cy="229555"/>
            </a:xfrm>
            <a:prstGeom prst="rect">
              <a:avLst/>
            </a:prstGeom>
            <a:noFill/>
          </p:spPr>
          <p:txBody>
            <a:bodyPr wrap="none" lIns="0" rIns="0" tIns="0" bIns="0" anchor="t" anchorCtr="0">
              <a:noAutofit/>
            </a:bodyPr>
            <a:lstStyle/>
            <a:p>
              <a:pPr algn="ctr">
                <a:lnSpc>
                  <a:spcPts val="1407"/>
                </a:lnSpc>
                <a:spcBef>
                  <a:spcPts val="0"/>
                </a:spcBef>
                <a:spcAft>
                  <a:spcPts val="0"/>
                </a:spcAft>
              </a:pPr>
              <a:r>
                <a:rPr sz="1144" b="0" lang="en-US">
                  <a:solidFill>
                    <a:srgbClr val="082D48"/>
                  </a:solidFill>
                  <a:latin typeface="Arial"/>
                  <a:ea typeface="SimHei"/>
                </a:rPr>
                <a:t>Inference &amp; decisions in the workflow</a:t>
              </a:r>
            </a:p>
          </p:txBody>
        </p:sp>
      </p:grpSp>
      <p:cxnSp>
        <p:nvCxnSpPr>
          <p:cNvPr id="21" name="Connector | 2"/>
          <p:cNvCxnSpPr/>
          <p:nvPr/>
        </p:nvCxnSpPr>
        <p:spPr>
          <a:xfrm>
            <a:off x="3244850" y="2959100"/>
            <a:ext cx="190500" cy="0"/>
          </a:xfrm>
          <a:prstGeom prst="line">
            <a:avLst/>
          </a:prstGeom>
          <a:ln w="15875" cap="rnd">
            <a:solidFill>
              <a:srgbClr val="007D9D"/>
            </a:solidFill>
            <a:round/>
            <a:tailEnd type="arrow" w="sm" len="sm"/>
          </a:ln>
        </p:spPr>
        <p:style>
          <a:lnRef idx="2">
            <a:schemeClr val="accent1"/>
          </a:lnRef>
          <a:fillRef idx="0">
            <a:schemeClr val="accent1"/>
          </a:fillRef>
          <a:effectRef idx="1">
            <a:schemeClr val="accent1"/>
          </a:effectRef>
          <a:fontRef idx="minor">
            <a:schemeClr val="tx1"/>
          </a:fontRef>
        </p:style>
      </p:cxnSp>
      <p:cxnSp>
        <p:nvCxnSpPr>
          <p:cNvPr id="22" name="Connector | 3"/>
          <p:cNvCxnSpPr/>
          <p:nvPr/>
        </p:nvCxnSpPr>
        <p:spPr>
          <a:xfrm>
            <a:off x="8731250" y="2959100"/>
            <a:ext cx="209550" cy="0"/>
          </a:xfrm>
          <a:prstGeom prst="line">
            <a:avLst/>
          </a:prstGeom>
          <a:ln w="15875" cap="rnd">
            <a:solidFill>
              <a:srgbClr val="007D9D"/>
            </a:solidFill>
            <a:round/>
            <a:tailEnd type="arrow" w="sm" len="sm"/>
          </a:ln>
        </p:spPr>
        <p:style>
          <a:lnRef idx="2">
            <a:schemeClr val="accent1"/>
          </a:lnRef>
          <a:fillRef idx="0">
            <a:schemeClr val="accent1"/>
          </a:fillRef>
          <a:effectRef idx="1">
            <a:schemeClr val="accent1"/>
          </a:effectRef>
          <a:fontRef idx="minor">
            <a:schemeClr val="tx1"/>
          </a:fontRef>
        </p:style>
      </p:cxnSp>
      <p:grpSp>
        <p:nvGrpSpPr>
          <p:cNvPr id="23" name="Node | Adaptation &amp; joint acceptance"/>
          <p:cNvGrpSpPr/>
          <p:nvPr/>
        </p:nvGrpSpPr>
        <p:grpSpPr>
          <a:xfrm>
            <a:off x="3492500" y="1555750"/>
            <a:ext cx="5181600" cy="2730500"/>
            <a:chOff x="3492500" y="1555750"/>
            <a:chExt cx="5181600" cy="2730500"/>
          </a:xfrm>
        </p:grpSpPr>
        <p:sp>
          <p:nvSpPr>
            <p:cNvPr id="24" name="Panel | 4"/>
            <p:cNvSpPr/>
            <p:nvPr/>
          </p:nvSpPr>
          <p:spPr>
            <a:xfrm>
              <a:off x="3492500" y="1555750"/>
              <a:ext cx="5181600" cy="2730500"/>
            </a:xfrm>
            <a:prstGeom prst="roundRect">
              <a:avLst>
                <a:gd name="adj" fmla="val 4651"/>
              </a:avLst>
            </a:prstGeom>
            <a:solidFill>
              <a:srgbClr val="E9F1FC"/>
            </a:solidFill>
            <a:ln w="6350" cap="rnd">
              <a:solidFill>
                <a:srgbClr val="C6D8EB"/>
              </a:solidFill>
              <a:round/>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 | Adaptation &amp; joint acceptance"/>
            <p:cNvSpPr txBox="1"/>
            <p:nvPr/>
          </p:nvSpPr>
          <p:spPr>
            <a:xfrm>
              <a:off x="3708400" y="1698053"/>
              <a:ext cx="4749800" cy="361188"/>
            </a:xfrm>
            <a:prstGeom prst="rect">
              <a:avLst/>
            </a:prstGeom>
            <a:noFill/>
          </p:spPr>
          <p:txBody>
            <a:bodyPr wrap="none" lIns="0" rIns="0" tIns="0" bIns="0" anchor="t" anchorCtr="0">
              <a:noAutofit/>
            </a:bodyPr>
            <a:lstStyle/>
            <a:p>
              <a:pPr algn="ctr">
                <a:lnSpc>
                  <a:spcPts val="2214"/>
                </a:lnSpc>
                <a:spcBef>
                  <a:spcPts val="0"/>
                </a:spcBef>
                <a:spcAft>
                  <a:spcPts val="0"/>
                </a:spcAft>
              </a:pPr>
              <a:r>
                <a:rPr sz="1800" b="1" lang="en-US">
                  <a:solidFill>
                    <a:srgbClr val="082D48"/>
                  </a:solidFill>
                  <a:latin typeface="Arial"/>
                  <a:ea typeface="SimHei"/>
                </a:rPr>
                <a:t>Adaptation &amp; joint acceptance</a:t>
              </a:r>
            </a:p>
          </p:txBody>
        </p:sp>
        <p:sp>
          <p:nvSpPr>
            <p:cNvPr id="26" name="Circle | 1"/>
            <p:cNvSpPr/>
            <p:nvPr/>
          </p:nvSpPr>
          <p:spPr>
            <a:xfrm>
              <a:off x="3683000" y="2222500"/>
              <a:ext cx="63500" cy="63500"/>
            </a:xfrm>
            <a:prstGeom prst="ellipse">
              <a:avLst/>
            </a:prstGeom>
            <a:solidFill>
              <a:srgbClr val="087F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 | Match the input"/>
            <p:cNvSpPr txBox="1"/>
            <p:nvPr/>
          </p:nvSpPr>
          <p:spPr>
            <a:xfrm>
              <a:off x="3854450" y="2156778"/>
              <a:ext cx="4483100" cy="280924"/>
            </a:xfrm>
            <a:prstGeom prst="rect">
              <a:avLst/>
            </a:prstGeom>
            <a:noFill/>
          </p:spPr>
          <p:txBody>
            <a:bodyPr wrap="none" lIns="0" rIns="0" tIns="0" bIns="0" anchor="t" anchorCtr="0">
              <a:noAutofit/>
            </a:bodyPr>
            <a:lstStyle/>
            <a:p>
              <a:pPr algn="l">
                <a:lnSpc>
                  <a:spcPts val="1722"/>
                </a:lnSpc>
                <a:spcBef>
                  <a:spcPts val="0"/>
                </a:spcBef>
                <a:spcAft>
                  <a:spcPts val="0"/>
                </a:spcAft>
              </a:pPr>
              <a:r>
                <a:rPr sz="1400" b="1" lang="en-US">
                  <a:solidFill>
                    <a:srgbClr val="007D9D"/>
                  </a:solidFill>
                  <a:latin typeface="Arial"/>
                  <a:ea typeface="SimHei"/>
                </a:rPr>
                <a:t>Match the input</a:t>
              </a:r>
            </a:p>
          </p:txBody>
        </p:sp>
        <p:sp>
          <p:nvSpPr>
            <p:cNvPr id="28" name="Text | Image shape, channels and preprocessing"/>
            <p:cNvSpPr txBox="1"/>
            <p:nvPr/>
          </p:nvSpPr>
          <p:spPr>
            <a:xfrm>
              <a:off x="3854450" y="2427986"/>
              <a:ext cx="4483100" cy="250825"/>
            </a:xfrm>
            <a:prstGeom prst="rect">
              <a:avLst/>
            </a:prstGeom>
            <a:noFill/>
          </p:spPr>
          <p:txBody>
            <a:bodyPr wrap="none" lIns="0" rIns="0" tIns="0" bIns="0" anchor="t" anchorCtr="0">
              <a:noAutofit/>
            </a:bodyPr>
            <a:lstStyle/>
            <a:p>
              <a:pPr algn="l">
                <a:lnSpc>
                  <a:spcPts val="1537"/>
                </a:lnSpc>
                <a:spcBef>
                  <a:spcPts val="0"/>
                </a:spcBef>
                <a:spcAft>
                  <a:spcPts val="0"/>
                </a:spcAft>
              </a:pPr>
              <a:r>
                <a:rPr sz="1250" b="0" lang="en-US">
                  <a:solidFill>
                    <a:srgbClr val="4C6B83"/>
                  </a:solidFill>
                  <a:latin typeface="Arial"/>
                  <a:ea typeface="SimHei"/>
                </a:rPr>
                <a:t>Image shape, channels and preprocessing</a:t>
              </a:r>
            </a:p>
          </p:txBody>
        </p:sp>
        <p:sp>
          <p:nvSpPr>
            <p:cNvPr id="29" name="Circle | 2"/>
            <p:cNvSpPr/>
            <p:nvPr/>
          </p:nvSpPr>
          <p:spPr>
            <a:xfrm>
              <a:off x="3683000" y="2851150"/>
              <a:ext cx="63500" cy="63500"/>
            </a:xfrm>
            <a:prstGeom prst="ellipse">
              <a:avLst/>
            </a:prstGeom>
            <a:solidFill>
              <a:srgbClr val="087F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 | Match the output"/>
            <p:cNvSpPr txBox="1"/>
            <p:nvPr/>
          </p:nvSpPr>
          <p:spPr>
            <a:xfrm>
              <a:off x="3854450" y="2785428"/>
              <a:ext cx="4483100" cy="280924"/>
            </a:xfrm>
            <a:prstGeom prst="rect">
              <a:avLst/>
            </a:prstGeom>
            <a:noFill/>
          </p:spPr>
          <p:txBody>
            <a:bodyPr wrap="none" lIns="0" rIns="0" tIns="0" bIns="0" anchor="t" anchorCtr="0">
              <a:noAutofit/>
            </a:bodyPr>
            <a:lstStyle/>
            <a:p>
              <a:pPr algn="l">
                <a:lnSpc>
                  <a:spcPts val="1722"/>
                </a:lnSpc>
                <a:spcBef>
                  <a:spcPts val="0"/>
                </a:spcBef>
                <a:spcAft>
                  <a:spcPts val="0"/>
                </a:spcAft>
              </a:pPr>
              <a:r>
                <a:rPr sz="1400" b="1" lang="en-US">
                  <a:solidFill>
                    <a:srgbClr val="007D9D"/>
                  </a:solidFill>
                  <a:latin typeface="Arial"/>
                  <a:ea typeface="SimHei"/>
                </a:rPr>
                <a:t>Match the output</a:t>
              </a:r>
            </a:p>
          </p:txBody>
        </p:sp>
        <p:sp>
          <p:nvSpPr>
            <p:cNvPr id="31" name="Text | Labels, thresholds and output decoding"/>
            <p:cNvSpPr txBox="1"/>
            <p:nvPr/>
          </p:nvSpPr>
          <p:spPr>
            <a:xfrm>
              <a:off x="3854450" y="3056636"/>
              <a:ext cx="4483100" cy="250825"/>
            </a:xfrm>
            <a:prstGeom prst="rect">
              <a:avLst/>
            </a:prstGeom>
            <a:noFill/>
          </p:spPr>
          <p:txBody>
            <a:bodyPr wrap="none" lIns="0" rIns="0" tIns="0" bIns="0" anchor="t" anchorCtr="0">
              <a:noAutofit/>
            </a:bodyPr>
            <a:lstStyle/>
            <a:p>
              <a:pPr algn="l">
                <a:lnSpc>
                  <a:spcPts val="1537"/>
                </a:lnSpc>
                <a:spcBef>
                  <a:spcPts val="0"/>
                </a:spcBef>
                <a:spcAft>
                  <a:spcPts val="0"/>
                </a:spcAft>
              </a:pPr>
              <a:r>
                <a:rPr sz="1250" b="0" lang="en-US">
                  <a:solidFill>
                    <a:srgbClr val="4C6B83"/>
                  </a:solidFill>
                  <a:latin typeface="Arial"/>
                  <a:ea typeface="SimHei"/>
                </a:rPr>
                <a:t>Labels, thresholds and output decoding</a:t>
              </a:r>
            </a:p>
          </p:txBody>
        </p:sp>
        <p:sp>
          <p:nvSpPr>
            <p:cNvPr id="32" name="Circle | 3"/>
            <p:cNvSpPr/>
            <p:nvPr/>
          </p:nvSpPr>
          <p:spPr>
            <a:xfrm>
              <a:off x="3683000" y="3479800"/>
              <a:ext cx="63500" cy="63500"/>
            </a:xfrm>
            <a:prstGeom prst="ellipse">
              <a:avLst/>
            </a:prstGeom>
            <a:solidFill>
              <a:srgbClr val="087F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 | Validate on site"/>
            <p:cNvSpPr txBox="1"/>
            <p:nvPr/>
          </p:nvSpPr>
          <p:spPr>
            <a:xfrm>
              <a:off x="3854450" y="3414078"/>
              <a:ext cx="4483100" cy="280924"/>
            </a:xfrm>
            <a:prstGeom prst="rect">
              <a:avLst/>
            </a:prstGeom>
            <a:noFill/>
          </p:spPr>
          <p:txBody>
            <a:bodyPr wrap="none" lIns="0" rIns="0" tIns="0" bIns="0" anchor="t" anchorCtr="0">
              <a:noAutofit/>
            </a:bodyPr>
            <a:lstStyle/>
            <a:p>
              <a:pPr algn="l">
                <a:lnSpc>
                  <a:spcPts val="1722"/>
                </a:lnSpc>
                <a:spcBef>
                  <a:spcPts val="0"/>
                </a:spcBef>
                <a:spcAft>
                  <a:spcPts val="0"/>
                </a:spcAft>
              </a:pPr>
              <a:r>
                <a:rPr sz="1400" b="1" lang="en-US">
                  <a:solidFill>
                    <a:srgbClr val="007D9D"/>
                  </a:solidFill>
                  <a:latin typeface="Arial"/>
                  <a:ea typeface="SimHei"/>
                </a:rPr>
                <a:t>Validate on site</a:t>
              </a:r>
            </a:p>
          </p:txBody>
        </p:sp>
        <p:sp>
          <p:nvSpPr>
            <p:cNvPr id="34" name="Text | Independent samples, measurement references and timing"/>
            <p:cNvSpPr txBox="1"/>
            <p:nvPr/>
          </p:nvSpPr>
          <p:spPr>
            <a:xfrm>
              <a:off x="3854450" y="3685286"/>
              <a:ext cx="4483100" cy="250825"/>
            </a:xfrm>
            <a:prstGeom prst="rect">
              <a:avLst/>
            </a:prstGeom>
            <a:noFill/>
          </p:spPr>
          <p:txBody>
            <a:bodyPr wrap="none" lIns="0" rIns="0" tIns="0" bIns="0" anchor="t" anchorCtr="0">
              <a:noAutofit/>
            </a:bodyPr>
            <a:lstStyle/>
            <a:p>
              <a:pPr algn="l">
                <a:lnSpc>
                  <a:spcPts val="1537"/>
                </a:lnSpc>
                <a:spcBef>
                  <a:spcPts val="0"/>
                </a:spcBef>
                <a:spcAft>
                  <a:spcPts val="0"/>
                </a:spcAft>
              </a:pPr>
              <a:r>
                <a:rPr sz="1250" b="0" lang="en-US">
                  <a:solidFill>
                    <a:srgbClr val="4C6B83"/>
                  </a:solidFill>
                  <a:latin typeface="Arial"/>
                  <a:ea typeface="SimHei"/>
                </a:rPr>
                <a:t>Independent samples, measurement references and timing</a:t>
              </a:r>
            </a:p>
          </p:txBody>
        </p:sp>
      </p:grpSp>
      <p:sp>
        <p:nvSpPr>
          <p:cNvPr id="35" name="Text | Recommended delivery baseline"/>
          <p:cNvSpPr txBox="1"/>
          <p:nvPr/>
        </p:nvSpPr>
        <p:spPr>
          <a:xfrm>
            <a:off x="406400" y="4484497"/>
            <a:ext cx="11112500" cy="341122"/>
          </a:xfrm>
          <a:prstGeom prst="rect">
            <a:avLst/>
          </a:prstGeom>
          <a:noFill/>
        </p:spPr>
        <p:txBody>
          <a:bodyPr wrap="none" lIns="0" rIns="0" tIns="0" bIns="0" anchor="t" anchorCtr="0">
            <a:noAutofit/>
          </a:bodyPr>
          <a:lstStyle/>
          <a:p>
            <a:pPr algn="l">
              <a:lnSpc>
                <a:spcPts val="2091"/>
              </a:lnSpc>
              <a:spcBef>
                <a:spcPts val="0"/>
              </a:spcBef>
              <a:spcAft>
                <a:spcPts val="0"/>
              </a:spcAft>
            </a:pPr>
            <a:r>
              <a:rPr sz="1700" b="1" lang="en-US">
                <a:solidFill>
                  <a:srgbClr val="082D48"/>
                </a:solidFill>
                <a:latin typeface="Arial"/>
                <a:ea typeface="SimHei"/>
              </a:rPr>
              <a:t>Recommended delivery baseline</a:t>
            </a:r>
          </a:p>
        </p:txBody>
      </p:sp>
      <p:grpSp>
        <p:nvGrpSpPr>
          <p:cNvPr id="36" name="Node | Hardware baseline"/>
          <p:cNvGrpSpPr/>
          <p:nvPr/>
        </p:nvGrpSpPr>
        <p:grpSpPr>
          <a:xfrm>
            <a:off x="406400" y="4864100"/>
            <a:ext cx="2711450" cy="1447800"/>
            <a:chOff x="406400" y="4864100"/>
            <a:chExt cx="2711450" cy="1447800"/>
          </a:xfrm>
        </p:grpSpPr>
        <p:sp>
          <p:nvSpPr>
            <p:cNvPr id="37" name="Panel | 5"/>
            <p:cNvSpPr/>
            <p:nvPr/>
          </p:nvSpPr>
          <p:spPr>
            <a:xfrm>
              <a:off x="406400" y="4864100"/>
              <a:ext cx="2711450" cy="1447800"/>
            </a:xfrm>
            <a:prstGeom prst="roundRect">
              <a:avLst>
                <a:gd name="adj" fmla="val 7456"/>
              </a:avLst>
            </a:prstGeom>
            <a:solidFill>
              <a:srgbClr val="FFFFFF"/>
            </a:solidFill>
            <a:ln w="6350" cap="rnd">
              <a:solidFill>
                <a:srgbClr val="C6D8EB"/>
              </a:solidFill>
              <a:round/>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8" name="Picture | Independent image" descr="9cc0fc8d5a7859674fd87b278414f843c5a6b3c2dd608964d1c80c415c5dd525.png"/>
            <p:cNvPicPr>
              <a:picLocks noChangeAspect="1"/>
            </p:cNvPicPr>
            <p:nvPr/>
          </p:nvPicPr>
          <p:blipFill>
            <a:blip r:embed="rId5"/>
            <a:stretch>
              <a:fillRect/>
            </a:stretch>
          </p:blipFill>
          <p:spPr>
            <a:xfrm>
              <a:off x="500207" y="4984750"/>
              <a:ext cx="872836" cy="800100"/>
            </a:xfrm>
            <a:prstGeom prst="rect">
              <a:avLst/>
            </a:prstGeom>
          </p:spPr>
        </p:pic>
        <p:sp>
          <p:nvSpPr>
            <p:cNvPr id="39" name="Text | Hardware baseline"/>
            <p:cNvSpPr txBox="1"/>
            <p:nvPr/>
          </p:nvSpPr>
          <p:spPr>
            <a:xfrm>
              <a:off x="1479550" y="5083683"/>
              <a:ext cx="1511300" cy="259554"/>
            </a:xfrm>
            <a:prstGeom prst="rect">
              <a:avLst/>
            </a:prstGeom>
            <a:noFill/>
          </p:spPr>
          <p:txBody>
            <a:bodyPr wrap="none" lIns="0" rIns="0" tIns="0" bIns="0" anchor="t" anchorCtr="0">
              <a:noAutofit/>
            </a:bodyPr>
            <a:lstStyle/>
            <a:p>
              <a:pPr algn="l">
                <a:lnSpc>
                  <a:spcPts val="1591"/>
                </a:lnSpc>
                <a:spcBef>
                  <a:spcPts val="0"/>
                </a:spcBef>
                <a:spcAft>
                  <a:spcPts val="0"/>
                </a:spcAft>
              </a:pPr>
              <a:r>
                <a:rPr sz="1293" b="1" lang="en-US">
                  <a:solidFill>
                    <a:srgbClr val="082D48"/>
                  </a:solidFill>
                  <a:latin typeface="Arial"/>
                  <a:ea typeface="SimHei"/>
                </a:rPr>
                <a:t>Hardware baseline</a:t>
              </a:r>
            </a:p>
          </p:txBody>
        </p:sp>
        <p:sp>
          <p:nvSpPr>
            <p:cNvPr id="40" name="Text | Setup · Calibration · References"/>
            <p:cNvSpPr txBox="1"/>
            <p:nvPr/>
          </p:nvSpPr>
          <p:spPr>
            <a:xfrm>
              <a:off x="523875" y="5932614"/>
              <a:ext cx="2470150" cy="240792"/>
            </a:xfrm>
            <a:prstGeom prst="rect">
              <a:avLst/>
            </a:prstGeom>
            <a:noFill/>
          </p:spPr>
          <p:txBody>
            <a:bodyPr wrap="none" lIns="0" rIns="0" tIns="0" bIns="0" anchor="t" anchorCtr="0">
              <a:noAutofit/>
            </a:bodyPr>
            <a:lstStyle/>
            <a:p>
              <a:pPr algn="ctr">
                <a:lnSpc>
                  <a:spcPts val="1476"/>
                </a:lnSpc>
                <a:spcBef>
                  <a:spcPts val="0"/>
                </a:spcBef>
                <a:spcAft>
                  <a:spcPts val="0"/>
                </a:spcAft>
              </a:pPr>
              <a:r>
                <a:rPr sz="1200" b="0" lang="en-US">
                  <a:solidFill>
                    <a:srgbClr val="4C6B83"/>
                  </a:solidFill>
                  <a:latin typeface="Arial"/>
                  <a:ea typeface="SimHei"/>
                </a:rPr>
                <a:t>Setup · Calibration · References</a:t>
              </a:r>
            </a:p>
          </p:txBody>
        </p:sp>
      </p:grpSp>
      <p:grpSp>
        <p:nvGrpSpPr>
          <p:cNvPr id="41" name="Node | Workflow"/>
          <p:cNvGrpSpPr/>
          <p:nvPr/>
        </p:nvGrpSpPr>
        <p:grpSpPr>
          <a:xfrm>
            <a:off x="3295650" y="4864100"/>
            <a:ext cx="2711450" cy="1447800"/>
            <a:chOff x="3295650" y="4864100"/>
            <a:chExt cx="2711450" cy="1447800"/>
          </a:xfrm>
        </p:grpSpPr>
        <p:sp>
          <p:nvSpPr>
            <p:cNvPr id="42" name="Panel | 6"/>
            <p:cNvSpPr/>
            <p:nvPr/>
          </p:nvSpPr>
          <p:spPr>
            <a:xfrm>
              <a:off x="3295650" y="4864100"/>
              <a:ext cx="2711450" cy="1447800"/>
            </a:xfrm>
            <a:prstGeom prst="roundRect">
              <a:avLst>
                <a:gd name="adj" fmla="val 7456"/>
              </a:avLst>
            </a:prstGeom>
            <a:solidFill>
              <a:srgbClr val="FFFFFF"/>
            </a:solidFill>
            <a:ln w="6350" cap="rnd">
              <a:solidFill>
                <a:srgbClr val="C6D8EB"/>
              </a:solidFill>
              <a:round/>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3" name="Picture | Independent image" descr="d235d7460685fbce7c25a12631d1439d4d6219b6901e988eaac07fae35a8f6fe.png"/>
            <p:cNvPicPr>
              <a:picLocks noChangeAspect="1"/>
            </p:cNvPicPr>
            <p:nvPr/>
          </p:nvPicPr>
          <p:blipFill>
            <a:blip r:embed="rId4"/>
            <a:stretch>
              <a:fillRect/>
            </a:stretch>
          </p:blipFill>
          <p:spPr>
            <a:xfrm>
              <a:off x="3389457" y="4984750"/>
              <a:ext cx="872836" cy="800100"/>
            </a:xfrm>
            <a:prstGeom prst="rect">
              <a:avLst/>
            </a:prstGeom>
          </p:spPr>
        </p:pic>
        <p:sp>
          <p:nvSpPr>
            <p:cNvPr id="44" name="Text | Workflow"/>
            <p:cNvSpPr txBox="1"/>
            <p:nvPr/>
          </p:nvSpPr>
          <p:spPr>
            <a:xfrm>
              <a:off x="4368800" y="5077142"/>
              <a:ext cx="1511300" cy="270891"/>
            </a:xfrm>
            <a:prstGeom prst="rect">
              <a:avLst/>
            </a:prstGeom>
            <a:noFill/>
          </p:spPr>
          <p:txBody>
            <a:bodyPr wrap="none" lIns="0" rIns="0" tIns="0" bIns="0" anchor="t" anchorCtr="0">
              <a:noAutofit/>
            </a:bodyPr>
            <a:lstStyle/>
            <a:p>
              <a:pPr algn="l">
                <a:lnSpc>
                  <a:spcPts val="1660"/>
                </a:lnSpc>
                <a:spcBef>
                  <a:spcPts val="0"/>
                </a:spcBef>
                <a:spcAft>
                  <a:spcPts val="0"/>
                </a:spcAft>
              </a:pPr>
              <a:r>
                <a:rPr sz="1350" b="1" lang="en-US">
                  <a:solidFill>
                    <a:srgbClr val="082D48"/>
                  </a:solidFill>
                  <a:latin typeface="Arial"/>
                  <a:ea typeface="SimHei"/>
                </a:rPr>
                <a:t>Workflow</a:t>
              </a:r>
            </a:p>
          </p:txBody>
        </p:sp>
        <p:sp>
          <p:nvSpPr>
            <p:cNvPr id="45" name="Text | Steps · Parameters · Rules"/>
            <p:cNvSpPr txBox="1"/>
            <p:nvPr/>
          </p:nvSpPr>
          <p:spPr>
            <a:xfrm>
              <a:off x="3413125" y="5932614"/>
              <a:ext cx="2470150" cy="240792"/>
            </a:xfrm>
            <a:prstGeom prst="rect">
              <a:avLst/>
            </a:prstGeom>
            <a:noFill/>
          </p:spPr>
          <p:txBody>
            <a:bodyPr wrap="none" lIns="0" rIns="0" tIns="0" bIns="0" anchor="t" anchorCtr="0">
              <a:noAutofit/>
            </a:bodyPr>
            <a:lstStyle/>
            <a:p>
              <a:pPr algn="ctr">
                <a:lnSpc>
                  <a:spcPts val="1476"/>
                </a:lnSpc>
                <a:spcBef>
                  <a:spcPts val="0"/>
                </a:spcBef>
                <a:spcAft>
                  <a:spcPts val="0"/>
                </a:spcAft>
              </a:pPr>
              <a:r>
                <a:rPr sz="1200" b="0" lang="en-US">
                  <a:solidFill>
                    <a:srgbClr val="4C6B83"/>
                  </a:solidFill>
                  <a:latin typeface="Arial"/>
                  <a:ea typeface="SimHei"/>
                </a:rPr>
                <a:t>Steps · Parameters · Rules</a:t>
              </a:r>
            </a:p>
          </p:txBody>
        </p:sp>
      </p:grpSp>
      <p:grpSp>
        <p:nvGrpSpPr>
          <p:cNvPr id="46" name="Node | Model package"/>
          <p:cNvGrpSpPr/>
          <p:nvPr/>
        </p:nvGrpSpPr>
        <p:grpSpPr>
          <a:xfrm>
            <a:off x="6184900" y="4864100"/>
            <a:ext cx="2711450" cy="1447800"/>
            <a:chOff x="6184900" y="4864100"/>
            <a:chExt cx="2711450" cy="1447800"/>
          </a:xfrm>
        </p:grpSpPr>
        <p:sp>
          <p:nvSpPr>
            <p:cNvPr id="47" name="Panel | 7"/>
            <p:cNvSpPr/>
            <p:nvPr/>
          </p:nvSpPr>
          <p:spPr>
            <a:xfrm>
              <a:off x="6184900" y="4864100"/>
              <a:ext cx="2711450" cy="1447800"/>
            </a:xfrm>
            <a:prstGeom prst="roundRect">
              <a:avLst>
                <a:gd name="adj" fmla="val 7456"/>
              </a:avLst>
            </a:prstGeom>
            <a:solidFill>
              <a:srgbClr val="FFFFFF"/>
            </a:solidFill>
            <a:ln w="6350" cap="rnd">
              <a:solidFill>
                <a:srgbClr val="C6D8EB"/>
              </a:solidFill>
              <a:round/>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8" name="Picture | Independent image" descr="b418b74bd7f607f66ccbaa366ffc37930d8c183c416862c7b7d5207fccec448f.png"/>
            <p:cNvPicPr>
              <a:picLocks noChangeAspect="1"/>
            </p:cNvPicPr>
            <p:nvPr/>
          </p:nvPicPr>
          <p:blipFill>
            <a:blip r:embed="rId6"/>
            <a:stretch>
              <a:fillRect/>
            </a:stretch>
          </p:blipFill>
          <p:spPr>
            <a:xfrm>
              <a:off x="6278707" y="4984750"/>
              <a:ext cx="872836" cy="800100"/>
            </a:xfrm>
            <a:prstGeom prst="rect">
              <a:avLst/>
            </a:prstGeom>
          </p:spPr>
        </p:pic>
        <p:sp>
          <p:nvSpPr>
            <p:cNvPr id="49" name="Text | Model package"/>
            <p:cNvSpPr txBox="1"/>
            <p:nvPr/>
          </p:nvSpPr>
          <p:spPr>
            <a:xfrm>
              <a:off x="7258050" y="5077142"/>
              <a:ext cx="1511300" cy="270891"/>
            </a:xfrm>
            <a:prstGeom prst="rect">
              <a:avLst/>
            </a:prstGeom>
            <a:noFill/>
          </p:spPr>
          <p:txBody>
            <a:bodyPr wrap="none" lIns="0" rIns="0" tIns="0" bIns="0" anchor="t" anchorCtr="0">
              <a:noAutofit/>
            </a:bodyPr>
            <a:lstStyle/>
            <a:p>
              <a:pPr algn="l">
                <a:lnSpc>
                  <a:spcPts val="1660"/>
                </a:lnSpc>
                <a:spcBef>
                  <a:spcPts val="0"/>
                </a:spcBef>
                <a:spcAft>
                  <a:spcPts val="0"/>
                </a:spcAft>
              </a:pPr>
              <a:r>
                <a:rPr sz="1350" b="1" lang="en-US">
                  <a:solidFill>
                    <a:srgbClr val="082D48"/>
                  </a:solidFill>
                  <a:latin typeface="Arial"/>
                  <a:ea typeface="SimHei"/>
                </a:rPr>
                <a:t>Model package</a:t>
              </a:r>
            </a:p>
          </p:txBody>
        </p:sp>
        <p:sp>
          <p:nvSpPr>
            <p:cNvPr id="50" name="Text | Version · Labels · Thresholds"/>
            <p:cNvSpPr txBox="1"/>
            <p:nvPr/>
          </p:nvSpPr>
          <p:spPr>
            <a:xfrm>
              <a:off x="6302375" y="5932614"/>
              <a:ext cx="2470150" cy="240792"/>
            </a:xfrm>
            <a:prstGeom prst="rect">
              <a:avLst/>
            </a:prstGeom>
            <a:noFill/>
          </p:spPr>
          <p:txBody>
            <a:bodyPr wrap="none" lIns="0" rIns="0" tIns="0" bIns="0" anchor="t" anchorCtr="0">
              <a:noAutofit/>
            </a:bodyPr>
            <a:lstStyle/>
            <a:p>
              <a:pPr algn="ctr">
                <a:lnSpc>
                  <a:spcPts val="1476"/>
                </a:lnSpc>
                <a:spcBef>
                  <a:spcPts val="0"/>
                </a:spcBef>
                <a:spcAft>
                  <a:spcPts val="0"/>
                </a:spcAft>
              </a:pPr>
              <a:r>
                <a:rPr sz="1200" b="0" lang="en-US">
                  <a:solidFill>
                    <a:srgbClr val="4C6B83"/>
                  </a:solidFill>
                  <a:latin typeface="Arial"/>
                  <a:ea typeface="SimHei"/>
                </a:rPr>
                <a:t>Version · Labels · Thresholds</a:t>
              </a:r>
            </a:p>
          </p:txBody>
        </p:sp>
      </p:grpSp>
      <p:grpSp>
        <p:nvGrpSpPr>
          <p:cNvPr id="51" name="Node | Acceptance"/>
          <p:cNvGrpSpPr/>
          <p:nvPr/>
        </p:nvGrpSpPr>
        <p:grpSpPr>
          <a:xfrm>
            <a:off x="9074150" y="4864100"/>
            <a:ext cx="2711450" cy="1447800"/>
            <a:chOff x="9074150" y="4864100"/>
            <a:chExt cx="2711450" cy="1447800"/>
          </a:xfrm>
        </p:grpSpPr>
        <p:sp>
          <p:nvSpPr>
            <p:cNvPr id="52" name="Panel | 8"/>
            <p:cNvSpPr/>
            <p:nvPr/>
          </p:nvSpPr>
          <p:spPr>
            <a:xfrm>
              <a:off x="9074150" y="4864100"/>
              <a:ext cx="2711450" cy="1447800"/>
            </a:xfrm>
            <a:prstGeom prst="roundRect">
              <a:avLst>
                <a:gd name="adj" fmla="val 7456"/>
              </a:avLst>
            </a:prstGeom>
            <a:solidFill>
              <a:srgbClr val="FFFFFF"/>
            </a:solidFill>
            <a:ln w="6350" cap="rnd">
              <a:solidFill>
                <a:srgbClr val="C6D8EB"/>
              </a:solidFill>
              <a:round/>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3" name="Picture | Independent image" descr="7c3bcb38bbd7e2e2c643083a079a2905b3d45de7da56f071c27b404acc55d820.png"/>
            <p:cNvPicPr>
              <a:picLocks noChangeAspect="1"/>
            </p:cNvPicPr>
            <p:nvPr/>
          </p:nvPicPr>
          <p:blipFill>
            <a:blip r:embed="rId7"/>
            <a:stretch>
              <a:fillRect/>
            </a:stretch>
          </p:blipFill>
          <p:spPr>
            <a:xfrm>
              <a:off x="9167957" y="4984750"/>
              <a:ext cx="872836" cy="800100"/>
            </a:xfrm>
            <a:prstGeom prst="rect">
              <a:avLst/>
            </a:prstGeom>
          </p:spPr>
        </p:pic>
        <p:sp>
          <p:nvSpPr>
            <p:cNvPr id="54" name="Text | Acceptance"/>
            <p:cNvSpPr txBox="1"/>
            <p:nvPr/>
          </p:nvSpPr>
          <p:spPr>
            <a:xfrm>
              <a:off x="10147300" y="5077142"/>
              <a:ext cx="1511300" cy="270891"/>
            </a:xfrm>
            <a:prstGeom prst="rect">
              <a:avLst/>
            </a:prstGeom>
            <a:noFill/>
          </p:spPr>
          <p:txBody>
            <a:bodyPr wrap="none" lIns="0" rIns="0" tIns="0" bIns="0" anchor="t" anchorCtr="0">
              <a:noAutofit/>
            </a:bodyPr>
            <a:lstStyle/>
            <a:p>
              <a:pPr algn="l">
                <a:lnSpc>
                  <a:spcPts val="1660"/>
                </a:lnSpc>
                <a:spcBef>
                  <a:spcPts val="0"/>
                </a:spcBef>
                <a:spcAft>
                  <a:spcPts val="0"/>
                </a:spcAft>
              </a:pPr>
              <a:r>
                <a:rPr sz="1350" b="1" lang="en-US">
                  <a:solidFill>
                    <a:srgbClr val="082D48"/>
                  </a:solidFill>
                  <a:latin typeface="Arial"/>
                  <a:ea typeface="SimHei"/>
                </a:rPr>
                <a:t>Acceptance</a:t>
              </a:r>
            </a:p>
          </p:txBody>
        </p:sp>
        <p:sp>
          <p:nvSpPr>
            <p:cNvPr id="55" name="Text | Samples · Evidence · Records"/>
            <p:cNvSpPr txBox="1"/>
            <p:nvPr/>
          </p:nvSpPr>
          <p:spPr>
            <a:xfrm>
              <a:off x="9191625" y="5932614"/>
              <a:ext cx="2470150" cy="240792"/>
            </a:xfrm>
            <a:prstGeom prst="rect">
              <a:avLst/>
            </a:prstGeom>
            <a:noFill/>
          </p:spPr>
          <p:txBody>
            <a:bodyPr wrap="none" lIns="0" rIns="0" tIns="0" bIns="0" anchor="t" anchorCtr="0">
              <a:noAutofit/>
            </a:bodyPr>
            <a:lstStyle/>
            <a:p>
              <a:pPr algn="ctr">
                <a:lnSpc>
                  <a:spcPts val="1476"/>
                </a:lnSpc>
                <a:spcBef>
                  <a:spcPts val="0"/>
                </a:spcBef>
                <a:spcAft>
                  <a:spcPts val="0"/>
                </a:spcAft>
              </a:pPr>
              <a:r>
                <a:rPr sz="1200" b="0" lang="en-US">
                  <a:solidFill>
                    <a:srgbClr val="4C6B83"/>
                  </a:solidFill>
                  <a:latin typeface="Arial"/>
                  <a:ea typeface="SimHei"/>
                </a:rPr>
                <a:t>Samples · Evidence · Records</a:t>
              </a:r>
            </a:p>
          </p:txBody>
        </p:sp>
      </p:gr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showMasterSp="0">
  <p:cSld>
    <p:bg>
      <p:bgPr>
        <a:solidFill>
          <a:srgbClr val="F5F9FF"/>
        </a:solidFill>
        <a:effectLst/>
      </p:bgPr>
    </p:bg>
    <p:spTree>
      <p:nvGrpSpPr>
        <p:cNvPr id="1" name=""/>
        <p:cNvGrpSpPr/>
        <p:nvPr/>
      </p:nvGrpSpPr>
      <p:grpSpPr/>
      <p:sp>
        <p:nvSpPr>
          <p:cNvPr id="2" name="Panel | 1"/>
          <p:cNvSpPr/>
          <p:nvPr/>
        </p:nvSpPr>
        <p:spPr>
          <a:xfrm>
            <a:off x="406400" y="342900"/>
            <a:ext cx="38100" cy="190500"/>
          </a:xfrm>
          <a:prstGeom prst="roundRect">
            <a:avLst>
              <a:gd name="adj" fmla="val 50000"/>
            </a:avLst>
          </a:prstGeom>
          <a:solidFill>
            <a:srgbClr val="007D9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 | SUMMARY / KEY TAKEAWAYS"/>
          <p:cNvSpPr txBox="1"/>
          <p:nvPr/>
        </p:nvSpPr>
        <p:spPr>
          <a:xfrm>
            <a:off x="546100" y="356680"/>
            <a:ext cx="9525000" cy="230759"/>
          </a:xfrm>
          <a:prstGeom prst="rect">
            <a:avLst/>
          </a:prstGeom>
          <a:noFill/>
        </p:spPr>
        <p:txBody>
          <a:bodyPr wrap="none" lIns="0" rIns="0" tIns="0" bIns="0" anchor="t" anchorCtr="0">
            <a:noAutofit/>
          </a:bodyPr>
          <a:lstStyle/>
          <a:p>
            <a:pPr algn="l">
              <a:lnSpc>
                <a:spcPts val="1414"/>
              </a:lnSpc>
              <a:spcBef>
                <a:spcPts val="0"/>
              </a:spcBef>
              <a:spcAft>
                <a:spcPts val="0"/>
              </a:spcAft>
            </a:pPr>
            <a:r>
              <a:rPr sz="1150" b="1" lang="en-US">
                <a:solidFill>
                  <a:srgbClr val="4C6B83"/>
                </a:solidFill>
                <a:latin typeface="Arial"/>
                <a:ea typeface="SimHei"/>
              </a:rPr>
              <a:t>SUMMARY / KEY TAKEAWAYS</a:t>
            </a:r>
          </a:p>
        </p:txBody>
      </p:sp>
      <p:pic>
        <p:nvPicPr>
          <p:cNvPr id="4" name="Picture | Independent image" descr="139ef02520a55c1aaee95c1d6e7f5f730beac004ebb72c9c012b0f76513ab85e.png"/>
          <p:cNvPicPr>
            <a:picLocks noChangeAspect="1"/>
          </p:cNvPicPr>
          <p:nvPr/>
        </p:nvPicPr>
        <p:blipFill>
          <a:blip r:embed="rId2"/>
          <a:stretch>
            <a:fillRect/>
          </a:stretch>
        </p:blipFill>
        <p:spPr>
          <a:xfrm>
            <a:off x="11061700" y="325755"/>
            <a:ext cx="704850" cy="281940"/>
          </a:xfrm>
          <a:prstGeom prst="rect">
            <a:avLst/>
          </a:prstGeom>
        </p:spPr>
      </p:pic>
      <p:sp>
        <p:nvSpPr>
          <p:cNvPr id="5" name="Text | Build a Reusable Standard Workflow"/>
          <p:cNvSpPr txBox="1"/>
          <p:nvPr/>
        </p:nvSpPr>
        <p:spPr>
          <a:xfrm>
            <a:off x="406400" y="599376"/>
            <a:ext cx="11303000" cy="571881"/>
          </a:xfrm>
          <a:prstGeom prst="rect">
            <a:avLst/>
          </a:prstGeom>
          <a:noFill/>
        </p:spPr>
        <p:txBody>
          <a:bodyPr wrap="none" lIns="0" rIns="0" tIns="0" bIns="0" anchor="t" anchorCtr="0">
            <a:noAutofit/>
          </a:bodyPr>
          <a:lstStyle/>
          <a:p>
            <a:pPr algn="l">
              <a:lnSpc>
                <a:spcPts val="3505"/>
              </a:lnSpc>
              <a:spcBef>
                <a:spcPts val="0"/>
              </a:spcBef>
              <a:spcAft>
                <a:spcPts val="0"/>
              </a:spcAft>
            </a:pPr>
            <a:r>
              <a:rPr sz="2850" b="1" lang="en-US">
                <a:solidFill>
                  <a:srgbClr val="082D48"/>
                </a:solidFill>
                <a:latin typeface="Arial"/>
                <a:ea typeface="SimHei"/>
              </a:rPr>
              <a:t>Build a Reusable Standard Workflow</a:t>
            </a:r>
          </a:p>
        </p:txBody>
      </p:sp>
      <p:sp>
        <p:nvSpPr>
          <p:cNvPr id="6" name="Text | Organize engineering around a shared method, complementary platforms and a defined delivery baseline"/>
          <p:cNvSpPr txBox="1"/>
          <p:nvPr/>
        </p:nvSpPr>
        <p:spPr>
          <a:xfrm>
            <a:off x="425450" y="1064578"/>
            <a:ext cx="11239500" cy="280924"/>
          </a:xfrm>
          <a:prstGeom prst="rect">
            <a:avLst/>
          </a:prstGeom>
          <a:noFill/>
        </p:spPr>
        <p:txBody>
          <a:bodyPr wrap="none" lIns="0" rIns="0" tIns="0" bIns="0" anchor="t" anchorCtr="0">
            <a:noAutofit/>
          </a:bodyPr>
          <a:lstStyle/>
          <a:p>
            <a:pPr algn="l">
              <a:lnSpc>
                <a:spcPts val="1722"/>
              </a:lnSpc>
              <a:spcBef>
                <a:spcPts val="0"/>
              </a:spcBef>
              <a:spcAft>
                <a:spcPts val="0"/>
              </a:spcAft>
            </a:pPr>
            <a:r>
              <a:rPr sz="1400" b="0" lang="en-US">
                <a:solidFill>
                  <a:srgbClr val="4C6B83"/>
                </a:solidFill>
                <a:latin typeface="Arial"/>
                <a:ea typeface="SimHei"/>
              </a:rPr>
              <a:t>Organize engineering around a shared method, complementary platforms and a defined delivery baseline</a:t>
            </a:r>
          </a:p>
        </p:txBody>
      </p:sp>
      <p:cxnSp>
        <p:nvCxnSpPr>
          <p:cNvPr id="7" name="Connector | 1"/>
          <p:cNvCxnSpPr/>
          <p:nvPr/>
        </p:nvCxnSpPr>
        <p:spPr>
          <a:xfrm>
            <a:off x="406400" y="6521450"/>
            <a:ext cx="11379200" cy="0"/>
          </a:xfrm>
          <a:prstGeom prst="line">
            <a:avLst/>
          </a:prstGeom>
          <a:ln w="6350" cap="rnd">
            <a:solidFill>
              <a:srgbClr val="C6D8EB"/>
            </a:solidFill>
            <a:round/>
          </a:ln>
        </p:spPr>
        <p:style>
          <a:lnRef idx="2">
            <a:schemeClr val="accent1"/>
          </a:lnRef>
          <a:fillRef idx="0">
            <a:schemeClr val="accent1"/>
          </a:fillRef>
          <a:effectRef idx="1">
            <a:schemeClr val="accent1"/>
          </a:effectRef>
          <a:fontRef idx="minor">
            <a:schemeClr val="tx1"/>
          </a:fontRef>
        </p:style>
      </p:cxnSp>
      <p:sp>
        <p:nvSpPr>
          <p:cNvPr id="8" name="Text | SwiftFlow + HawkeyePlus  |  Industrial Vision Engineering"/>
          <p:cNvSpPr txBox="1"/>
          <p:nvPr/>
        </p:nvSpPr>
        <p:spPr>
          <a:xfrm>
            <a:off x="412750" y="6607238"/>
            <a:ext cx="8255000" cy="160528"/>
          </a:xfrm>
          <a:prstGeom prst="rect">
            <a:avLst/>
          </a:prstGeom>
          <a:noFill/>
        </p:spPr>
        <p:txBody>
          <a:bodyPr wrap="none" lIns="0" rIns="0" tIns="0" bIns="0" anchor="t" anchorCtr="0">
            <a:noAutofit/>
          </a:bodyPr>
          <a:lstStyle/>
          <a:p>
            <a:pPr algn="l">
              <a:lnSpc>
                <a:spcPts val="984"/>
              </a:lnSpc>
              <a:spcBef>
                <a:spcPts val="0"/>
              </a:spcBef>
              <a:spcAft>
                <a:spcPts val="0"/>
              </a:spcAft>
            </a:pPr>
            <a:r>
              <a:rPr sz="800" b="0" lang="en-US">
                <a:solidFill>
                  <a:srgbClr val="4C6B83"/>
                </a:solidFill>
                <a:latin typeface="Arial"/>
                <a:ea typeface="SimHei"/>
              </a:rPr>
              <a:t>SwiftFlow + HawkeyePlus  |  Industrial Vision Engineering</a:t>
            </a:r>
          </a:p>
        </p:txBody>
      </p:sp>
      <p:sp>
        <p:nvSpPr>
          <p:cNvPr id="9" name="Text | WD CONFIDENTIAL"/>
          <p:cNvSpPr txBox="1"/>
          <p:nvPr/>
        </p:nvSpPr>
        <p:spPr>
          <a:xfrm>
            <a:off x="8559800" y="6613017"/>
            <a:ext cx="2540000" cy="150495"/>
          </a:xfrm>
          <a:prstGeom prst="rect">
            <a:avLst/>
          </a:prstGeom>
          <a:noFill/>
        </p:spPr>
        <p:txBody>
          <a:bodyPr wrap="none" lIns="0" rIns="0" tIns="0" bIns="0" anchor="t" anchorCtr="0">
            <a:noAutofit/>
          </a:bodyPr>
          <a:lstStyle/>
          <a:p>
            <a:pPr algn="r">
              <a:lnSpc>
                <a:spcPts val="922"/>
              </a:lnSpc>
              <a:spcBef>
                <a:spcPts val="0"/>
              </a:spcBef>
              <a:spcAft>
                <a:spcPts val="0"/>
              </a:spcAft>
            </a:pPr>
            <a:r>
              <a:rPr sz="750" b="0" lang="en-US">
                <a:solidFill>
                  <a:srgbClr val="4C6B83"/>
                </a:solidFill>
                <a:latin typeface="Arial"/>
                <a:ea typeface="SimHei"/>
              </a:rPr>
              <a:t>WD CONFIDENTIAL</a:t>
            </a:r>
          </a:p>
        </p:txBody>
      </p:sp>
      <p:sp>
        <p:nvSpPr>
          <p:cNvPr id="10" name="Text | 19 / 20"/>
          <p:cNvSpPr txBox="1"/>
          <p:nvPr/>
        </p:nvSpPr>
        <p:spPr>
          <a:xfrm>
            <a:off x="11137900" y="6607238"/>
            <a:ext cx="635000" cy="160528"/>
          </a:xfrm>
          <a:prstGeom prst="rect">
            <a:avLst/>
          </a:prstGeom>
          <a:noFill/>
        </p:spPr>
        <p:txBody>
          <a:bodyPr wrap="none" lIns="0" rIns="0" tIns="0" bIns="0" anchor="t" anchorCtr="0">
            <a:noAutofit/>
          </a:bodyPr>
          <a:lstStyle/>
          <a:p>
            <a:pPr algn="r">
              <a:lnSpc>
                <a:spcPts val="984"/>
              </a:lnSpc>
              <a:spcBef>
                <a:spcPts val="0"/>
              </a:spcBef>
              <a:spcAft>
                <a:spcPts val="0"/>
              </a:spcAft>
            </a:pPr>
            <a:r>
              <a:rPr sz="800" b="0" lang="en-US">
                <a:solidFill>
                  <a:srgbClr val="4C6B83"/>
                </a:solidFill>
                <a:latin typeface="Arial"/>
                <a:ea typeface="SimHei"/>
              </a:rPr>
              <a:t>19 / 20</a:t>
            </a:r>
          </a:p>
        </p:txBody>
      </p:sp>
      <p:grpSp>
        <p:nvGrpSpPr>
          <p:cNvPr id="11" name="Node | One engineering method"/>
          <p:cNvGrpSpPr/>
          <p:nvPr/>
        </p:nvGrpSpPr>
        <p:grpSpPr>
          <a:xfrm>
            <a:off x="406400" y="1555750"/>
            <a:ext cx="3670300" cy="3594100"/>
            <a:chOff x="406400" y="1555750"/>
            <a:chExt cx="3670300" cy="3594100"/>
          </a:xfrm>
        </p:grpSpPr>
        <p:sp>
          <p:nvSpPr>
            <p:cNvPr id="12" name="Panel | 2"/>
            <p:cNvSpPr/>
            <p:nvPr/>
          </p:nvSpPr>
          <p:spPr>
            <a:xfrm>
              <a:off x="406400" y="1555750"/>
              <a:ext cx="3670300" cy="3594100"/>
            </a:xfrm>
            <a:prstGeom prst="roundRect">
              <a:avLst>
                <a:gd name="adj" fmla="val 3886"/>
              </a:avLst>
            </a:prstGeom>
            <a:solidFill>
              <a:srgbClr val="FFFFFF"/>
            </a:solidFill>
            <a:ln w="6350" cap="rnd">
              <a:solidFill>
                <a:srgbClr val="C6D8EB"/>
              </a:solidFill>
              <a:round/>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 | One engineering method"/>
            <p:cNvSpPr txBox="1"/>
            <p:nvPr/>
          </p:nvSpPr>
          <p:spPr>
            <a:xfrm>
              <a:off x="590550" y="1696847"/>
              <a:ext cx="3302000" cy="341122"/>
            </a:xfrm>
            <a:prstGeom prst="rect">
              <a:avLst/>
            </a:prstGeom>
            <a:noFill/>
          </p:spPr>
          <p:txBody>
            <a:bodyPr wrap="none" lIns="0" rIns="0" tIns="0" bIns="0" anchor="t" anchorCtr="0">
              <a:noAutofit/>
            </a:bodyPr>
            <a:lstStyle/>
            <a:p>
              <a:pPr algn="l">
                <a:lnSpc>
                  <a:spcPts val="2091"/>
                </a:lnSpc>
                <a:spcBef>
                  <a:spcPts val="0"/>
                </a:spcBef>
                <a:spcAft>
                  <a:spcPts val="0"/>
                </a:spcAft>
              </a:pPr>
              <a:r>
                <a:rPr sz="1700" b="1" lang="en-US">
                  <a:solidFill>
                    <a:srgbClr val="082D48"/>
                  </a:solidFill>
                  <a:latin typeface="Arial"/>
                  <a:ea typeface="SimHei"/>
                </a:rPr>
                <a:t>One engineering method</a:t>
              </a:r>
            </a:p>
          </p:txBody>
        </p:sp>
        <p:pic>
          <p:nvPicPr>
            <p:cNvPr id="14" name="Picture | Independent image" descr="085782651a052b950f6c4aa546074ea7e352e9df9e9ba1e1d1a63e6cbbeeaac3.png"/>
            <p:cNvPicPr>
              <a:picLocks noChangeAspect="1"/>
            </p:cNvPicPr>
            <p:nvPr/>
          </p:nvPicPr>
          <p:blipFill>
            <a:blip r:embed="rId3"/>
            <a:stretch>
              <a:fillRect/>
            </a:stretch>
          </p:blipFill>
          <p:spPr>
            <a:xfrm>
              <a:off x="1309832" y="2101850"/>
              <a:ext cx="1863436" cy="1708150"/>
            </a:xfrm>
            <a:prstGeom prst="rect">
              <a:avLst/>
            </a:prstGeom>
          </p:spPr>
        </p:pic>
        <p:cxnSp>
          <p:nvCxnSpPr>
            <p:cNvPr id="15" name="Connector | 2"/>
            <p:cNvCxnSpPr/>
            <p:nvPr/>
          </p:nvCxnSpPr>
          <p:spPr>
            <a:xfrm>
              <a:off x="590550" y="4032250"/>
              <a:ext cx="3295650" cy="0"/>
            </a:xfrm>
            <a:prstGeom prst="line">
              <a:avLst/>
            </a:prstGeom>
            <a:ln w="6350" cap="rnd">
              <a:solidFill>
                <a:srgbClr val="C6D8EB"/>
              </a:solidFill>
              <a:round/>
            </a:ln>
          </p:spPr>
          <p:style>
            <a:lnRef idx="2">
              <a:schemeClr val="accent1"/>
            </a:lnRef>
            <a:fillRef idx="0">
              <a:schemeClr val="accent1"/>
            </a:fillRef>
            <a:effectRef idx="1">
              <a:schemeClr val="accent1"/>
            </a:effectRef>
            <a:fontRef idx="minor">
              <a:schemeClr val="tx1"/>
            </a:fontRef>
          </p:style>
        </p:cxnSp>
        <p:sp>
          <p:nvSpPr>
            <p:cNvPr id="16" name="Text | Start with inspection or measurement goals"/>
            <p:cNvSpPr txBox="1"/>
            <p:nvPr/>
          </p:nvSpPr>
          <p:spPr>
            <a:xfrm>
              <a:off x="596900" y="4245483"/>
              <a:ext cx="3289300" cy="259554"/>
            </a:xfrm>
            <a:prstGeom prst="rect">
              <a:avLst/>
            </a:prstGeom>
            <a:noFill/>
          </p:spPr>
          <p:txBody>
            <a:bodyPr wrap="none" lIns="0" rIns="0" tIns="0" bIns="0" anchor="t" anchorCtr="0">
              <a:noAutofit/>
            </a:bodyPr>
            <a:lstStyle/>
            <a:p>
              <a:pPr algn="ctr">
                <a:lnSpc>
                  <a:spcPts val="1591"/>
                </a:lnSpc>
                <a:spcBef>
                  <a:spcPts val="0"/>
                </a:spcBef>
                <a:spcAft>
                  <a:spcPts val="0"/>
                </a:spcAft>
              </a:pPr>
              <a:r>
                <a:rPr sz="1293" b="0" lang="en-US">
                  <a:solidFill>
                    <a:srgbClr val="4C6B83"/>
                  </a:solidFill>
                  <a:latin typeface="Arial"/>
                  <a:ea typeface="SimHei"/>
                </a:rPr>
                <a:t>Start with inspection or measurement goals</a:t>
              </a:r>
            </a:p>
          </p:txBody>
        </p:sp>
        <p:sp>
          <p:nvSpPr>
            <p:cNvPr id="17" name="Text | Define inputs and outputs across disciplines"/>
            <p:cNvSpPr txBox="1"/>
            <p:nvPr/>
          </p:nvSpPr>
          <p:spPr>
            <a:xfrm>
              <a:off x="596900" y="4666615"/>
              <a:ext cx="3289300" cy="255942"/>
            </a:xfrm>
            <a:prstGeom prst="rect">
              <a:avLst/>
            </a:prstGeom>
            <a:noFill/>
          </p:spPr>
          <p:txBody>
            <a:bodyPr wrap="none" lIns="0" rIns="0" tIns="0" bIns="0" anchor="t" anchorCtr="0">
              <a:noAutofit/>
            </a:bodyPr>
            <a:lstStyle/>
            <a:p>
              <a:pPr algn="ctr">
                <a:lnSpc>
                  <a:spcPts val="1568"/>
                </a:lnSpc>
                <a:spcBef>
                  <a:spcPts val="0"/>
                </a:spcBef>
                <a:spcAft>
                  <a:spcPts val="0"/>
                </a:spcAft>
              </a:pPr>
              <a:r>
                <a:rPr sz="1275" b="0" lang="en-US">
                  <a:solidFill>
                    <a:srgbClr val="4C6B83"/>
                  </a:solidFill>
                  <a:latin typeface="Arial"/>
                  <a:ea typeface="SimHei"/>
                </a:rPr>
                <a:t>Define inputs and outputs across disciplines</a:t>
              </a:r>
            </a:p>
          </p:txBody>
        </p:sp>
      </p:grpSp>
      <p:grpSp>
        <p:nvGrpSpPr>
          <p:cNvPr id="18" name="Node | Two complementary platforms"/>
          <p:cNvGrpSpPr/>
          <p:nvPr/>
        </p:nvGrpSpPr>
        <p:grpSpPr>
          <a:xfrm>
            <a:off x="4260850" y="1555750"/>
            <a:ext cx="3670300" cy="3594100"/>
            <a:chOff x="4260850" y="1555750"/>
            <a:chExt cx="3670300" cy="3594100"/>
          </a:xfrm>
        </p:grpSpPr>
        <p:sp>
          <p:nvSpPr>
            <p:cNvPr id="19" name="Panel | 3"/>
            <p:cNvSpPr/>
            <p:nvPr/>
          </p:nvSpPr>
          <p:spPr>
            <a:xfrm>
              <a:off x="4260850" y="1555750"/>
              <a:ext cx="3670300" cy="3594100"/>
            </a:xfrm>
            <a:prstGeom prst="roundRect">
              <a:avLst>
                <a:gd name="adj" fmla="val 3886"/>
              </a:avLst>
            </a:prstGeom>
            <a:solidFill>
              <a:srgbClr val="FFFFFF"/>
            </a:solidFill>
            <a:ln w="6350" cap="rnd">
              <a:solidFill>
                <a:srgbClr val="C6D8EB"/>
              </a:solidFill>
              <a:round/>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 | Two complementary platforms"/>
            <p:cNvSpPr txBox="1"/>
            <p:nvPr/>
          </p:nvSpPr>
          <p:spPr>
            <a:xfrm>
              <a:off x="4445000" y="1696847"/>
              <a:ext cx="3302000" cy="341122"/>
            </a:xfrm>
            <a:prstGeom prst="rect">
              <a:avLst/>
            </a:prstGeom>
            <a:noFill/>
          </p:spPr>
          <p:txBody>
            <a:bodyPr wrap="none" lIns="0" rIns="0" tIns="0" bIns="0" anchor="t" anchorCtr="0">
              <a:noAutofit/>
            </a:bodyPr>
            <a:lstStyle/>
            <a:p>
              <a:pPr algn="l">
                <a:lnSpc>
                  <a:spcPts val="2091"/>
                </a:lnSpc>
                <a:spcBef>
                  <a:spcPts val="0"/>
                </a:spcBef>
                <a:spcAft>
                  <a:spcPts val="0"/>
                </a:spcAft>
              </a:pPr>
              <a:r>
                <a:rPr sz="1700" b="1" lang="en-US">
                  <a:solidFill>
                    <a:srgbClr val="082D48"/>
                  </a:solidFill>
                  <a:latin typeface="Arial"/>
                  <a:ea typeface="SimHei"/>
                </a:rPr>
                <a:t>Two complementary platforms</a:t>
              </a:r>
            </a:p>
          </p:txBody>
        </p:sp>
        <p:pic>
          <p:nvPicPr>
            <p:cNvPr id="21" name="Picture | Independent image" descr="d235d7460685fbce7c25a12631d1439d4d6219b6901e988eaac07fae35a8f6fe.png"/>
            <p:cNvPicPr>
              <a:picLocks noChangeAspect="1"/>
            </p:cNvPicPr>
            <p:nvPr/>
          </p:nvPicPr>
          <p:blipFill>
            <a:blip r:embed="rId4"/>
            <a:stretch>
              <a:fillRect/>
            </a:stretch>
          </p:blipFill>
          <p:spPr>
            <a:xfrm>
              <a:off x="5164282" y="2101850"/>
              <a:ext cx="1863436" cy="1708150"/>
            </a:xfrm>
            <a:prstGeom prst="rect">
              <a:avLst/>
            </a:prstGeom>
          </p:spPr>
        </p:pic>
        <p:cxnSp>
          <p:nvCxnSpPr>
            <p:cNvPr id="22" name="Connector | 3"/>
            <p:cNvCxnSpPr/>
            <p:nvPr/>
          </p:nvCxnSpPr>
          <p:spPr>
            <a:xfrm>
              <a:off x="4445000" y="4032250"/>
              <a:ext cx="3295650" cy="0"/>
            </a:xfrm>
            <a:prstGeom prst="line">
              <a:avLst/>
            </a:prstGeom>
            <a:ln w="6350" cap="rnd">
              <a:solidFill>
                <a:srgbClr val="C6D8EB"/>
              </a:solidFill>
              <a:round/>
            </a:ln>
          </p:spPr>
          <p:style>
            <a:lnRef idx="2">
              <a:schemeClr val="accent1"/>
            </a:lnRef>
            <a:fillRef idx="0">
              <a:schemeClr val="accent1"/>
            </a:fillRef>
            <a:effectRef idx="1">
              <a:schemeClr val="accent1"/>
            </a:effectRef>
            <a:fontRef idx="minor">
              <a:schemeClr val="tx1"/>
            </a:fontRef>
          </p:style>
        </p:cxnSp>
        <p:sp>
          <p:nvSpPr>
            <p:cNvPr id="23" name="Text | SwiftFlow connects equipment and execution"/>
            <p:cNvSpPr txBox="1"/>
            <p:nvPr/>
          </p:nvSpPr>
          <p:spPr>
            <a:xfrm>
              <a:off x="4451350" y="4251579"/>
              <a:ext cx="3289300" cy="248818"/>
            </a:xfrm>
            <a:prstGeom prst="rect">
              <a:avLst/>
            </a:prstGeom>
            <a:noFill/>
          </p:spPr>
          <p:txBody>
            <a:bodyPr wrap="none" lIns="0" rIns="0" tIns="0" bIns="0" anchor="t" anchorCtr="0">
              <a:noAutofit/>
            </a:bodyPr>
            <a:lstStyle/>
            <a:p>
              <a:pPr algn="ctr">
                <a:lnSpc>
                  <a:spcPts val="1525"/>
                </a:lnSpc>
                <a:spcBef>
                  <a:spcPts val="0"/>
                </a:spcBef>
                <a:spcAft>
                  <a:spcPts val="0"/>
                </a:spcAft>
              </a:pPr>
              <a:r>
                <a:rPr sz="1240" b="0" lang="en-US">
                  <a:solidFill>
                    <a:srgbClr val="4C6B83"/>
                  </a:solidFill>
                  <a:latin typeface="Arial"/>
                  <a:ea typeface="SimHei"/>
                </a:rPr>
                <a:t>SwiftFlow connects equipment and execution</a:t>
              </a:r>
            </a:p>
          </p:txBody>
        </p:sp>
        <p:sp>
          <p:nvSpPr>
            <p:cNvPr id="24" name="Text | HawkeyePlus develops and validates models"/>
            <p:cNvSpPr txBox="1"/>
            <p:nvPr/>
          </p:nvSpPr>
          <p:spPr>
            <a:xfrm>
              <a:off x="4451350" y="4670616"/>
              <a:ext cx="3289300" cy="249019"/>
            </a:xfrm>
            <a:prstGeom prst="rect">
              <a:avLst/>
            </a:prstGeom>
            <a:noFill/>
          </p:spPr>
          <p:txBody>
            <a:bodyPr wrap="none" lIns="0" rIns="0" tIns="0" bIns="0" anchor="t" anchorCtr="0">
              <a:noAutofit/>
            </a:bodyPr>
            <a:lstStyle/>
            <a:p>
              <a:pPr algn="ctr">
                <a:lnSpc>
                  <a:spcPts val="1526"/>
                </a:lnSpc>
                <a:spcBef>
                  <a:spcPts val="0"/>
                </a:spcBef>
                <a:spcAft>
                  <a:spcPts val="0"/>
                </a:spcAft>
              </a:pPr>
              <a:r>
                <a:rPr sz="1241" b="0" lang="en-US">
                  <a:solidFill>
                    <a:srgbClr val="4C6B83"/>
                  </a:solidFill>
                  <a:latin typeface="Arial"/>
                  <a:ea typeface="SimHei"/>
                </a:rPr>
                <a:t>HawkeyePlus develops and validates models</a:t>
              </a:r>
            </a:p>
          </p:txBody>
        </p:sp>
      </p:grpSp>
      <p:grpSp>
        <p:nvGrpSpPr>
          <p:cNvPr id="25" name="Node | A standard delivery baseline"/>
          <p:cNvGrpSpPr/>
          <p:nvPr/>
        </p:nvGrpSpPr>
        <p:grpSpPr>
          <a:xfrm>
            <a:off x="8115300" y="1555750"/>
            <a:ext cx="3670300" cy="3594100"/>
            <a:chOff x="8115300" y="1555750"/>
            <a:chExt cx="3670300" cy="3594100"/>
          </a:xfrm>
        </p:grpSpPr>
        <p:sp>
          <p:nvSpPr>
            <p:cNvPr id="26" name="Panel | 4"/>
            <p:cNvSpPr/>
            <p:nvPr/>
          </p:nvSpPr>
          <p:spPr>
            <a:xfrm>
              <a:off x="8115300" y="1555750"/>
              <a:ext cx="3670300" cy="3594100"/>
            </a:xfrm>
            <a:prstGeom prst="roundRect">
              <a:avLst>
                <a:gd name="adj" fmla="val 3886"/>
              </a:avLst>
            </a:prstGeom>
            <a:solidFill>
              <a:srgbClr val="FFFFFF"/>
            </a:solidFill>
            <a:ln w="6350" cap="rnd">
              <a:solidFill>
                <a:srgbClr val="C6D8EB"/>
              </a:solidFill>
              <a:round/>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 | A standard delivery baseline"/>
            <p:cNvSpPr txBox="1"/>
            <p:nvPr/>
          </p:nvSpPr>
          <p:spPr>
            <a:xfrm>
              <a:off x="8299450" y="1696847"/>
              <a:ext cx="3302000" cy="341122"/>
            </a:xfrm>
            <a:prstGeom prst="rect">
              <a:avLst/>
            </a:prstGeom>
            <a:noFill/>
          </p:spPr>
          <p:txBody>
            <a:bodyPr wrap="none" lIns="0" rIns="0" tIns="0" bIns="0" anchor="t" anchorCtr="0">
              <a:noAutofit/>
            </a:bodyPr>
            <a:lstStyle/>
            <a:p>
              <a:pPr algn="l">
                <a:lnSpc>
                  <a:spcPts val="2091"/>
                </a:lnSpc>
                <a:spcBef>
                  <a:spcPts val="0"/>
                </a:spcBef>
                <a:spcAft>
                  <a:spcPts val="0"/>
                </a:spcAft>
              </a:pPr>
              <a:r>
                <a:rPr sz="1700" b="1" lang="en-US">
                  <a:solidFill>
                    <a:srgbClr val="082D48"/>
                  </a:solidFill>
                  <a:latin typeface="Arial"/>
                  <a:ea typeface="SimHei"/>
                </a:rPr>
                <a:t>A standard delivery baseline</a:t>
              </a:r>
            </a:p>
          </p:txBody>
        </p:sp>
        <p:pic>
          <p:nvPicPr>
            <p:cNvPr id="28" name="Picture | Independent image" descr="12bb1e3e4f2e170eca1f6489649f4e45a3b3250e5c5303eec76095d714b0e260.png"/>
            <p:cNvPicPr>
              <a:picLocks noChangeAspect="1"/>
            </p:cNvPicPr>
            <p:nvPr/>
          </p:nvPicPr>
          <p:blipFill>
            <a:blip r:embed="rId5"/>
            <a:stretch>
              <a:fillRect/>
            </a:stretch>
          </p:blipFill>
          <p:spPr>
            <a:xfrm>
              <a:off x="9018732" y="2101850"/>
              <a:ext cx="1863436" cy="1708150"/>
            </a:xfrm>
            <a:prstGeom prst="rect">
              <a:avLst/>
            </a:prstGeom>
          </p:spPr>
        </p:pic>
        <p:cxnSp>
          <p:nvCxnSpPr>
            <p:cNvPr id="29" name="Connector | 4"/>
            <p:cNvCxnSpPr/>
            <p:nvPr/>
          </p:nvCxnSpPr>
          <p:spPr>
            <a:xfrm>
              <a:off x="8299450" y="4032250"/>
              <a:ext cx="3295650" cy="0"/>
            </a:xfrm>
            <a:prstGeom prst="line">
              <a:avLst/>
            </a:prstGeom>
            <a:ln w="6350" cap="rnd">
              <a:solidFill>
                <a:srgbClr val="C6D8EB"/>
              </a:solidFill>
              <a:round/>
            </a:ln>
          </p:spPr>
          <p:style>
            <a:lnRef idx="2">
              <a:schemeClr val="accent1"/>
            </a:lnRef>
            <a:fillRef idx="0">
              <a:schemeClr val="accent1"/>
            </a:fillRef>
            <a:effectRef idx="1">
              <a:schemeClr val="accent1"/>
            </a:effectRef>
            <a:fontRef idx="minor">
              <a:schemeClr val="tx1"/>
            </a:fontRef>
          </p:style>
        </p:cxnSp>
        <p:sp>
          <p:nvSpPr>
            <p:cNvPr id="30" name="Text | Deliver configuration, models and evidence"/>
            <p:cNvSpPr txBox="1"/>
            <p:nvPr/>
          </p:nvSpPr>
          <p:spPr>
            <a:xfrm>
              <a:off x="8305800" y="4244975"/>
              <a:ext cx="3289300" cy="260356"/>
            </a:xfrm>
            <a:prstGeom prst="rect">
              <a:avLst/>
            </a:prstGeom>
            <a:noFill/>
          </p:spPr>
          <p:txBody>
            <a:bodyPr wrap="none" lIns="0" rIns="0" tIns="0" bIns="0" anchor="t" anchorCtr="0">
              <a:noAutofit/>
            </a:bodyPr>
            <a:lstStyle/>
            <a:p>
              <a:pPr algn="ctr">
                <a:lnSpc>
                  <a:spcPts val="1595"/>
                </a:lnSpc>
                <a:spcBef>
                  <a:spcPts val="0"/>
                </a:spcBef>
                <a:spcAft>
                  <a:spcPts val="0"/>
                </a:spcAft>
              </a:pPr>
              <a:r>
                <a:rPr sz="1297" b="0" lang="en-US">
                  <a:solidFill>
                    <a:srgbClr val="4C6B83"/>
                  </a:solidFill>
                  <a:latin typeface="Arial"/>
                  <a:ea typeface="SimHei"/>
                </a:rPr>
                <a:t>Deliver configuration, models and evidence</a:t>
              </a:r>
            </a:p>
          </p:txBody>
        </p:sp>
        <p:sp>
          <p:nvSpPr>
            <p:cNvPr id="31" name="Text | Validate on site and retain versions and results"/>
            <p:cNvSpPr txBox="1"/>
            <p:nvPr/>
          </p:nvSpPr>
          <p:spPr>
            <a:xfrm>
              <a:off x="8305800" y="4675696"/>
              <a:ext cx="3289300" cy="240090"/>
            </a:xfrm>
            <a:prstGeom prst="rect">
              <a:avLst/>
            </a:prstGeom>
            <a:noFill/>
          </p:spPr>
          <p:txBody>
            <a:bodyPr wrap="none" lIns="0" rIns="0" tIns="0" bIns="0" anchor="t" anchorCtr="0">
              <a:noAutofit/>
            </a:bodyPr>
            <a:lstStyle/>
            <a:p>
              <a:pPr algn="ctr">
                <a:lnSpc>
                  <a:spcPts val="1471"/>
                </a:lnSpc>
                <a:spcBef>
                  <a:spcPts val="0"/>
                </a:spcBef>
                <a:spcAft>
                  <a:spcPts val="0"/>
                </a:spcAft>
              </a:pPr>
              <a:r>
                <a:rPr sz="1196" b="0" lang="en-US">
                  <a:solidFill>
                    <a:srgbClr val="4C6B83"/>
                  </a:solidFill>
                  <a:latin typeface="Arial"/>
                  <a:ea typeface="SimHei"/>
                </a:rPr>
                <a:t>Validate on site and retain versions and results</a:t>
              </a:r>
            </a:p>
          </p:txBody>
        </p:sp>
      </p:grpSp>
      <p:sp>
        <p:nvSpPr>
          <p:cNvPr id="32" name="Panel | 5"/>
          <p:cNvSpPr/>
          <p:nvPr/>
        </p:nvSpPr>
        <p:spPr>
          <a:xfrm>
            <a:off x="406400" y="5416550"/>
            <a:ext cx="11379200" cy="882650"/>
          </a:xfrm>
          <a:prstGeom prst="roundRect">
            <a:avLst>
              <a:gd name="adj" fmla="val 12949"/>
            </a:avLst>
          </a:prstGeom>
          <a:solidFill>
            <a:srgbClr val="E9F1FC"/>
          </a:solidFill>
          <a:ln w="6350" cap="rnd">
            <a:solidFill>
              <a:srgbClr val="C6D8EB"/>
            </a:solidFill>
            <a:round/>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 | Define the goal → Engineer the solution → Validate jointly → Deliver traceably"/>
          <p:cNvSpPr txBox="1"/>
          <p:nvPr/>
        </p:nvSpPr>
        <p:spPr>
          <a:xfrm>
            <a:off x="650875" y="5583047"/>
            <a:ext cx="10890250" cy="341122"/>
          </a:xfrm>
          <a:prstGeom prst="rect">
            <a:avLst/>
          </a:prstGeom>
          <a:noFill/>
        </p:spPr>
        <p:txBody>
          <a:bodyPr wrap="none" lIns="0" rIns="0" tIns="0" bIns="0" anchor="t" anchorCtr="0">
            <a:noAutofit/>
          </a:bodyPr>
          <a:lstStyle/>
          <a:p>
            <a:pPr algn="ctr">
              <a:lnSpc>
                <a:spcPts val="2091"/>
              </a:lnSpc>
              <a:spcBef>
                <a:spcPts val="0"/>
              </a:spcBef>
              <a:spcAft>
                <a:spcPts val="0"/>
              </a:spcAft>
            </a:pPr>
            <a:r>
              <a:rPr sz="1700" b="1" lang="en-US">
                <a:solidFill>
                  <a:srgbClr val="087F79"/>
                </a:solidFill>
                <a:latin typeface="Arial"/>
                <a:ea typeface="SimHei"/>
              </a:rPr>
              <a:t>Define the goal → Engineer the solution → Validate jointly → Deliver traceably</a:t>
            </a:r>
          </a:p>
        </p:txBody>
      </p:sp>
      <p:sp>
        <p:nvSpPr>
          <p:cNvPr id="34" name="Text | The goal: help users deliver inspection and measurement through a consistent engineering approach"/>
          <p:cNvSpPr txBox="1"/>
          <p:nvPr/>
        </p:nvSpPr>
        <p:spPr>
          <a:xfrm>
            <a:off x="650875" y="5972492"/>
            <a:ext cx="10890250" cy="270891"/>
          </a:xfrm>
          <a:prstGeom prst="rect">
            <a:avLst/>
          </a:prstGeom>
          <a:noFill/>
        </p:spPr>
        <p:txBody>
          <a:bodyPr wrap="none" lIns="0" rIns="0" tIns="0" bIns="0" anchor="t" anchorCtr="0">
            <a:noAutofit/>
          </a:bodyPr>
          <a:lstStyle/>
          <a:p>
            <a:pPr algn="ctr">
              <a:lnSpc>
                <a:spcPts val="1660"/>
              </a:lnSpc>
              <a:spcBef>
                <a:spcPts val="0"/>
              </a:spcBef>
              <a:spcAft>
                <a:spcPts val="0"/>
              </a:spcAft>
            </a:pPr>
            <a:r>
              <a:rPr sz="1350" b="0" lang="en-US">
                <a:solidFill>
                  <a:srgbClr val="4C6B83"/>
                </a:solidFill>
                <a:latin typeface="Arial"/>
                <a:ea typeface="SimHei"/>
              </a:rPr>
              <a:t>The goal: help users deliver inspection and measurement through a consistent engineering approach</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showMasterSp="0">
  <p:cSld>
    <p:bg>
      <p:bgPr>
        <a:solidFill>
          <a:srgbClr val="F5F9FF"/>
        </a:solidFill>
        <a:effectLst/>
      </p:bgPr>
    </p:bg>
    <p:spTree>
      <p:nvGrpSpPr>
        <p:cNvPr id="1" name=""/>
        <p:cNvGrpSpPr/>
        <p:nvPr/>
      </p:nvGrpSpPr>
      <p:grpSpPr/>
      <p:sp>
        <p:nvSpPr>
          <p:cNvPr id="2" name="Panel | 1"/>
          <p:cNvSpPr/>
          <p:nvPr/>
        </p:nvSpPr>
        <p:spPr>
          <a:xfrm>
            <a:off x="406400" y="342900"/>
            <a:ext cx="38100" cy="190500"/>
          </a:xfrm>
          <a:prstGeom prst="roundRect">
            <a:avLst>
              <a:gd name="adj" fmla="val 50000"/>
            </a:avLst>
          </a:prstGeom>
          <a:solidFill>
            <a:srgbClr val="007D9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 | SWIFTFLOW + HAWKEYEPLUS"/>
          <p:cNvSpPr txBox="1"/>
          <p:nvPr/>
        </p:nvSpPr>
        <p:spPr>
          <a:xfrm>
            <a:off x="546100" y="356680"/>
            <a:ext cx="9525000" cy="230759"/>
          </a:xfrm>
          <a:prstGeom prst="rect">
            <a:avLst/>
          </a:prstGeom>
          <a:noFill/>
        </p:spPr>
        <p:txBody>
          <a:bodyPr wrap="none" lIns="0" rIns="0" tIns="0" bIns="0" anchor="t" anchorCtr="0">
            <a:noAutofit/>
          </a:bodyPr>
          <a:lstStyle/>
          <a:p>
            <a:pPr algn="l">
              <a:lnSpc>
                <a:spcPts val="1414"/>
              </a:lnSpc>
              <a:spcBef>
                <a:spcPts val="0"/>
              </a:spcBef>
              <a:spcAft>
                <a:spcPts val="0"/>
              </a:spcAft>
            </a:pPr>
            <a:r>
              <a:rPr sz="1150" b="1" lang="en-US">
                <a:solidFill>
                  <a:srgbClr val="4C6B83"/>
                </a:solidFill>
                <a:latin typeface="Arial"/>
                <a:ea typeface="SimHei"/>
              </a:rPr>
              <a:t>SWIFTFLOW + HAWKEYEPLUS</a:t>
            </a:r>
          </a:p>
        </p:txBody>
      </p:sp>
      <p:pic>
        <p:nvPicPr>
          <p:cNvPr id="4" name="Picture | Independent image" descr="139ef02520a55c1aaee95c1d6e7f5f730beac004ebb72c9c012b0f76513ab85e.png"/>
          <p:cNvPicPr>
            <a:picLocks noChangeAspect="1"/>
          </p:cNvPicPr>
          <p:nvPr/>
        </p:nvPicPr>
        <p:blipFill>
          <a:blip r:embed="rId2"/>
          <a:stretch>
            <a:fillRect/>
          </a:stretch>
        </p:blipFill>
        <p:spPr>
          <a:xfrm>
            <a:off x="11061700" y="325755"/>
            <a:ext cx="704850" cy="281940"/>
          </a:xfrm>
          <a:prstGeom prst="rect">
            <a:avLst/>
          </a:prstGeom>
        </p:spPr>
      </p:pic>
      <p:cxnSp>
        <p:nvCxnSpPr>
          <p:cNvPr id="5" name="Connector | 1"/>
          <p:cNvCxnSpPr/>
          <p:nvPr/>
        </p:nvCxnSpPr>
        <p:spPr>
          <a:xfrm>
            <a:off x="406400" y="6521450"/>
            <a:ext cx="11379200" cy="0"/>
          </a:xfrm>
          <a:prstGeom prst="line">
            <a:avLst/>
          </a:prstGeom>
          <a:ln w="6350" cap="rnd">
            <a:solidFill>
              <a:srgbClr val="C6D8EB"/>
            </a:solidFill>
            <a:round/>
          </a:ln>
        </p:spPr>
        <p:style>
          <a:lnRef idx="2">
            <a:schemeClr val="accent1"/>
          </a:lnRef>
          <a:fillRef idx="0">
            <a:schemeClr val="accent1"/>
          </a:fillRef>
          <a:effectRef idx="1">
            <a:schemeClr val="accent1"/>
          </a:effectRef>
          <a:fontRef idx="minor">
            <a:schemeClr val="tx1"/>
          </a:fontRef>
        </p:style>
      </p:cxnSp>
      <p:sp>
        <p:nvSpPr>
          <p:cNvPr id="6" name="Text | SwiftFlow + HawkeyePlus  |  Industrial Vision Engineering"/>
          <p:cNvSpPr txBox="1"/>
          <p:nvPr/>
        </p:nvSpPr>
        <p:spPr>
          <a:xfrm>
            <a:off x="412750" y="6607238"/>
            <a:ext cx="8255000" cy="160528"/>
          </a:xfrm>
          <a:prstGeom prst="rect">
            <a:avLst/>
          </a:prstGeom>
          <a:noFill/>
        </p:spPr>
        <p:txBody>
          <a:bodyPr wrap="none" lIns="0" rIns="0" tIns="0" bIns="0" anchor="t" anchorCtr="0">
            <a:noAutofit/>
          </a:bodyPr>
          <a:lstStyle/>
          <a:p>
            <a:pPr algn="l">
              <a:lnSpc>
                <a:spcPts val="984"/>
              </a:lnSpc>
              <a:spcBef>
                <a:spcPts val="0"/>
              </a:spcBef>
              <a:spcAft>
                <a:spcPts val="0"/>
              </a:spcAft>
            </a:pPr>
            <a:r>
              <a:rPr sz="800" b="0" lang="en-US">
                <a:solidFill>
                  <a:srgbClr val="4C6B83"/>
                </a:solidFill>
                <a:latin typeface="Arial"/>
                <a:ea typeface="SimHei"/>
              </a:rPr>
              <a:t>SwiftFlow + HawkeyePlus  |  Industrial Vision Engineering</a:t>
            </a:r>
          </a:p>
        </p:txBody>
      </p:sp>
      <p:sp>
        <p:nvSpPr>
          <p:cNvPr id="7" name="Text | WD CONFIDENTIAL"/>
          <p:cNvSpPr txBox="1"/>
          <p:nvPr/>
        </p:nvSpPr>
        <p:spPr>
          <a:xfrm>
            <a:off x="8559800" y="6613017"/>
            <a:ext cx="2540000" cy="150495"/>
          </a:xfrm>
          <a:prstGeom prst="rect">
            <a:avLst/>
          </a:prstGeom>
          <a:noFill/>
        </p:spPr>
        <p:txBody>
          <a:bodyPr wrap="none" lIns="0" rIns="0" tIns="0" bIns="0" anchor="t" anchorCtr="0">
            <a:noAutofit/>
          </a:bodyPr>
          <a:lstStyle/>
          <a:p>
            <a:pPr algn="r">
              <a:lnSpc>
                <a:spcPts val="922"/>
              </a:lnSpc>
              <a:spcBef>
                <a:spcPts val="0"/>
              </a:spcBef>
              <a:spcAft>
                <a:spcPts val="0"/>
              </a:spcAft>
            </a:pPr>
            <a:r>
              <a:rPr sz="750" b="0" lang="en-US">
                <a:solidFill>
                  <a:srgbClr val="4C6B83"/>
                </a:solidFill>
                <a:latin typeface="Arial"/>
                <a:ea typeface="SimHei"/>
              </a:rPr>
              <a:t>WD CONFIDENTIAL</a:t>
            </a:r>
          </a:p>
        </p:txBody>
      </p:sp>
      <p:sp>
        <p:nvSpPr>
          <p:cNvPr id="8" name="Text | 20 / 20"/>
          <p:cNvSpPr txBox="1"/>
          <p:nvPr/>
        </p:nvSpPr>
        <p:spPr>
          <a:xfrm>
            <a:off x="11137900" y="6607238"/>
            <a:ext cx="635000" cy="160528"/>
          </a:xfrm>
          <a:prstGeom prst="rect">
            <a:avLst/>
          </a:prstGeom>
          <a:noFill/>
        </p:spPr>
        <p:txBody>
          <a:bodyPr wrap="none" lIns="0" rIns="0" tIns="0" bIns="0" anchor="t" anchorCtr="0">
            <a:noAutofit/>
          </a:bodyPr>
          <a:lstStyle/>
          <a:p>
            <a:pPr algn="r">
              <a:lnSpc>
                <a:spcPts val="984"/>
              </a:lnSpc>
              <a:spcBef>
                <a:spcPts val="0"/>
              </a:spcBef>
              <a:spcAft>
                <a:spcPts val="0"/>
              </a:spcAft>
            </a:pPr>
            <a:r>
              <a:rPr sz="800" b="0" lang="en-US">
                <a:solidFill>
                  <a:srgbClr val="4C6B83"/>
                </a:solidFill>
                <a:latin typeface="Arial"/>
                <a:ea typeface="SimHei"/>
              </a:rPr>
              <a:t>20 / 20</a:t>
            </a:r>
          </a:p>
        </p:txBody>
      </p:sp>
      <p:grpSp>
        <p:nvGrpSpPr>
          <p:cNvPr id="9" name="Node | Questions &amp; Discussion"/>
          <p:cNvGrpSpPr/>
          <p:nvPr/>
        </p:nvGrpSpPr>
        <p:grpSpPr>
          <a:xfrm>
            <a:off x="527050" y="1260284"/>
            <a:ext cx="6877050" cy="3952368"/>
            <a:chOff x="527050" y="1260284"/>
            <a:chExt cx="6877050" cy="3952368"/>
          </a:xfrm>
        </p:grpSpPr>
        <p:sp>
          <p:nvSpPr>
            <p:cNvPr id="10" name="Text | Thank You"/>
            <p:cNvSpPr txBox="1"/>
            <p:nvPr/>
          </p:nvSpPr>
          <p:spPr>
            <a:xfrm>
              <a:off x="527050" y="1260284"/>
              <a:ext cx="6667500" cy="1003300"/>
            </a:xfrm>
            <a:prstGeom prst="rect">
              <a:avLst/>
            </a:prstGeom>
            <a:noFill/>
          </p:spPr>
          <p:txBody>
            <a:bodyPr wrap="none" lIns="0" rIns="0" tIns="0" bIns="0" anchor="t" anchorCtr="0">
              <a:noAutofit/>
            </a:bodyPr>
            <a:lstStyle/>
            <a:p>
              <a:pPr algn="l">
                <a:lnSpc>
                  <a:spcPts val="6150"/>
                </a:lnSpc>
                <a:spcBef>
                  <a:spcPts val="0"/>
                </a:spcBef>
                <a:spcAft>
                  <a:spcPts val="0"/>
                </a:spcAft>
              </a:pPr>
              <a:r>
                <a:rPr sz="5000" b="1" lang="en-US">
                  <a:solidFill>
                    <a:srgbClr val="007D9D"/>
                  </a:solidFill>
                  <a:latin typeface="Arial"/>
                  <a:ea typeface="SimHei"/>
                </a:rPr>
                <a:t>Thank You</a:t>
              </a:r>
            </a:p>
          </p:txBody>
        </p:sp>
        <p:sp>
          <p:nvSpPr>
            <p:cNvPr id="11" name="Text | Questions &amp; Discussion"/>
            <p:cNvSpPr txBox="1"/>
            <p:nvPr/>
          </p:nvSpPr>
          <p:spPr>
            <a:xfrm>
              <a:off x="546100" y="2190242"/>
              <a:ext cx="6858000" cy="521716"/>
            </a:xfrm>
            <a:prstGeom prst="rect">
              <a:avLst/>
            </a:prstGeom>
            <a:noFill/>
          </p:spPr>
          <p:txBody>
            <a:bodyPr wrap="none" lIns="0" rIns="0" tIns="0" bIns="0" anchor="t" anchorCtr="0">
              <a:noAutofit/>
            </a:bodyPr>
            <a:lstStyle/>
            <a:p>
              <a:pPr algn="l">
                <a:lnSpc>
                  <a:spcPts val="3198"/>
                </a:lnSpc>
                <a:spcBef>
                  <a:spcPts val="0"/>
                </a:spcBef>
                <a:spcAft>
                  <a:spcPts val="0"/>
                </a:spcAft>
              </a:pPr>
              <a:r>
                <a:rPr sz="2600" b="1" lang="en-US">
                  <a:solidFill>
                    <a:srgbClr val="082D48"/>
                  </a:solidFill>
                  <a:latin typeface="Arial"/>
                  <a:ea typeface="SimHei"/>
                </a:rPr>
                <a:t>Questions &amp; Discussion</a:t>
              </a:r>
            </a:p>
          </p:txBody>
        </p:sp>
        <p:sp>
          <p:nvSpPr>
            <p:cNvPr id="12" name="Text | From hardware design to inspection and measurement delivery"/>
            <p:cNvSpPr txBox="1"/>
            <p:nvPr/>
          </p:nvSpPr>
          <p:spPr>
            <a:xfrm>
              <a:off x="565150" y="2818384"/>
              <a:ext cx="6604000" cy="300990"/>
            </a:xfrm>
            <a:prstGeom prst="rect">
              <a:avLst/>
            </a:prstGeom>
            <a:noFill/>
          </p:spPr>
          <p:txBody>
            <a:bodyPr wrap="none" lIns="0" rIns="0" tIns="0" bIns="0" anchor="t" anchorCtr="0">
              <a:noAutofit/>
            </a:bodyPr>
            <a:lstStyle/>
            <a:p>
              <a:pPr algn="l">
                <a:lnSpc>
                  <a:spcPts val="1845"/>
                </a:lnSpc>
                <a:spcBef>
                  <a:spcPts val="0"/>
                </a:spcBef>
                <a:spcAft>
                  <a:spcPts val="0"/>
                </a:spcAft>
              </a:pPr>
              <a:r>
                <a:rPr sz="1500" b="0" lang="en-US">
                  <a:solidFill>
                    <a:srgbClr val="4C6B83"/>
                  </a:solidFill>
                  <a:latin typeface="Arial"/>
                  <a:ea typeface="SimHei"/>
                </a:rPr>
                <a:t>From hardware design to inspection and measurement delivery</a:t>
              </a:r>
            </a:p>
          </p:txBody>
        </p:sp>
        <p:sp>
          <p:nvSpPr>
            <p:cNvPr id="13" name="Circle | 1"/>
            <p:cNvSpPr/>
            <p:nvPr/>
          </p:nvSpPr>
          <p:spPr>
            <a:xfrm>
              <a:off x="596900" y="3937000"/>
              <a:ext cx="63500" cy="63500"/>
            </a:xfrm>
            <a:prstGeom prst="ellipse">
              <a:avLst/>
            </a:prstGeom>
            <a:solidFill>
              <a:srgbClr val="087F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 | Which use case should we prioritize?"/>
            <p:cNvSpPr txBox="1"/>
            <p:nvPr/>
          </p:nvSpPr>
          <p:spPr>
            <a:xfrm>
              <a:off x="768350" y="3877628"/>
              <a:ext cx="5918200" cy="280924"/>
            </a:xfrm>
            <a:prstGeom prst="rect">
              <a:avLst/>
            </a:prstGeom>
            <a:noFill/>
          </p:spPr>
          <p:txBody>
            <a:bodyPr wrap="none" lIns="0" rIns="0" tIns="0" bIns="0" anchor="t" anchorCtr="0">
              <a:noAutofit/>
            </a:bodyPr>
            <a:lstStyle/>
            <a:p>
              <a:pPr algn="l">
                <a:lnSpc>
                  <a:spcPts val="1722"/>
                </a:lnSpc>
                <a:spcBef>
                  <a:spcPts val="0"/>
                </a:spcBef>
                <a:spcAft>
                  <a:spcPts val="0"/>
                </a:spcAft>
              </a:pPr>
              <a:r>
                <a:rPr sz="1400" b="0" lang="en-US">
                  <a:solidFill>
                    <a:srgbClr val="4C6B83"/>
                  </a:solidFill>
                  <a:latin typeface="Arial"/>
                  <a:ea typeface="SimHei"/>
                </a:rPr>
                <a:t>Which use case should we prioritize?</a:t>
              </a:r>
            </a:p>
          </p:txBody>
        </p:sp>
        <p:sp>
          <p:nvSpPr>
            <p:cNvPr id="15" name="Circle | 2"/>
            <p:cNvSpPr/>
            <p:nvPr/>
          </p:nvSpPr>
          <p:spPr>
            <a:xfrm>
              <a:off x="596900" y="4464050"/>
              <a:ext cx="63500" cy="63500"/>
            </a:xfrm>
            <a:prstGeom prst="ellipse">
              <a:avLst/>
            </a:prstGeom>
            <a:solidFill>
              <a:srgbClr val="087F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 | How should we define acceptance and delivery?"/>
            <p:cNvSpPr txBox="1"/>
            <p:nvPr/>
          </p:nvSpPr>
          <p:spPr>
            <a:xfrm>
              <a:off x="768350" y="4404678"/>
              <a:ext cx="5918200" cy="280924"/>
            </a:xfrm>
            <a:prstGeom prst="rect">
              <a:avLst/>
            </a:prstGeom>
            <a:noFill/>
          </p:spPr>
          <p:txBody>
            <a:bodyPr wrap="none" lIns="0" rIns="0" tIns="0" bIns="0" anchor="t" anchorCtr="0">
              <a:noAutofit/>
            </a:bodyPr>
            <a:lstStyle/>
            <a:p>
              <a:pPr algn="l">
                <a:lnSpc>
                  <a:spcPts val="1722"/>
                </a:lnSpc>
                <a:spcBef>
                  <a:spcPts val="0"/>
                </a:spcBef>
                <a:spcAft>
                  <a:spcPts val="0"/>
                </a:spcAft>
              </a:pPr>
              <a:r>
                <a:rPr sz="1400" b="0" lang="en-US">
                  <a:solidFill>
                    <a:srgbClr val="4C6B83"/>
                  </a:solidFill>
                  <a:latin typeface="Arial"/>
                  <a:ea typeface="SimHei"/>
                </a:rPr>
                <a:t>How should we define acceptance and delivery?</a:t>
              </a:r>
            </a:p>
          </p:txBody>
        </p:sp>
        <p:sp>
          <p:nvSpPr>
            <p:cNvPr id="17" name="Circle | 3"/>
            <p:cNvSpPr/>
            <p:nvPr/>
          </p:nvSpPr>
          <p:spPr>
            <a:xfrm>
              <a:off x="596900" y="4991100"/>
              <a:ext cx="63500" cy="63500"/>
            </a:xfrm>
            <a:prstGeom prst="ellipse">
              <a:avLst/>
            </a:prstGeom>
            <a:solidFill>
              <a:srgbClr val="087F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 | Which workflows, models and knowledge can we reuse?"/>
            <p:cNvSpPr txBox="1"/>
            <p:nvPr/>
          </p:nvSpPr>
          <p:spPr>
            <a:xfrm>
              <a:off x="768350" y="4931728"/>
              <a:ext cx="5918200" cy="280924"/>
            </a:xfrm>
            <a:prstGeom prst="rect">
              <a:avLst/>
            </a:prstGeom>
            <a:noFill/>
          </p:spPr>
          <p:txBody>
            <a:bodyPr wrap="none" lIns="0" rIns="0" tIns="0" bIns="0" anchor="t" anchorCtr="0">
              <a:noAutofit/>
            </a:bodyPr>
            <a:lstStyle/>
            <a:p>
              <a:pPr algn="l">
                <a:lnSpc>
                  <a:spcPts val="1722"/>
                </a:lnSpc>
                <a:spcBef>
                  <a:spcPts val="0"/>
                </a:spcBef>
                <a:spcAft>
                  <a:spcPts val="0"/>
                </a:spcAft>
              </a:pPr>
              <a:r>
                <a:rPr sz="1400" b="0" lang="en-US">
                  <a:solidFill>
                    <a:srgbClr val="4C6B83"/>
                  </a:solidFill>
                  <a:latin typeface="Arial"/>
                  <a:ea typeface="SimHei"/>
                </a:rPr>
                <a:t>Which workflows, models and knowledge can we reuse?</a:t>
              </a:r>
            </a:p>
          </p:txBody>
        </p:sp>
      </p:grpSp>
      <p:grpSp>
        <p:nvGrpSpPr>
          <p:cNvPr id="19" name="Node | SwiftFlow + HawkeyePlus"/>
          <p:cNvGrpSpPr/>
          <p:nvPr/>
        </p:nvGrpSpPr>
        <p:grpSpPr>
          <a:xfrm>
            <a:off x="7829550" y="1568450"/>
            <a:ext cx="3397250" cy="4088341"/>
            <a:chOff x="7829550" y="1568450"/>
            <a:chExt cx="3397250" cy="4088341"/>
          </a:xfrm>
        </p:grpSpPr>
        <p:pic>
          <p:nvPicPr>
            <p:cNvPr id="20" name="Picture | Independent image" descr="5f1bcf78ecb92f4492224ef45a833bd24f87b72940a435af1d4530231d53bab7.png"/>
            <p:cNvPicPr>
              <a:picLocks noChangeAspect="1"/>
            </p:cNvPicPr>
            <p:nvPr/>
          </p:nvPicPr>
          <p:blipFill>
            <a:blip r:embed="rId3"/>
            <a:stretch>
              <a:fillRect/>
            </a:stretch>
          </p:blipFill>
          <p:spPr>
            <a:xfrm>
              <a:off x="7923362" y="1568450"/>
              <a:ext cx="2936576" cy="2311400"/>
            </a:xfrm>
            <a:prstGeom prst="rect">
              <a:avLst/>
            </a:prstGeom>
          </p:spPr>
        </p:pic>
        <p:pic>
          <p:nvPicPr>
            <p:cNvPr id="21" name="Picture | Independent image" descr="0e1cacdd2dd64d49c68307ca39c10d929dcfdd478b4480a29a0805d6b17ec43b.png"/>
            <p:cNvPicPr>
              <a:picLocks noChangeAspect="1"/>
            </p:cNvPicPr>
            <p:nvPr/>
          </p:nvPicPr>
          <p:blipFill>
            <a:blip r:embed="rId4"/>
            <a:stretch>
              <a:fillRect/>
            </a:stretch>
          </p:blipFill>
          <p:spPr>
            <a:xfrm>
              <a:off x="7829550" y="4071408"/>
              <a:ext cx="3397250" cy="1585383"/>
            </a:xfrm>
            <a:prstGeom prst="rect">
              <a:avLst/>
            </a:prstGeom>
          </p:spPr>
        </p:pic>
      </p:grpSp>
      <p:sp>
        <p:nvSpPr>
          <p:cNvPr id="22" name="Text | One shared method · Two complementary platforms · Reusable engineering deliverables"/>
          <p:cNvSpPr txBox="1"/>
          <p:nvPr/>
        </p:nvSpPr>
        <p:spPr>
          <a:xfrm>
            <a:off x="546100" y="6049328"/>
            <a:ext cx="11049000" cy="280924"/>
          </a:xfrm>
          <a:prstGeom prst="rect">
            <a:avLst/>
          </a:prstGeom>
          <a:noFill/>
        </p:spPr>
        <p:txBody>
          <a:bodyPr wrap="none" lIns="0" rIns="0" tIns="0" bIns="0" anchor="t" anchorCtr="0">
            <a:noAutofit/>
          </a:bodyPr>
          <a:lstStyle/>
          <a:p>
            <a:pPr algn="l">
              <a:lnSpc>
                <a:spcPts val="1722"/>
              </a:lnSpc>
              <a:spcBef>
                <a:spcPts val="0"/>
              </a:spcBef>
              <a:spcAft>
                <a:spcPts val="0"/>
              </a:spcAft>
            </a:pPr>
            <a:r>
              <a:rPr sz="1400" b="1" lang="en-US">
                <a:solidFill>
                  <a:srgbClr val="087F79"/>
                </a:solidFill>
                <a:latin typeface="Arial"/>
                <a:ea typeface="SimHei"/>
              </a:rPr>
              <a:t>One shared method · Two complementary platforms · Reusable engineering deliverables</a:t>
            </a:r>
          </a:p>
        </p:txBody>
      </p:sp>
    </p:spTree>
  </p:cSld>
  <p:clrMapOvr>
    <a:masterClrMapping/>
  </p:clrMapOvr>
</p:sld>
</file>

<file path=ppt/theme/theme1.xml><?xml version="1.0" encoding="utf-8"?>
<a:theme xmlns:a="http://schemas.openxmlformats.org/drawingml/2006/main" name="WDPPTv5_2026">
  <a:themeElements>
    <a:clrScheme name="WD_FINAL">
      <a:dk1>
        <a:srgbClr val="000000"/>
      </a:dk1>
      <a:lt1>
        <a:srgbClr val="FFFFFF"/>
      </a:lt1>
      <a:dk2>
        <a:srgbClr val="00263E"/>
      </a:dk2>
      <a:lt2>
        <a:srgbClr val="E3E3E3"/>
      </a:lt2>
      <a:accent1>
        <a:srgbClr val="3C8CFF"/>
      </a:accent1>
      <a:accent2>
        <a:srgbClr val="002883"/>
      </a:accent2>
      <a:accent3>
        <a:srgbClr val="48C3F0"/>
      </a:accent3>
      <a:accent4>
        <a:srgbClr val="00E5D1"/>
      </a:accent4>
      <a:accent5>
        <a:srgbClr val="2266FF"/>
      </a:accent5>
      <a:accent6>
        <a:srgbClr val="806CFF"/>
      </a:accent6>
      <a:hlink>
        <a:srgbClr val="2266FF"/>
      </a:hlink>
      <a:folHlink>
        <a:srgbClr val="40E1E1"/>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rgbClr val="E5E3E3"/>
        </a:solidFill>
        <a:ln>
          <a:noFill/>
        </a:ln>
      </a:spPr>
      <a:bodyPr lIns="82296" tIns="0" rIns="0" bIns="0" rtlCol="0" anchor="ctr"/>
      <a:lstStyle>
        <a:defPPr algn="ctr">
          <a:defRPr/>
        </a:defPPr>
      </a:lstStyle>
      <a:style>
        <a:lnRef idx="2">
          <a:schemeClr val="accent1">
            <a:shade val="15000"/>
          </a:schemeClr>
        </a:lnRef>
        <a:fillRef idx="1">
          <a:schemeClr val="accent1"/>
        </a:fillRef>
        <a:effectRef idx="0">
          <a:schemeClr val="accent1"/>
        </a:effectRef>
        <a:fontRef idx="minor">
          <a:schemeClr val="lt1"/>
        </a:fontRef>
      </a:style>
    </a:spDef>
    <a:lnDef>
      <a:spPr>
        <a:ln w="6350"/>
      </a:spPr>
      <a:bodyPr/>
      <a:lstStyle/>
      <a:style>
        <a:lnRef idx="2">
          <a:schemeClr val="dk1"/>
        </a:lnRef>
        <a:fillRef idx="0">
          <a:schemeClr val="dk1"/>
        </a:fillRef>
        <a:effectRef idx="1">
          <a:schemeClr val="dk1"/>
        </a:effectRef>
        <a:fontRef idx="minor">
          <a:schemeClr val="tx1"/>
        </a:fontRef>
      </a:style>
    </a:lnDef>
    <a:txDef>
      <a:spPr/>
      <a:bodyPr spcFirstLastPara="1" wrap="square" lIns="82296" tIns="45720" rIns="0" bIns="45720" rtlCol="0" anchor="t" anchorCtr="0">
        <a:spAutoFit/>
      </a:bodyPr>
      <a:lstStyle>
        <a:defPPr algn="l">
          <a:buClr>
            <a:schemeClr val="dk1"/>
          </a:buClr>
          <a:buSzPts val="1100"/>
          <a:defRPr sz="1400" spc="-30" dirty="0">
            <a:solidFill>
              <a:schemeClr val="tx2"/>
            </a:solidFill>
            <a:latin typeface="FK Grotesk Neue" panose="020B0503020202020203" pitchFamily="34" charset="0"/>
          </a:defRPr>
        </a:defPPr>
      </a:lstStyle>
    </a:txDef>
  </a:objectDefaults>
  <a:extraClrSchemeLst/>
  <a:extLst>
    <a:ext uri="{05A4C25C-085E-4340-85A3-A5531E510DB2}">
      <thm15:themeFamily xmlns:thm15="http://schemas.microsoft.com/office/thememl/2012/main" name="WD_CoreMaster_v2" id="{98E0218E-061B-3C4D-9B45-6D4FD43BA911}" vid="{3B0881BA-3C58-5149-9D4F-F46C3FE8D36E}"/>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emplate>FAB2 Automation - Vendor Visit Agenda and Installation Schedule - 12-23 Oct 2026</Template>
  <TotalTime>4</TotalTime>
  <Words>3</Words>
  <Application>Microsoft Office PowerPoint</Application>
  <PresentationFormat>Widescreen</PresentationFormat>
  <Paragraphs>3</Paragraphs>
  <Slides>9</Slides>
  <Notes>0</Notes>
  <HiddenSlides>0</HiddenSlides>
  <MMClips>0</MMClips>
  <ScaleCrop>false</ScaleCrop>
  <HeadingPairs>
    <vt:vector size="6" baseType="variant">
      <vt:variant>
        <vt:lpstr>Fonts Used</vt:lpstr>
      </vt:variant>
      <vt:variant>
        <vt:i4>1</vt:i4>
      </vt:variant>
      <vt:variant>
        <vt:lpstr>Theme</vt:lpstr>
      </vt:variant>
      <vt:variant>
        <vt:i4>1</vt:i4>
      </vt:variant>
      <vt:variant>
        <vt:lpstr>Slide Titles</vt:lpstr>
      </vt:variant>
      <vt:variant>
        <vt:i4>9</vt:i4>
      </vt:variant>
    </vt:vector>
  </HeadingPairs>
  <TitlesOfParts>
    <vt:vector size="11" baseType="lpstr">
      <vt:lpstr>Arial</vt:lpstr>
      <vt:lpstr>WDPPTv5_2026</vt:lpstr>
      <vt:lpstr>Hawkeye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WDC, Inc.</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SwiftFlow + HawkeyePlus | Standardized Inspection &amp; Measurement: Architecture, Workflows &amp; Integrated Delivery</dc:title>
  <dc:creator>SwiftFlow + HawkeyePlus</dc:creator>
  <cp:lastModifiedBy>Hansen Liu</cp:lastModifiedBy>
  <cp:revision>5</cp:revision>
  <dcterms:created xsi:type="dcterms:W3CDTF">2026-10-12T06:03:57Z</dcterms:created>
  <dcterms:modified xsi:type="dcterms:W3CDTF">2026-10-12T06:08:10Z</dcterms:modified>
  <dc:subject>Complete leadership presentation: vision, four chapters, standardized workflow and delivery</dc:subject>
</cp:coreProperties>
</file>